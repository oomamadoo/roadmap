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</p:sldIdLst>
  <p:sldSz cx="5330825" cy="7562850"/>
  <p:notesSz cx="4870450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93" autoAdjust="0"/>
    <p:restoredTop sz="94660"/>
  </p:normalViewPr>
  <p:slideViewPr>
    <p:cSldViewPr snapToGrid="0">
      <p:cViewPr>
        <p:scale>
          <a:sx n="250" d="100"/>
          <a:sy n="250" d="100"/>
        </p:scale>
        <p:origin x="-130" y="-41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812" y="1237717"/>
            <a:ext cx="4531201" cy="2632992"/>
          </a:xfrm>
        </p:spPr>
        <p:txBody>
          <a:bodyPr anchor="b"/>
          <a:lstStyle>
            <a:lvl1pPr algn="ctr">
              <a:defRPr sz="34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353" y="3972247"/>
            <a:ext cx="3998119" cy="182593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48" indent="0" algn="ctr">
              <a:buNone/>
              <a:defRPr sz="1166"/>
            </a:lvl2pPr>
            <a:lvl3pPr marL="533095" indent="0" algn="ctr">
              <a:buNone/>
              <a:defRPr sz="1049"/>
            </a:lvl3pPr>
            <a:lvl4pPr marL="799643" indent="0" algn="ctr">
              <a:buNone/>
              <a:defRPr sz="933"/>
            </a:lvl4pPr>
            <a:lvl5pPr marL="1066190" indent="0" algn="ctr">
              <a:buNone/>
              <a:defRPr sz="933"/>
            </a:lvl5pPr>
            <a:lvl6pPr marL="1332738" indent="0" algn="ctr">
              <a:buNone/>
              <a:defRPr sz="933"/>
            </a:lvl6pPr>
            <a:lvl7pPr marL="1599286" indent="0" algn="ctr">
              <a:buNone/>
              <a:defRPr sz="933"/>
            </a:lvl7pPr>
            <a:lvl8pPr marL="1865833" indent="0" algn="ctr">
              <a:buNone/>
              <a:defRPr sz="933"/>
            </a:lvl8pPr>
            <a:lvl9pPr marL="2132381" indent="0" algn="ctr">
              <a:buNone/>
              <a:defRPr sz="9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5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5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718" y="1885463"/>
            <a:ext cx="4597837" cy="3145935"/>
          </a:xfrm>
        </p:spPr>
        <p:txBody>
          <a:bodyPr anchor="b"/>
          <a:lstStyle>
            <a:lvl1pPr>
              <a:defRPr sz="34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718" y="5061159"/>
            <a:ext cx="4597837" cy="1654373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/>
                </a:solidFill>
              </a:defRPr>
            </a:lvl1pPr>
            <a:lvl2pPr marL="266548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095" indent="0">
              <a:buNone/>
              <a:defRPr sz="1049">
                <a:solidFill>
                  <a:schemeClr val="tx1">
                    <a:tint val="75000"/>
                  </a:schemeClr>
                </a:solidFill>
              </a:defRPr>
            </a:lvl3pPr>
            <a:lvl4pPr marL="79964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19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738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28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583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38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494" y="2013259"/>
            <a:ext cx="2265601" cy="4798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8730" y="2013259"/>
            <a:ext cx="2265601" cy="4798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1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402654"/>
            <a:ext cx="4597837" cy="146180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189" y="1853949"/>
            <a:ext cx="2255188" cy="908592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48" indent="0">
              <a:buNone/>
              <a:defRPr sz="1166" b="1"/>
            </a:lvl2pPr>
            <a:lvl3pPr marL="533095" indent="0">
              <a:buNone/>
              <a:defRPr sz="1049" b="1"/>
            </a:lvl3pPr>
            <a:lvl4pPr marL="799643" indent="0">
              <a:buNone/>
              <a:defRPr sz="933" b="1"/>
            </a:lvl4pPr>
            <a:lvl5pPr marL="1066190" indent="0">
              <a:buNone/>
              <a:defRPr sz="933" b="1"/>
            </a:lvl5pPr>
            <a:lvl6pPr marL="1332738" indent="0">
              <a:buNone/>
              <a:defRPr sz="933" b="1"/>
            </a:lvl6pPr>
            <a:lvl7pPr marL="1599286" indent="0">
              <a:buNone/>
              <a:defRPr sz="933" b="1"/>
            </a:lvl7pPr>
            <a:lvl8pPr marL="1865833" indent="0">
              <a:buNone/>
              <a:defRPr sz="933" b="1"/>
            </a:lvl8pPr>
            <a:lvl9pPr marL="2132381" indent="0">
              <a:buNone/>
              <a:defRPr sz="9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189" y="2762541"/>
            <a:ext cx="2255188" cy="40632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8730" y="1853949"/>
            <a:ext cx="2266295" cy="908592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48" indent="0">
              <a:buNone/>
              <a:defRPr sz="1166" b="1"/>
            </a:lvl2pPr>
            <a:lvl3pPr marL="533095" indent="0">
              <a:buNone/>
              <a:defRPr sz="1049" b="1"/>
            </a:lvl3pPr>
            <a:lvl4pPr marL="799643" indent="0">
              <a:buNone/>
              <a:defRPr sz="933" b="1"/>
            </a:lvl4pPr>
            <a:lvl5pPr marL="1066190" indent="0">
              <a:buNone/>
              <a:defRPr sz="933" b="1"/>
            </a:lvl5pPr>
            <a:lvl6pPr marL="1332738" indent="0">
              <a:buNone/>
              <a:defRPr sz="933" b="1"/>
            </a:lvl6pPr>
            <a:lvl7pPr marL="1599286" indent="0">
              <a:buNone/>
              <a:defRPr sz="933" b="1"/>
            </a:lvl7pPr>
            <a:lvl8pPr marL="1865833" indent="0">
              <a:buNone/>
              <a:defRPr sz="933" b="1"/>
            </a:lvl8pPr>
            <a:lvl9pPr marL="2132381" indent="0">
              <a:buNone/>
              <a:defRPr sz="9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8730" y="2762541"/>
            <a:ext cx="2266295" cy="40632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3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2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8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504190"/>
            <a:ext cx="1719330" cy="1764665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6295" y="1088912"/>
            <a:ext cx="2698730" cy="5374525"/>
          </a:xfrm>
        </p:spPr>
        <p:txBody>
          <a:bodyPr/>
          <a:lstStyle>
            <a:lvl1pPr>
              <a:defRPr sz="1866"/>
            </a:lvl1pPr>
            <a:lvl2pPr>
              <a:defRPr sz="1632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7188" y="2268855"/>
            <a:ext cx="1719330" cy="4203335"/>
          </a:xfrm>
        </p:spPr>
        <p:txBody>
          <a:bodyPr/>
          <a:lstStyle>
            <a:lvl1pPr marL="0" indent="0">
              <a:buNone/>
              <a:defRPr sz="933"/>
            </a:lvl1pPr>
            <a:lvl2pPr marL="266548" indent="0">
              <a:buNone/>
              <a:defRPr sz="816"/>
            </a:lvl2pPr>
            <a:lvl3pPr marL="533095" indent="0">
              <a:buNone/>
              <a:defRPr sz="700"/>
            </a:lvl3pPr>
            <a:lvl4pPr marL="799643" indent="0">
              <a:buNone/>
              <a:defRPr sz="583"/>
            </a:lvl4pPr>
            <a:lvl5pPr marL="1066190" indent="0">
              <a:buNone/>
              <a:defRPr sz="583"/>
            </a:lvl5pPr>
            <a:lvl6pPr marL="1332738" indent="0">
              <a:buNone/>
              <a:defRPr sz="583"/>
            </a:lvl6pPr>
            <a:lvl7pPr marL="1599286" indent="0">
              <a:buNone/>
              <a:defRPr sz="583"/>
            </a:lvl7pPr>
            <a:lvl8pPr marL="1865833" indent="0">
              <a:buNone/>
              <a:defRPr sz="583"/>
            </a:lvl8pPr>
            <a:lvl9pPr marL="2132381" indent="0">
              <a:buNone/>
              <a:defRPr sz="58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4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504190"/>
            <a:ext cx="1719330" cy="1764665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6295" y="1088912"/>
            <a:ext cx="2698730" cy="5374525"/>
          </a:xfrm>
        </p:spPr>
        <p:txBody>
          <a:bodyPr anchor="t"/>
          <a:lstStyle>
            <a:lvl1pPr marL="0" indent="0">
              <a:buNone/>
              <a:defRPr sz="1866"/>
            </a:lvl1pPr>
            <a:lvl2pPr marL="266548" indent="0">
              <a:buNone/>
              <a:defRPr sz="1632"/>
            </a:lvl2pPr>
            <a:lvl3pPr marL="533095" indent="0">
              <a:buNone/>
              <a:defRPr sz="1399"/>
            </a:lvl3pPr>
            <a:lvl4pPr marL="799643" indent="0">
              <a:buNone/>
              <a:defRPr sz="1166"/>
            </a:lvl4pPr>
            <a:lvl5pPr marL="1066190" indent="0">
              <a:buNone/>
              <a:defRPr sz="1166"/>
            </a:lvl5pPr>
            <a:lvl6pPr marL="1332738" indent="0">
              <a:buNone/>
              <a:defRPr sz="1166"/>
            </a:lvl6pPr>
            <a:lvl7pPr marL="1599286" indent="0">
              <a:buNone/>
              <a:defRPr sz="1166"/>
            </a:lvl7pPr>
            <a:lvl8pPr marL="1865833" indent="0">
              <a:buNone/>
              <a:defRPr sz="1166"/>
            </a:lvl8pPr>
            <a:lvl9pPr marL="2132381" indent="0">
              <a:buNone/>
              <a:defRPr sz="1166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7188" y="2268855"/>
            <a:ext cx="1719330" cy="4203335"/>
          </a:xfrm>
        </p:spPr>
        <p:txBody>
          <a:bodyPr/>
          <a:lstStyle>
            <a:lvl1pPr marL="0" indent="0">
              <a:buNone/>
              <a:defRPr sz="933"/>
            </a:lvl1pPr>
            <a:lvl2pPr marL="266548" indent="0">
              <a:buNone/>
              <a:defRPr sz="816"/>
            </a:lvl2pPr>
            <a:lvl3pPr marL="533095" indent="0">
              <a:buNone/>
              <a:defRPr sz="700"/>
            </a:lvl3pPr>
            <a:lvl4pPr marL="799643" indent="0">
              <a:buNone/>
              <a:defRPr sz="583"/>
            </a:lvl4pPr>
            <a:lvl5pPr marL="1066190" indent="0">
              <a:buNone/>
              <a:defRPr sz="583"/>
            </a:lvl5pPr>
            <a:lvl6pPr marL="1332738" indent="0">
              <a:buNone/>
              <a:defRPr sz="583"/>
            </a:lvl6pPr>
            <a:lvl7pPr marL="1599286" indent="0">
              <a:buNone/>
              <a:defRPr sz="583"/>
            </a:lvl7pPr>
            <a:lvl8pPr marL="1865833" indent="0">
              <a:buNone/>
              <a:defRPr sz="583"/>
            </a:lvl8pPr>
            <a:lvl9pPr marL="2132381" indent="0">
              <a:buNone/>
              <a:defRPr sz="58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6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6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4872" y="402652"/>
            <a:ext cx="1149459" cy="640916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495" y="402652"/>
            <a:ext cx="3381742" cy="640916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5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494" y="402654"/>
            <a:ext cx="4597837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494" y="2013259"/>
            <a:ext cx="4597837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494" y="7009643"/>
            <a:ext cx="119943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B18D-5AF7-46E0-A5BE-6136A4BDD0DB}" type="datetimeFigureOut">
              <a:rPr lang="en-US" smtClean="0"/>
              <a:t>4/8/2020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5836" y="7009643"/>
            <a:ext cx="179915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4895" y="7009643"/>
            <a:ext cx="119943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5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3095" rtl="0" eaLnBrk="1" latinLnBrk="0" hangingPunct="1">
        <a:lnSpc>
          <a:spcPct val="90000"/>
        </a:lnSpc>
        <a:spcBef>
          <a:spcPct val="0"/>
        </a:spcBef>
        <a:buNone/>
        <a:defRPr sz="25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74" indent="-133274" algn="l" defTabSz="533095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399821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369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2917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9464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6012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2559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9107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5655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548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3095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643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6190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2738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9286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5833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2381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02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55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6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79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1774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nasrollahi</dc:creator>
  <cp:lastModifiedBy>mohammad nasrollahi</cp:lastModifiedBy>
  <cp:revision>53</cp:revision>
  <cp:lastPrinted>2020-02-26T14:21:57Z</cp:lastPrinted>
  <dcterms:created xsi:type="dcterms:W3CDTF">2020-02-26T14:14:39Z</dcterms:created>
  <dcterms:modified xsi:type="dcterms:W3CDTF">2020-04-08T20:39:58Z</dcterms:modified>
</cp:coreProperties>
</file>