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9" autoAdjust="0"/>
  </p:normalViewPr>
  <p:slideViewPr>
    <p:cSldViewPr>
      <p:cViewPr varScale="1">
        <p:scale>
          <a:sx n="79" d="100"/>
          <a:sy n="79" d="100"/>
        </p:scale>
        <p:origin x="682" y="8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5/25/2020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5/25/2020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5/25/2020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5/25/2020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1812" y="3200400"/>
            <a:ext cx="11657013" cy="1371600"/>
          </a:xfrm>
        </p:spPr>
        <p:txBody>
          <a:bodyPr/>
          <a:lstStyle/>
          <a:p>
            <a:r>
              <a:rPr lang="en-US" sz="7200" dirty="0">
                <a:solidFill>
                  <a:srgbClr val="FF0000"/>
                </a:solidFill>
                <a:latin typeface="Chiller" panose="04020404031007020602" pitchFamily="82" charset="0"/>
              </a:rPr>
              <a:t>New </a:t>
            </a:r>
            <a:r>
              <a:rPr lang="en-US" sz="7200" dirty="0" smtClean="0">
                <a:solidFill>
                  <a:srgbClr val="FF0000"/>
                </a:solidFill>
                <a:latin typeface="Chiller" panose="04020404031007020602" pitchFamily="82" charset="0"/>
              </a:rPr>
              <a:t>Birthday </a:t>
            </a:r>
            <a:r>
              <a:rPr lang="en-US" sz="7200" dirty="0">
                <a:solidFill>
                  <a:srgbClr val="FF0000"/>
                </a:solidFill>
                <a:latin typeface="Chiller" panose="04020404031007020602" pitchFamily="82" charset="0"/>
              </a:rPr>
              <a:t>: </a:t>
            </a:r>
            <a:r>
              <a:rPr lang="en-US" sz="7200" dirty="0" smtClean="0">
                <a:solidFill>
                  <a:srgbClr val="FF0000"/>
                </a:solidFill>
                <a:latin typeface="Chiller" panose="04020404031007020602" pitchFamily="82" charset="0"/>
              </a:rPr>
              <a:t>1399/3/5</a:t>
            </a:r>
            <a:r>
              <a:rPr lang="en-US" sz="7200" dirty="0" smtClean="0">
                <a:solidFill>
                  <a:srgbClr val="FF0000"/>
                </a:solidFill>
                <a:latin typeface="Chiller" panose="04020404031007020602" pitchFamily="82" charset="0"/>
              </a:rPr>
              <a:t> </a:t>
            </a:r>
            <a:r>
              <a:rPr lang="en-US" sz="7200" dirty="0">
                <a:solidFill>
                  <a:srgbClr val="FF0000"/>
                </a:solidFill>
                <a:latin typeface="Chiller" panose="04020404031007020602" pitchFamily="82" charset="0"/>
              </a:rPr>
              <a:t>12:09 AM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tf02804846</Template>
  <TotalTime>2</TotalTime>
  <Words>6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Chiller</vt:lpstr>
      <vt:lpstr>Consolas</vt:lpstr>
      <vt:lpstr>Corbel</vt:lpstr>
      <vt:lpstr>Chalkboard 16x9</vt:lpstr>
      <vt:lpstr>New Birthday : 1399/3/5 12:09 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Birthday : 5/25/2020 12:09 AM</dc:title>
  <dc:creator>mohammad nasrollahi</dc:creator>
  <cp:lastModifiedBy>mohammad nasrollahi</cp:lastModifiedBy>
  <cp:revision>3</cp:revision>
  <dcterms:created xsi:type="dcterms:W3CDTF">2020-05-24T19:45:53Z</dcterms:created>
  <dcterms:modified xsi:type="dcterms:W3CDTF">2020-05-24T19:53:09Z</dcterms:modified>
</cp:coreProperties>
</file>