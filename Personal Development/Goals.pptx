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6" r:id="rId3"/>
    <p:sldId id="257" r:id="rId4"/>
    <p:sldId id="267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5330825" cy="7562850"/>
  <p:notesSz cx="4870450" cy="710406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6531" autoAdjust="0"/>
    <p:restoredTop sz="94660"/>
  </p:normalViewPr>
  <p:slideViewPr>
    <p:cSldViewPr snapToGrid="0">
      <p:cViewPr>
        <p:scale>
          <a:sx n="250" d="100"/>
          <a:sy n="250" d="100"/>
        </p:scale>
        <p:origin x="235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0-04-20T03:19:58.841"/>
    </inkml:context>
    <inkml:brush xml:id="br0">
      <inkml:brushProperty name="width" value="0.05292" units="cm"/>
      <inkml:brushProperty name="height" value="0.05292" units="cm"/>
      <inkml:brushProperty name="color" value="#00B050"/>
      <inkml:brushProperty name="fitToCurve" value="1"/>
    </inkml:brush>
    <inkml:brush xml:id="br1">
      <inkml:brushProperty name="width" value="0.05292" units="cm"/>
      <inkml:brushProperty name="height" value="0.05292" units="cm"/>
      <inkml:brushProperty name="fitToCurve" value="1"/>
    </inkml:brush>
    <inkml:brush xml:id="br2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Group>
    <inkml:annotationXML>
      <emma:emma xmlns:emma="http://www.w3.org/2003/04/emma" version="1.0">
        <emma:interpretation id="{1D44DE3E-F69B-4AFA-8BD4-BD1D4DCF9392}" emma:medium="tactile" emma:mode="ink">
          <msink:context xmlns:msink="http://schemas.microsoft.com/ink/2010/main" type="writingRegion" rotatedBoundingBox="14707,2416 1607,2401 1609,766 14709,780"/>
        </emma:interpretation>
      </emma:emma>
    </inkml:annotationXML>
    <inkml:traceGroup>
      <inkml:annotationXML>
        <emma:emma xmlns:emma="http://www.w3.org/2003/04/emma" version="1.0">
          <emma:interpretation id="{E875DB49-5689-462C-AA06-5259C7D05B14}" emma:medium="tactile" emma:mode="ink">
            <msink:context xmlns:msink="http://schemas.microsoft.com/ink/2010/main" type="paragraph" rotatedBoundingBox="14707,2416 1607,2401 1608,1822 14708,183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A83C8870-52D1-4A5D-BD42-551EC62FC7AD}" emma:medium="tactile" emma:mode="ink">
              <msink:context xmlns:msink="http://schemas.microsoft.com/ink/2010/main" type="line" rotatedBoundingBox="14707,2416 1607,2401 1608,1822 14708,1837"/>
            </emma:interpretation>
          </emma:emma>
        </inkml:annotationXML>
        <inkml:traceGroup>
          <inkml:annotationXML>
            <emma:emma xmlns:emma="http://www.w3.org/2003/04/emma" version="1.0">
              <emma:interpretation id="{9E6B0B0A-6DDA-4CAC-B493-60C0AB042892}" emma:medium="tactile" emma:mode="ink">
                <msink:context xmlns:msink="http://schemas.microsoft.com/ink/2010/main" type="inkWord" rotatedBoundingBox="14707,2248 14450,2247 14451,1995 14708,1996"/>
              </emma:interpretation>
            </emma:emma>
          </inkml:annotationXML>
          <inkml:trace contextRef="#ctx0" brushRef="#br0">140 1267 146 0,'0'0'153'0,"0"0"0"0,5 2-4 0,-5-2-2 16,0 0-4-16,2 3-1 0,-2-3 0 0,0 0-3 0,0 0 1 15,3 5-2-15,-3-5-2 0,0 0 2 0,0 0-3 16,0 0-6-16,0 0-4 0,-9 6-3 0,5-4-9 16,0-1-10-16,-3 0-9 0,1 0-11 15,-3 0-3-15,2 0-11 0,-4 1-6 0,4-2-6 0,-2 1-7 16,1 0 0-16,-3 2-11 0,4-3-8 16,-1 1-15-16,1-1-23 0,0 0-31 0,-1-1-23 15,2 1-37-15,0-2-44 0,6 2-50 0,-6-2-51 16,3-1-165-16,3 3-441 0,0 0 195 0</inkml:trace>
          <inkml:trace contextRef="#ctx0" brushRef="#br0" timeOffset="234.3431">99 1229 211 0,'0'0'205'0,"0"0"-2"0,0 0-4 16,0 0-14-16,0 0-9 0,-17 5-18 0,12-5-10 16,-1 2-14-16,-1-2-11 0,0 2-14 0,-2-3-11 15,1 1-7-15,1 1-9 0,-2-1-13 0,1 0-8 16,1 0-24-16,1-1-23 0,2 0-30 0,4 1-31 16,-12-2-39-16,7 1-38 0,5 1-31 0,-5-3-158 15,1 2-339-15,4 1 151 0</inkml:trace>
          <inkml:trace contextRef="#ctx0" brushRef="#br0" timeOffset="546.8185">-4 1161 196 0,'0'0'180'0,"0"0"-10"0,0 0-8 15,0 0-4-15,0 0-11 0,0 0 2 0,0 0 8 16,0 0-4-16,0 0-3 0,-9 13-10 0,6-8-1 15,1-1 1-15,-1 0-3 0,0 2-5 0,-2-2-7 16,1 2-3-16,0-1-5 0,-1-1-3 0,0 2-4 16,-1 0-6-16,0-1-1 0,1 0 3 0,0 0-15 15,1 1-4-15,-2-2-10 0,1 1-1 0,1-2-7 16,1 0-3-16,-1 0-4 0,1 1-10 16,3-4-3-16,-4 5-3 0,2-2 7 0,2-3-1 0,-2 6-9 15,2-6 1-15,-1 7-3 0,1-7-3 0,4 9-1 16,-2-2-8-16,0-1 0 0,4 1 1 0,1 2-4 15,0 0-2-15,2 1-6 0,0 0-16 0,0-1-27 16,-1 1-29-16,-1 1-35 0,3-2-56 0,-6-1-74 16,0-3-102-16,-3 1-263 0,-1-6-632 0,0 0 280 15</inkml:trace>
        </inkml:traceGroup>
        <inkml:traceGroup>
          <inkml:annotationXML>
            <emma:emma xmlns:emma="http://www.w3.org/2003/04/emma" version="1.0">
              <emma:interpretation id="{649554BF-C3E7-4453-B131-59AB8D8B4049}" emma:medium="tactile" emma:mode="ink">
                <msink:context xmlns:msink="http://schemas.microsoft.com/ink/2010/main" type="inkWord" rotatedBoundingBox="14256,2310 13463,2309 13464,1876 14257,1877"/>
              </emma:interpretation>
            </emma:emma>
          </inkml:annotationXML>
          <inkml:trace contextRef="#ctx0" brushRef="#br1" timeOffset="3827.8319">-339 1222 15 0,'0'0'241'0,"-3"-3"-8"0,3 3-8 0,0 0-17 0,0 0-16 15,-3-4-18-15,3 4-13 0,0 0-12 0,0 0-15 16,0 0-7-16,0 0-9 0,0 0-13 0,0 0-3 16,0 0-9-16,0 0-4 0,0 0-4 0,0 0-5 15,0 0-6-15,0 0-4 0,13 14-8 0,-10-12-6 16,0 1-5-16,-1 2-2 0,2 1-6 0,-1-1 0 15,-1-1-4-15,2 4 0 0,-2-2-4 0,0 0-2 16,1-1-7-16,-2 2 0 0,0-3-3 0,0 1 2 16,-1-5-2-16,0 11-3 0,-2-7-5 0,2-4-9 15,-6 8-18-15,1-4-21 0,-1-1-30 0,-2-1-31 16,1 1-43-16,0-1-48 0,-2-2-47 0,2 1-191 16,-2-1-457-16,3 0 203 0</inkml:trace>
          <inkml:trace contextRef="#ctx0" brushRef="#br1" timeOffset="4155.9402">-481 1303 136 0,'0'0'225'0,"0"0"0"0,0 0-9 0,0 0-16 0,0 0-11 15,0 13-1-15,0-13-3 0,1 9-7 0,-2-3-14 16,2 0-11-16,-1-6-13 0,2 15-3 16,-1-8-10-16,-2 0-16 0,1 0-8 0,-2 2-4 15,-1-1-1-15,2 0-21 0,-1 0-4 0,1 0 3 0,-4 1-26 16,1-3-16-16,-2 4-28 0,-1-4-35 0,-2 0-46 15,2 0-56-15,0-1-66 0,-1-1-72 16,1 0-147-16,0 0-448 0,0-3 198 0</inkml:trace>
          <inkml:trace contextRef="#ctx0" brushRef="#br1" timeOffset="4765.2628">-507 1060 61 0,'0'0'162'0,"4"-1"-14"0,-4 1-4 0,0 0-8 15,0 0-10-15,0 0-6 0,0 0-12 0,0 0-3 0,0 0-5 16,-6 14-9-16,6-14-4 0,-4 5-1 0,4-5-1 15,-7 4-5-15,4-1 2 0,-3-1-2 0,6-2-3 16,-7 0-8-16,7 0 1 0,-9 0 2 0,5 0 1 16,4 0-5-16,-9-5 1 0,3 3-4 0,2 1 1 15,0-2-5-15,0-1-4 0,-1 2 3 0,1-1-4 16,0 0-2-16,1-1-1 0,-1 2-3 0,0-2 1 16,4 4-7-16,-6-5-1 0,3 2-5 0,3 3-5 15,-5-3-2-15,5 3-5 0,-6-1-7 0,6 1-14 16,-6 1-22-16,6-1-32 0,-8 5-37 0,3-2-36 15,0 1-41-15,0 1-48 0,-2 1-200 0,-1 0-444 16,1 3 196-16</inkml:trace>
          <inkml:trace contextRef="#ctx0" brushRef="#br1" timeOffset="4421.5398">-633 1159 132 0,'2'-5'247'0,"-2"5"-18"0,0 0-13 16,0 0 3-16,0 0-17 0,0 0-6 0,0 0-8 16,0 0-11-16,6 14-7 0,-6-8-4 0,2 0-13 15,-1 3-6-15,-1 0-10 0,0 1-5 0,0-1-2 16,-1 1-20-16,-1 0-10 0,2-1-15 0,-3 1-5 15,1 1-8-15,-1-3-1 0,0 0-36 0,0-1-32 16,2 0-38-16,-3-1-63 0,1-2-83 0,1 0-72 16,2-4-219-16,-2 7-511 0,2-7 226 0</inkml:trace>
          <inkml:trace contextRef="#ctx0" brushRef="#br1" timeOffset="5452.713">-869 1306 201 0,'0'0'228'15,"0"0"-6"-15,0 0-7 0,4 5-13 0,-4-5-7 16,5 4-14-16,-5-4-6 0,8 6-15 0,-5-2-2 16,2-2-25-16,-1 2-7 0,1 2-3 0,-1-2-13 15,-1-1-9-15,0 1-7 0,1 0-10 0,-2-2-8 0,0 2-5 16,-2-4-7-16,2 6-4 0,-1-1-11 0,-1-5-1 15,0 0-4-15,0 0-5 0,-5 10-5 16,2-8-1-16,3-2-5 0,-8 1-13 0,4-1-10 16,-2 0-6-16,6 0-3 0,-9-1-10 0,3-3-1 0,2 1-2 15,-1-2-5-15,2 0 0 0,-1-1 6 0,1 1 0 16,3 0 2-16,0 5 1 0,0-11 4 0,1 2-2 16,-1 1-1-16,2 1 9 0,0-1-5 15,0 1 1-15,0 1 2 0,0 0 5 0,0 1 0 0,-1 0 4 16,-1 5 4-16,2-8-2 0,-2 8 1 0,3-5 0 15,-3 5-1-15,2-5-4 0,-2 5 4 0,0 0-4 16,0 0 0-16,0 0 3 0,0 0-3 0,0 0 0 16,0 0 0-16,0 0 0 0,0 0 1 0,0 0 0 15,-8 17-6-15,5-13 3 0,0 0 1 0,-1 2-5 16,0-2-4-16,-1-2-2 0,0 2-6 0,-1-1-9 16,1-1-1-16,-3 0-5 0,1-1 3 0,3 1 0 15,-3-1 0-15,0-2-3 0,1-1 0 0,-1 1 9 16,0-2-4-16,1 1-2 0,0-1 11 0,0 0 0 15,0-2-3-15,1 1 6 0,-1-1 3 0,1 1 3 16,-1-2 6-16,2 3 2 0,0-3 7 0,1 2 5 16,-1-1 4-16,2-1 7 0,-1 2 8 0,3 4 6 15,-4-9 1-15,2 6 3 0,2 3 1 0,-1-7 1 16,1 7 2-16,-2-5 0 0,2 5 2 0,0 0-8 16,-3-4-2-16,3 4-6 0,0 0-5 0,0 0 7 15,0 0-13-15,0 0-1 0,0 0-2 0,0 0 0 16,0 0-3-16,6 12 6 0,-4-6 5 0,2 0-15 15,-1 0 3-15,-2 0-5 0,-1 1 8 0,2 2-5 0,-2-1-5 16,-1-1 12-16,-1 1-10 0,-1 0 1 0,-3 0-2 16,3-1 0-16,-3-2-1 0,-1 4-1 15,0-3-1-15,-1 1-22 0,1-2-26 0,0-1-43 16,0 1-68-16,1-2-83 0,-1-2-264 0,7-1-545 0,-8 1 241 16</inkml:trace>
        </inkml:traceGroup>
        <inkml:traceGroup>
          <inkml:annotationXML>
            <emma:emma xmlns:emma="http://www.w3.org/2003/04/emma" version="1.0">
              <emma:interpretation id="{30C51351-6FAE-4E9B-BCA2-4ECF9C2544E2}" emma:medium="tactile" emma:mode="ink">
                <msink:context xmlns:msink="http://schemas.microsoft.com/ink/2010/main" type="inkWord" rotatedBoundingBox="13290,2309 10877,2307 10878,1941 13291,1944"/>
              </emma:interpretation>
            </emma:emma>
          </inkml:annotationXML>
          <inkml:trace contextRef="#ctx0" brushRef="#br1" timeOffset="25873.1103">-2266 1343 172 0,'0'0'168'0,"0"0"-13"15,0 0-12-15,0 0-7 0,0 0-16 16,0 0-11-16,-8 7-11 0,8-7-5 0,0 0-9 16,-6-1-6-16,6 1-8 0,0 0-19 0,-8-3 9 0,8 3 5 15,-4-4-9-15,4 4 0 0,-4-3-9 16,4 3 0-16,-5-7-3 0,4 3 0 0,1 4-9 15,0 0-1-15,-2-10-3 0,2 10-3 0,1-7 0 16,-1 7 1-16,1-5-7 0,-1 5-2 0,5-8-1 16,-3 5-2-16,-2 3 0 0,5-5-2 0,-2 2 1 0,0 2-3 15,1-3-3-15,0 3 0 0,-4 1 1 16,8-3-2-16,-8 3-2 0,7 0-1 0,-7 0 1 0,6 1 2 16,-6-1 0-16,6 6 2 0,-6-6-2 0,2 5-1 15,-2-5-1-15,-2 11-4 0,2-11-17 0,-6 12-28 16,2-5-62-16,-1-2-76 0,0 1-153 0,-2 0-361 15,0-2 160-15</inkml:trace>
          <inkml:trace contextRef="#ctx0" brushRef="#br1" timeOffset="25482.5126">-2387 1352 52 0,'0'0'172'0,"-8"5"-18"0,8-5-15 0,0 0-9 15,-8 0-12-15,8 0-9 0,-6 0-12 0,6 0-11 16,-5-4-1-16,5 4-7 0,-5-4-5 0,5 4 5 16,-6-3-7-16,3 0-4 0,3 3-2 0,-3-6 5 15,3 6 3-15,-2-9-5 0,2 9-4 0,1-7-7 16,-1 7-5-16,1-8-1 0,1 4-5 0,-2 4-4 15,2-8-3-15,0 5-5 0,-2 3-5 0,5-5 0 16,-2 2-3-16,-3 3-3 0,5-3-10 0,-5 3 3 16,6 0-3-16,-6 0 2 0,0 0-3 0,9 2-1 15,-6-1 4-15,1 2-6 0,-1-1-1 0,1 1-1 16,-2 0 7-16,1 1-9 0,-1 1 4 0,0-2-6 16,-2-3-8-16,2 10-18 0,-2-5-25 0,0-5-21 0,-1 11-37 15,-1-8-38-15,1 2-53 0,1-5-110 0,-5 7-330 16,3-4 146-16</inkml:trace>
          <inkml:trace contextRef="#ctx0" brushRef="#br1" timeOffset="25076.2955">-2549 1149 115 0,'0'0'181'16,"0"0"-10"-16,0 0-5 0,0 0-4 0,0 0-2 15,0 0-6-15,0 0-5 0,0 0-7 0,0 0-2 16,0 0-4-16,0 0-5 0,0 0-4 0,0 0-11 15,0 0-7-15,0 0-9 0,0 0-8 0,7 19-5 16,-6-14-10-16,2-1-2 0,0 2-7 0,1-1 0 16,1 2-9-16,-2 0-5 0,0 0-4 0,1-1-6 15,1 1-2-15,-3 0-5 0,-1-2-4 0,3 3 0 16,-4-3-3-16,2 1-2 0,-1-1-5 0,0 0-6 0,0 1-1 16,-1-6 2-16,0 9-1 0,0-9 0 0,-2 8-7 15,2-8-5-15,-3 7-8 0,1-3-6 16,-1 0-4-16,3-4-1 0,-7 2-5 0,3-1 5 0,0 1-6 15,4-2 1-15,-8-1 2 0,2-1-2 0,0 0 2 16,-1 0 4-16,1 0-3 0,0-2 0 0,2 1 3 16,1 1 2-16,-2-1-3 0,2-1 3 0,3 4 1 15,-6-4 2-15,3 1 2 0,3 3-3 0,-2-6 4 16,2 6 1-16,-3-5-1 0,3 5-1 0,0 0 0 16,0 0 2-16,-2-5-5 0,2 5 7 0,0 0 0 15,0 0-1-15,0 0 1 0,0 0-4 0,0 0 3 16,-2-4 0-16,2 4 6 0,0 0-5 0,0 0 3 15,0 0-3-15,0 0 1 0,0 0-1 0,0 0 2 16,0 0 0-16,0 0 0 0,0 0 1 0,-2 14 1 16,2-14 1-16,-2 7-3 0,0-3-3 0,2-4 2 15,-4 8 0-15,2-5-6 0,-2 0-5 0,1 1-1 16,-1-2-8-16,0 2-1 0,0-2-1 0,4-2-2 0,-8 2 5 16,5 0 2-16,3-2 1 0,-8 0 0 0,8 0 2 15,-8-2-1-15,8 2 5 0,-7-4 2 16,4 2 1-16,1-1-1 0,2 3 0 0,-3-9-1 0,2 3 1 15,1 1 1-15,0 5-3 0,0-13 7 0,2 5 2 16,2 1 5-16,-1-1-4 0,3-2-7 0,-1 2 11 16,2-1 0-16,1 0-3 0,1 0 0 0,-1 0-9 15,2 2-7-15,0 0-21 0,-1 0-23 0,-1 3-32 16,-1-1-36-16,0 1-40 0,1 3-179 0,-1-2-376 16,-2 2 167-16</inkml:trace>
          <inkml:trace contextRef="#ctx0" brushRef="#br1" timeOffset="27779.2325">-2840 1341 147 0,'0'0'179'0,"4"2"-16"0,-4-2-8 0,5 3-11 16,-5-3-9-16,3 3-5 0,0 0-5 0,-1 2-6 16,-2-5-5-16,5 7-7 0,-3-2-7 0,1-1-12 15,-3-4-6-15,3 9-1 0,-1-5-7 0,0 1-2 16,-2-5-10-16,1 7-5 0,-1-7-2 0,0 7-6 16,0-7-5-16,0 7-2 0,0-7-7 0,-1 7 0 0,1-7-8 15,-6 4 2-15,6-4-3 0,-4 3-8 16,0-2-9-16,4-1-6 0,-8 3-6 0,8-3-4 15,-10-1-8-15,10 1-2 0,-8-1 1 0,4-2 2 16,0 1-9-16,0-2 11 0,1 0 3 0,3 4-2 16,-5-9 2-16,3 4-1 0,1 0 1 0,1 5 4 15,-2-10-3-15,2 3 2 0,0 0 3 0,1 1-1 16,-1 6 4-16,2-11 1 0,-1 5 1 0,3 1 7 0,-3 0-1 16,-1 5 10-16,2-8 1 0,0 4-5 0,-2 4 8 15,3-6 4-15,-3 6-1 0,1-4 0 16,-1 4-5-16,2-4 0 0,-2 4-3 0,0 0-1 0,0 0-3 15,0 0 0-15,0 0-2 0,0 0 0 0,0 0-1 16,0 0-3-16,0 0 0 0,0 0 1 0,-12 10 0 16,8-7 0-16,1 1-3 0,-1-1-3 0,-1 1 3 15,-1-1 2-15,2 0-4 0,-1 0 0 0,0 0-4 16,0-3-6-16,1 3-3 0,-1-3-8 0,5 0-2 16,-9 2-1-16,9-2-10 0,-8 0 1 0,8 0-2 15,-8-2 8-15,4 2-4 0,4 0 5 0,-7-5-2 16,4 2 6-16,3 3 0 0,-6-7 4 0,3 4-2 15,1-2 3-15,2 5 2 0,-3-7 1 0,2 3 1 16,1 4 3-16,-2-8 1 0,2 8 0 0,0-9 5 16,0 9 3-16,0-8 4 0,0 8 3 0,0-6 2 15,0 6 2-15,0 0 4 0,0-6-1 0,0 6 1 16,0 0-2-16,0 0-3 0,0 0-2 0,0 0 0 0,0 0-1 16,0 0-1-16,0 0 0 0,0 0-2 0,0 0 3 15,0 0-2-15,0 0-2 0,0 0 0 16,-9 12-1-16,7-7-1 0,0-1-1 0,0 0 0 0,-1 1 1 15,3-5 5-15,-3 7-3 0,0-4-2 0,1 1-2 16,-1-1 4-16,3-3 0 0,-7 5-4 0,3-4-2 16,-1 0-1-16,5-1-7 0,-7 2-9 0,7-2-5 15,-7 0 0-15,7 0-1 0,-8-2 0 0,4 1 0 16,-1-2 3-16,2 1-5 0,3 2 7 0,-6-7-3 16,2 2 3-16,2 1 0 0,-2-3 3 0,2 3 3 15,2 4-2-15,-2-12 3 0,0 3 2 0,0 2 2 16,3-2-1-16,-1 0 7 0,1 0 5 0,1-4 0 15,0 5 4-15,0-6 0 0,-1 4 6 0,0-1 2 16,1 3 7-16,-2 0 4 0,2 3 5 0,-1-2 0 16,-1 7-2-16,0-9-1 0,0 5 0 0,0 4 2 15,0 0-2-15,2-8-5 0,-2 8 0 0,0 0-4 16,0 0 1-16,0 0-1 0,0 0-4 0,0 0-1 0,0 0 1 16,0 0-2-16,0 0 2 0,0 0 0 0,0 0 1 15,-3 24-3-15,3-17 0 0,-2-1 3 0,1 2-2 16,-2 0 2-16,1 0-2 0,0 1-2 0,0-1-4 15,0-1 3-15,1 2 0 0,-3-2-1 0,1 1 3 16,-1-1-3-16,0 0 1 0,0 2-6 0,0-4 1 16,0 2-1-16,1-3 0 0,-3 4 1 0,1-4-3 15,0 0-4-15,2 0-5 0,-3 1-4 0,1-3-8 16,0 1-1-16,0-1-5 0,1-2-6 0,4 0 0 16,-12 1-7-16,8 1 3 0,4-2-4 0,-9-3-2 15,4 1 2-15,1-2 2 0,-1 1 6 0,1 0 7 16,2-1-3-16,2 4 4 0,-7-7-2 0,5 2 7 15,1 1 4-15,1 4 2 0,-2-9 13 0,2 9 5 16,-1-12 7-16,1 6 0 0,0 6 4 0,0-9 2 16,0 9 1-16,0-7 2 0,0 7 6 0,0-6-1 15,0 6 3-15,0 0-4 0,0-8-2 0,0 8-2 16,0 0-4-16,2-4-2 0,-2 4-2 0,0 0 0 0,0 0-3 16,0 0 0-16,0 0 2 0,0 0-3 0,0 0-1 15,0 0 3-15,0 0-2 0,3 13 2 0,-3-13 0 16,-1 9-2-16,1-9 0 0,-2 11-3 15,0-5 3-15,-1-2-5 0,1 3 3 0,-2-3-3 0,1 1 4 16,-2 0-4-16,0 0 3 0,-1-2-6 0,0 0 1 16,0-1-9-16,0 2-6 0,-1-1-5 0,-2-3-7 15,3 2-6-15,-2-2-1 0,1 1 3 0,1-2-5 16,-1 0-2-16,1 0-4 0,0-1 6 0,1 1-1 16,0 0 5-16,1-2 1 0,0 0 2 0,1-1-2 15,3 4 6-15,-6-6-2 0,3 3 3 0,3 3 1 16,-1-8 4-16,1 8 2 0,-1-6 1 0,1 6 0 15,0 0 2-15,5-9 1 0,-5 9-3 0,3-4 5 16,-3 4-2-16,6-5 0 0,-3 5 5 0,-3 0 0 0,0 0 2 16,6-1 5-16,-6 1 8 0,0 0-3 15,7 5 5-15,-7-5 2 0,5 6 6 0,-2-3 7 16,-2 1-1-16,0 2 4 0,1 1 3 0,-2-1 2 16,1 2-3-16,-3 0-3 0,1 0 1 0,0 0-1 0,-2 0 1 15,-1 2-6-15,1-2-2 0,-3 1-5 0,0 2-3 16,0-4-5-16,-1 1-16 0,0-2-25 0,-1-2-18 15,1 2-40-15,0-1-29 0,0-2-40 0,2 1-56 16,-2-2-134-16,3 0-376 0,0-2 167 0</inkml:trace>
          <inkml:trace contextRef="#ctx0" brushRef="#br1" timeOffset="29076.0026">-3019 1466 157 0,'4'1'184'0,"-4"-1"-5"0,0 0-5 16,0 0 2-16,0 0 5 0,0 0-11 0,0 0-2 15,0 0-15-15,0 0-8 0,0 0-10 0,-15 6-13 16,9-6-14-16,-1-1-13 0,0 1-10 0,-2 0-23 15,1-1-42-15,0 2-50 0,-3-3-71 0,5 1-78 16,-4-1-155-16,2 1-363 0,0-2 161 0</inkml:trace>
          <inkml:trace contextRef="#ctx0" brushRef="#br1" timeOffset="27982.3357">-3191 1443 143 0,'-5'8'223'0,"5"-8"-16"0,-8 5-11 0,1-3-11 16,2-1-12-16,-4 2-17 0,1-2-13 0,0 1-18 16,1-2-12-16,-2 0-26 0,1 0-42 0,0 0-44 15,1 0-56-15,1-2-66 0,-1-2-150 0,-1 2-292 16,3-1 129-16</inkml:trace>
          <inkml:trace contextRef="#ctx0" brushRef="#br1" timeOffset="28388.5527">-3496 1299 105 0,'0'0'230'16,"0"0"-8"-16,0 0-9 0,0 0-4 0,9 12-11 15,-7-7-9-15,-2-5-13 0,3 7-7 0,0-1-8 16,-2-1-11-16,0 0-10 0,2 0-6 0,-2 0-9 16,1 1-7-16,-2-2-8 0,1 3-2 0,0-1-8 15,0-1-3-15,-1-5-8 0,0 9 2 0,0-4-9 16,0-5-6-16,-5 9-4 0,4-3-8 0,-3-1-5 15,1-2-4-15,-2 3-9 0,0-1 1 0,-1-1-7 16,-1 0-1-16,1 0-6 0,-3-1-3 0,1 0 0 16,-3-1-6-16,1 0-3 0,-1-2-1 0,1 0 1 15,-1 0-3-15,3 0 1 0,-3-1-6 0,0-2-5 16,1 1 4-16,2-1 3 0,2-3-3 0,-1 3-3 16,-2-3-4-16,4 0-2 0,-1 0-18 0,1 0-7 15,1-1-17-15,-1 0-19 0,3-1-21 0,1 1-38 0,0-2-37 16,0 0-34-16,3 0-44 0,1-3-41 0,0 3-199 15,-1-1-511-15,1 2 226 0</inkml:trace>
          <inkml:trace contextRef="#ctx0" brushRef="#br1" timeOffset="28560.4287">-3569 1220 22 0,'1'-4'322'16,"-1"4"-4"-16,3-7-12 0,-3 7-16 0,3-4-19 15,-3 4-24-15,3-5-27 0,-3 5-17 0,2-3-26 16,-2 3-17-16,0 0-7 0,5 0-46 0,-5 0-50 16,0 0-54-16,8 5-77 0,-6-3-79 0,2 1-92 15,0 0-153-15,1 2-430 0,0 2 190 0</inkml:trace>
          <inkml:trace contextRef="#ctx0" brushRef="#br1" timeOffset="6686.9984">-1318 1289 158 0,'0'0'199'0,"0"0"-19"0,4-3-14 0,-4 3-14 16,0 0-11-16,0 0-9 0,7 1-11 0,-7-1-9 0,6 5-7 15,-3-3-9-15,0 2-6 0,1-1-6 16,-1 1-7-16,1 1-8 0,0-2-6 0,-1 2-5 16,0-1-3-16,0 0-2 0,-2 0-7 0,-1-4-2 0,3 7-7 15,-3-3 4-15,0-4-9 0,0 0-4 0,-4 8-3 16,2-5-2-16,-2 0-4 0,4-3-1 0,-7 4-5 16,3-4-6-16,-1 2-9 0,5-2-4 15,-9 0-5-15,3 0-1 0,6 0 1 0,-9-3 3 0,5 2-1 16,-1-3 0-16,2 0 3 0,0 0-1 0,0 0 1 15,3 4 2-15,-3-8-1 0,2 3 2 0,-1-1 0 16,2 6 0-16,0-9 2 0,0 9 2 0,2-10 5 16,-2 5 5-16,0 5 3 0,2-8 4 0,-2 8 1 15,2-9 3-15,-2 6 0 0,0 3 1 0,3-6-4 16,-3 6 0-16,2-5 0 0,-2 5-3 0,2-4-2 16,-2 4-5-16,0 0-1 0,0 0 2 0,0 0-2 15,0 0 2-15,0 0-1 0,0 0 0 0,0 0-3 16,0 0 2-16,0 0-6 0,-6 19-1 0,3-15 1 15,-1 0 0-15,-1 0-4 0,0 1-1 0,-1-1-2 16,0-1 2-16,-1 1-3 0,1-1-4 0,-2-1 4 16,1 0 0-16,1 1-4 0,-1-1 3 0,-1-2 0 15,2 1 3-15,-1-2 0 0,1 1 0 0,1-1 3 0,1-2-1 16,-2 0 6-16,3-1 0 0,0 0 9 0,3 4 4 16,-6-9 4-16,5 1 11 0,0 1 6 15,0 0 2-15,1-1 7 0,1-2 1 0,0 3-3 16,2-2 0-16,-1 0 1 0,3-4-10 0,0 1 0 0,-1 0-2 15,2 1-3-15,-2 3 0 0,1-1-7 0,-2 2-2 16,0 0-1-16,-1 3-6 0,0 0-2 0,0 0-14 16,-2 4-24-16,0 0-16 0,3-4-41 0,-3 4-43 15,0 0-56-15,0 0-61 0,0 0-181 0,0 0-456 16,0 0 202-16</inkml:trace>
          <inkml:trace contextRef="#ctx0" brushRef="#br1" timeOffset="7374.462">-1593 1245 175 0,'0'0'238'15,"0"0"-17"-15,0 0-13 0,0 0 3 0,0 0-10 16,0 0-8-16,0 0-14 0,0 0-12 0,8 11-1 15,-6-5-18-15,-1-2-8 0,1 1-10 0,2 2-9 0,-2 0-7 16,-1-2-8-16,2 2-6 0,-2-2-9 0,-1-1-2 16,2 4-13-16,-1 0-1 0,-1-2-12 15,-1 1-5-15,1-7 0 0,-2 11-10 0,1-8-1 16,-2 2-6-16,0 0-3 0,0 0-4 0,0 0-3 0,0-2-1 16,-3 0-9-16,0-1 5 0,1 2-5 15,0-3-7-15,0 0 4 0,0 0-9 0,-2-2-9 16,1 1-3-16,-1-1-5 0,0-2-6 0,1 1 3 0,0-2-7 15,-1 0-5-15,0-1 0 0,0 0 2 0,1-1-5 16,0 1 0-16,2-1 1 0,-2-1 0 0,3 1-1 16,0-1 2-16,2 0-1 0,-1-2-1 0,2 2 0 15,0-2-2-15,0 1 2 0,2 1-1 0,0 0 4 16,1-1 0-16,1 2 6 0,0 0 0 0,-1 0 3 16,0 2 0-16,0 0 6 0,0 1-5 0,-3 3 2 15,5-4 1-15,-2 0-1 0,-3 4 0 0,5-2 4 16,-5 2 0-16,7 0-1 0,-7 0 2 0,0 0 3 15,8 2-4-15,-7 2 5 0,-1-4-1 0,3 7 1 16,-3-3 2-16,1 1 2 0,0 1-1 0,-1-6 2 16,-1 13-4-16,0-8 4 0,0 2-2 0,-2-3 2 15,0 3-1-15,-2-2 0 0,0 2 1 0,-1-2 0 16,1-1 0-16,-2 0-1 0,1-1 1 0,-1 1 1 16,-1-3-3-16,1 2 0 0,2-2-1 0,-3 0 2 0,1 1-4 15,1-2 2-15,-1-2 2 0,1 1-1 16,0-1 4-16,0 0-7 0,2 0 2 0,-2-3 0 15,2 1 0-15,0-1 2 0,0 1 7 0,2-1-3 0,-1-2 8 16,2 0 6-16,0-1 4 0,1 0-1 0,1-1-1 16,1-1 1-16,0-2-3 0,3-1-3 15,-1-1-3-15,2-4 0 0,-1 4-1 0,-1 2-2 16,2 0 2-16,-3 4-2 0,0-2-3 0,-2 4 2 0,1 1-6 16,1 2 4-16,-3 3-4 0,2-8-3 0,-2 8-4 15,0 0-18-15,0 0-34 0,0 0-50 0,0 0-55 16,0 0-66-16,0 0-245 0,0 0-509 0,-16 13 226 15</inkml:trace>
          <inkml:trace contextRef="#ctx0" brushRef="#br1" timeOffset="7811.9177">-1930 1246 174 0,'0'0'218'0,"0"0"-11"0,0 0-18 0,0 0-4 0,0 0-10 15,0 0-7-15,0 0-15 0,8 10-12 0,-8-10-6 16,-2 9-12-16,2-9-4 0,-2 12-9 16,1-7-11-16,-2 2-6 0,2-2-8 0,-1 2-6 15,0-1-8-15,-1 0-8 0,0-1-2 0,1-1-4 0,1 1-3 16,-3-1-4-16,4-4-1 0,-7 4-10 0,4-2-1 15,3-2-1-15,-8 2-7 0,8-2-4 16,-7-4-2-16,3 3 0 0,-1-3-3 0,1 0-4 0,-1 0-1 16,1-1 0-16,-1-1-3 0,2 1-2 0,0 0 0 15,0-1-2-15,0 0 1 0,2 2 0 0,-2-2 1 16,0 1 1-16,3 5 1 0,-3-7 0 0,3 7-2 16,-4-7-1-16,4 7-4 0,-2-4 3 0,2 4 4 15,-5-2-9-15,5 2-2 0,0 0 2 0,-10 4-1 16,10-4 4-16,-5 7-4 0,1-4 1 0,1 3-1 15,-3-2-1-15,2 0 0 0,1 0-2 0,0 0-3 16,0-1-19-16,-3 2-17 0,5-2-22 0,-4 0-30 16,1-1-35-16,4-2-35 0,-5 4-43 0,5-4-55 15,-5 3-137-15,5-3-429 0,-4 0 189 0</inkml:trace>
          <inkml:trace contextRef="#ctx0" brushRef="#br1" timeOffset="7999.4179">-2013 1149 192 0,'0'0'285'0,"0"0"-12"0,4-6-21 16,-4 6-17-16,3-2-20 0,-3 2-18 0,0 0-22 16,5-3-14-16,-5 3-18 0,0 0-16 0,0 0-27 15,0 0-44-15,0 0-57 0,4 0-76 16,-4 0-102-16,0 0-180 0,0 0-390 0,0 0 173 0</inkml:trace>
        </inkml:traceGroup>
        <inkml:traceGroup>
          <inkml:annotationXML>
            <emma:emma xmlns:emma="http://www.w3.org/2003/04/emma" version="1.0">
              <emma:interpretation id="{EB117E9A-98C5-4FF4-AACD-D99CD0CF081A}" emma:medium="tactile" emma:mode="ink">
                <msink:context xmlns:msink="http://schemas.microsoft.com/ink/2010/main" type="inkWord" rotatedBoundingBox="10732,2284 9591,2283 9592,1948 10733,1949"/>
              </emma:interpretation>
            </emma:emma>
          </inkml:annotationXML>
          <inkml:trace contextRef="#ctx0" brushRef="#br1" timeOffset="49605.7623">-4713 1315 98 0,'0'0'164'0,"0"0"-16"0,0 0-11 0,4 3-22 16,-4-3 5-16,0 0-10 0,0 0 2 0,0 0-6 15,0 0-3-15,0 0-10 0,0 0 2 0,0 0-1 16,0 0-4-16,0 0-2 0,0 0-5 0,0 0-8 16,0 0-3-16,-16 2-10 0,10-2 0 0,-1 0-3 15,1 1-5-15,-1-2-3 0,-2-1-5 0,2 2-3 16,-1 0-5-16,1 0 0 0,-2 0 1 0,1-2-3 15,0 2-6-15,-1-2 0 0,2 1-4 0,-1-1-4 0,1 1-2 16,-1 1 3-16,2-3-4 0,-1 2-4 0,2 1-2 16,0-1-1-16,5 1 1 0,-10-3-7 15,5 2-4-15,1-2-6 0,0 2-15 0,4 1-10 0,-6-4-12 16,6 4-6-16,-4-3-12 0,4 3-7 0,-4-2-12 16,4 2-10-16,0 0 1 0,0 0 4 0,-1-7-7 15,1 7 8-15,0 0 6 0,0 0-6 0,0 0 9 16,6-7 15-16,-6 7-2 0,3-5 6 0,-3 5 7 15,3-3 2-15,-3 3 11 0,5-3 7 0,-5 3 10 16,0 0 11-16,0 0 9 0,3-5 7 0,-3 5 6 16,0 0 7-16,0 0 8 0,3-2 9 0,-3 2 10 15,0 0 8-15,0 0 5 0,0 0 11 0,0 0 5 16,0 0 6-16,0 0-4 0,0 0 0 0,0 0 5 0,0 0 0 16,0 0-3-16,0 0 2 0,0 0-1 15,0 0-5-15,0 0 2 0,-15 6 1 0,12-5-7 16,3-1-2-16,-6 4-6 0,1-3-7 0,1 2-3 0,0 0-4 15,-1-2-6-15,1 2 4 0,1 0-15 0,3-3-4 16,-8 4-5-16,5-2 2 0,-1 1 0 0,0 0-9 16,0 1 4-16,1 0-4 0,1 0 2 0,2-4-2 15,-3 6-6-15,3-6 0 0,-2 7 0 0,2-7-1 16,1 9-4-16,0-4-8 0,-1-5-18 0,4 7-12 16,-1-2-29-16,2 0-27 0,0-1-46 0,0 1-44 15,1-2-40-15,-2 2-58 0,1-1-143 0,-2-1-451 16,0 0 200-16</inkml:trace>
          <inkml:trace contextRef="#ctx0" brushRef="#br1" timeOffset="30232.1715">-3829 1239 22 0,'0'0'187'0,"0"0"-10"0,0 0-9 0,0 0-27 15,0 0 4-15,0 0-3 0,0 0-8 0,0 0-2 16,0 0-11-16,0 0-7 0,0 0-3 0,0 0-9 15,0 0-9-15,2 19-2 0,-2-19 0 0,1 10-4 16,0-6-8-16,-1-4-8 0,-1 11-9 16,1-5-6-16,-1-2-4 0,0 2-4 0,-2 0-5 0,1 0-2 15,-1 0-6-15,-2-1 0 0,0-1-7 0,-1 1-4 16,0 1-5-16,-1-3-5 0,1 0-12 0,0 0-4 16,0 0-8-16,0 0-8 0,0-2-6 0,2 0-7 15,-1 0-9-15,5-1-13 0,-10 0-4 0,5 0-2 16,5 0-5-16,-10-3 4 0,6 0-3 0,0 2-1 15,4 1 3-15,-6-7 3 0,3 3 1 0,1 1 1 0,2 3 8 16,-3-7 2-16,3 7 7 0,-1-6-1 0,1 6 6 16,0-8 3-16,0 8 4 0,0 0 7 15,4-8-3-15,-4 8 12 0,3-4 8 0,-3 4-4 0,3-3 9 16,-3 3 3-16,5-3 12 0,-5 3 2 0,5-2-1 16,-5 2 4-16,0 0-1 0,8 0 3 0,-8 0 1 15,0 0 5-15,7 2 0 0,-7-2 4 0,5 4-1 16,-3-1 2-16,-2-3 2 0,3 7 9 0,-1-3 2 15,-2-4-3-15,0 9 0 0,0-1 3 0,-2-1 0 16,1 0-5-16,-2-2-8 0,-2 3 3 0,0-2 0 0,0 0-4 16,-2 1-5-16,1-1 0 0,-1-3-5 15,0 2-3-15,0-1-3 0,0 0 0 0,0 0-3 16,0-1 1-16,1-1-6 0,-1 0-11 0,3 0-14 16,-1-1-19-16,0 0-25 0,5-1-24 0,-8 0-18 0,8 0-39 15,-5-2-37-15,5 2-149 0,-4-4-352 0,4 4 156 16</inkml:trace>
          <inkml:trace contextRef="#ctx0" brushRef="#br1" timeOffset="30466.5294">-3841 1157 210 0,'0'0'215'0,"0"0"-12"16,0 0-20-16,0 0-17 0,0 0-13 0,-15 9-17 15,9-7-10-15,-1 1-11 0,0-1-16 0,0 1-13 16,-1-1-29-16,0 1-30 0,-1 1-47 0,1-3-65 16,1 2-194-16,-3 0-301 0,2-1 133 15</inkml:trace>
          <inkml:trace contextRef="#ctx0" brushRef="#br1" timeOffset="31013.3644">-4154 1337 157 0,'0'0'182'0,"0"0"-14"0,-3 6-12 0,3-6-15 16,0 6-9-16,0-6-17 0,0 0-11 0,0 0-12 15,1 10 0-15,-1-10-24 0,2 5 6 0,-2-5-13 16,3 5-3-16,-3-5-7 0,2 2-5 0,-2-2-4 16,4 4-5-16,-4-4-3 0,7-1-3 0,-7 1-5 15,7-1-4-15,-7 1-1 0,8-4 0 0,-5 2-4 16,1-1 0-16,0 0-3 0,1-3-2 0,-2 3 2 15,-1-1-1-15,2-1 2 0,-2 1-6 0,0-1 1 16,-2 5 5-16,2-7-2 0,-2 7-1 0,-1-6-1 0,1 6-1 16,0 0-3-16,-5-5 1 0,5 5-2 0,-7-1 2 15,2 0-2-15,5 1-6 0,-10 1 8 16,4 0-2-16,0-2-5 0,0 1 4 0,0 2 2 0,1-1-5 16,-3-1 0-16,2 0-5 0,0 2 0 0,-1-2-5 15,0 0-9-15,1 1 0 0,-1-1-3 0,1 1-2 16,-2-1 4-16,2-1-3 0,6 1 3 0,-10-1 0 15,5-2 2-15,0 1 1 0,5 2 4 0,-7-5 1 16,3 2 12-16,1 1-6 0,0-2 19 0,3 4-5 16,-3-9 4-16,3 3 8 0,0-1 2 0,1-1 9 15,1 0 0-15,1 1 4 0,0-1 1 0,2-3 1 16,0 0-2-16,1 0-3 0,-1-1-2 0,0-1-5 16,1 0-3-16,1 2 0 0,-1-1-4 0,-2 0-2 15,0 5-3-15,-1 1 1 0,0-1-11 0,-1 3-13 16,0 0-25-16,-2 4-35 0,0 0-34 0,0 0-47 15,0 0-205-15,0 0-382 0,0 0 170 0</inkml:trace>
          <inkml:trace contextRef="#ctx0" brushRef="#br1" timeOffset="31403.961">-4372 1310 216 0,'0'0'211'15,"5"4"-9"-15,-3 0-10 0,0 0-8 0,3 0-14 16,-2 1-6-16,0-1-11 0,-1 0-3 0,1 2-4 16,-1-2-5-16,0 1-14 0,0 0-3 0,0 0-4 15,-1 0-5-15,-1-5-4 0,0 8-4 0,0-3-6 0,0-5-7 16,-3 9-7-16,2-3-11 0,-2 0 1 15,0-3-6-15,0 3-14 0,-1-1-2 0,0 1 1 16,-1-3-6-16,-1 1-12 0,0 1-1 0,0-2-1 0,-1 0-4 16,2 0-1-16,-2-1-6 0,-1-1-1 0,1-1 2 15,0 2-3-15,-1-4-9 0,-1 2 3 16,0-1 0-16,0-2-9 0,-2 1 3 0,3-1 5 16,-4-2-9-16,3 1 0 0,-2-2-3 0,3 2 1 0,1-4-1 15,1 3-8-15,0-3-3 0,1 0-5 0,1 0-9 16,1 0-8-16,1-2-7 0,1 1-15 0,1-1-12 15,1 0-22-15,1 1-29 0,-1 0-40 0,2 1-38 16,2-3-26-16,-2 3-242 0,0 1-496 0,0 1 220 16</inkml:trace>
          <inkml:trace contextRef="#ctx0" brushRef="#br1" timeOffset="31575.841">-4456 1199 260 0,'0'0'300'0,"2"-6"-3"16,-1 2-17-16,-1 4-21 0,0 0-18 0,4-5-29 0,-4 5-21 15,0 0-19-15,2-4-15 0,-2 4-36 0,0 0-37 16,0 0-60-16,0 0-87 0,0 0-88 16,0 0-247-16,0 0-430 0,0 0 190 0</inkml:trace>
        </inkml:traceGroup>
        <inkml:traceGroup>
          <inkml:annotationXML>
            <emma:emma xmlns:emma="http://www.w3.org/2003/04/emma" version="1.0">
              <emma:interpretation id="{8A74C31A-3A66-437B-84FE-427EF35A1E6B}" emma:medium="tactile" emma:mode="ink">
                <msink:context xmlns:msink="http://schemas.microsoft.com/ink/2010/main" type="inkWord" rotatedBoundingBox="9424,2339 8006,2338 8007,1943 9425,1945"/>
              </emma:interpretation>
            </emma:emma>
          </inkml:annotationXML>
          <inkml:trace contextRef="#ctx0" brushRef="#br1" timeOffset="55402.2165">-5835 1197 34 0,'0'0'200'15,"0"0"-10"-15,0 0-16 0,0 0-12 0,0 0-13 16,-15-2-10-16,15 2-14 0,-11 1-12 0,4 0-12 0,1-1-17 15,-2 1-15-15,2 1-25 0,-1 0-40 0,3-2-56 16,4 0-74-16,-9 2-109 0,5-1-256 0,4-1 114 16</inkml:trace>
          <inkml:trace contextRef="#ctx0" brushRef="#br1" timeOffset="55167.8731">-5902 1270 142 0,'0'0'167'0,"0"0"-7"0,0 0-5 0,0 0-11 15,0 0-13-15,0 0-7 0,0 0-7 0,0 0-5 16,0 0-5-16,0 0-7 0,0 0-7 0,0 0-8 16,0 0-4-16,-3 20-3 0,3-20-3 0,0 8-1 15,0-8-7-15,-3 8-3 0,3-4-3 0,-2 1-12 16,2-5-4-16,-4 7-1 0,2-3-5 0,0 0-3 15,2-4-6-15,-5 7-3 0,2-4 0 0,-1 0-5 16,1 0-1-16,3-3-5 0,-8 3 2 0,4-2-5 16,-1 1 1-16,5-2-1 0,-9 0-4 0,9 0-2 15,-8-2 4-15,3 1-2 0,-1-2-1 0,1-1-2 16,1 1 3-16,0-2-3 0,0 0-2 0,2 1-3 0,-1-4 5 16,2 0 2-16,0 0 2 0,1-3 3 0,1 2 0 15,0-3 4-15,2-1-5 0,0-1-4 16,-2-1 4-16,3 0-1 0,0 1-5 0,-2 0 4 0,2 1-1 15,-1 1-1-15,0 2-2 0,0 1-3 0,-2 2-11 16,2 1-16-16,-1 2-31 0,-1 0-23 0,-1 4-29 16,0 0-22-16,3-6-19 0,-3 6-39 0,0 0-153 15,0 0-368-15,0 0 163 0</inkml:trace>
          <inkml:trace contextRef="#ctx0" brushRef="#br1" timeOffset="55714.6948">-6113 1286 65 0,'0'0'201'16,"0"0"-9"-16,0 0-9 0,0 9-6 0,0-9-4 15,1 7-3-15,-1-7-11 0,1 9-16 0,-3-4-4 0,2-5-6 16,0 9-11-16,0-9-2 0,-3 12-9 0,0-6-10 16,2 0-7-16,-2 0-9 0,0 0-12 0,-2 0-3 15,3 0-7-15,-3-1-4 0,0 0-10 0,3 0-11 16,-3-2-27-16,2 1-28 0,-3-1-44 0,0 1-47 16,1-3-61-16,0 2-227 0,0-3-429 0,5 0 189 15</inkml:trace>
          <inkml:trace contextRef="#ctx0" brushRef="#br1" timeOffset="56199.0341">-6243 1381 8 0,'0'0'236'0,"0"0"-6"0,0 0-10 16,0 0-15-16,0 0-17 0,-9 6-17 0,9-6-18 0,-7 1-13 16,2 0-15-16,5-1-11 0,-12 1-18 0,6 0-20 15,-1-1-38-15,-2 0-46 0,3-1-48 16,-1-1-57-16,-1 1-192 0,2-1-328 0,0-1 146 0</inkml:trace>
          <inkml:trace contextRef="#ctx0" brushRef="#br1" timeOffset="55995.9342">-6253 1233 22 0,'0'0'172'15,"5"11"-1"-15,-5-11-16 0,1 7 0 0,-1-7-7 0,1 6-3 16,-1-6-6-16,-1 9-8 0,2-5-6 0,-1-4-4 16,-2 8-9-16,2-8-1 0,-3 7-9 0,0-5-8 15,-1 1-10-15,1 0-7 0,-3-2-6 0,-1 2-8 16,1-1-10-16,-1 0-3 0,-2-1-10 0,1-1-11 16,1 0-12-16,-1 0-17 0,0 1-19 0,0-2-19 15,1 2-26-15,1-2-20 0,6 1-32 0,-9-1-36 16,5 1-167-16,4 0-347 0,-6-2 154 0</inkml:trace>
          <inkml:trace contextRef="#ctx0" brushRef="#br1" timeOffset="56698.9979">-6450 1214 4 0,'0'0'173'16,"5"0"-7"-16,-5 0-10 0,6-2-36 0,-6 2 7 15,6 3-17-15,-3-1-11 0,1 0-7 0,0 1-10 16,-1-1-5-16,3 3-13 0,-2-1 1 0,-1 0-11 16,0 1-5-16,0 1-8 0,1 0 3 0,-1-2-13 15,2 3 0-15,-3-3-12 0,0 1-3 0,3-1-9 0,-2 0-9 16,0 1-3-16,1-2 4 0,-2 1-1 16,1-1 2-16,0-1-3 0,-3-2-2 0,4 3 3 0,-2 0-1 15,-2-3-2-15,0 0 5 0,0 0 7 0,0 0 4 16,0 0 5-16,0 0 1 0,0 0 2 0,0 0-2 15,0 0 1-15,0 0 6 0,0 0-3 0,0 0 1 16,0 0 6-16,-16-2-2 0,12 2-1 0,4 0-1 16,-10 0 8-16,2 0 1 0,3 0 4 0,-3 0 1 15,1 2 0-15,1-1 4 0,-2 0 3 0,2 1-5 16,-1-1 2-16,-1 0 1 0,1 2 0 0,-2 0 3 16,2 1-3-16,-2 1 1 0,0 1-5 0,1 1-6 15,-2-1-1-15,3-2-1 0,1 2 1 0,0 0-4 16,0 2-5-16,2-2 0 0,1 1 1 0,-1 0-3 15,0 1-5-15,3 0-3 0,-1-1 2 0,1 0-3 16,2 1 2-16,-1-2-4 0,2 3 2 0,1-2-6 0,1-1 5 16,1-2-2-16,1 0-3 0,1 1 1 0,0-2-4 15,2-1-14-15,-1 0-13 0,3 0-21 0,0-1-35 16,-1-1-32-16,1-1-45 0,-4-2-69 16,-1 2-142-16,1-1-398 0,-2-2 176 0</inkml:trace>
          <inkml:trace contextRef="#ctx0" brushRef="#br1" timeOffset="56964.6188">-6403 1133 168 0,'-3'-3'275'0,"3"3"-7"0,0 0-3 0,-1-7-10 16,1 7-11-16,0 0-9 0,0-6-14 0,0 6-18 0,0 0-10 15,0 0-27-15,0 0-16 0,0 0-18 16,0 0-13-16,-1-8-21 0,1 8-38 0,0 0-46 16,0 0-54-16,0 0-72 0,0 0-71 0,0 0-273 15,0 0-493-15,0 0 219 0</inkml:trace>
          <inkml:trace contextRef="#ctx0" brushRef="#br1" timeOffset="59433.1769">-6473 1251 107 0,'0'0'141'0,"0"0"-3"0,0 0-9 0,0 0-11 15,0 0-10-15,0 0-4 0,0 0-3 0,7-13-17 16,-7 13-13-16,0 0 0 0,5-4-10 0,-2 2-7 0,-3 2-11 16,6-2-24-16,0 1-27 0,-1-1-31 0,-1-1-37 15,-4 3-129-15,8-2-221 0,-5 0 98 16</inkml:trace>
          <inkml:trace contextRef="#ctx0" brushRef="#br1" timeOffset="57948.9073">-6459 1251 81 0,'0'0'113'16,"0"0"9"-16,0 0-16 0,0 0-6 0,0 0-3 15,0 0-17-15,0 0 1 0,0 0-6 0,0 0-12 16,0 0 0-16,-3 3-8 0,3-3 2 0,0 0-13 0,0 0 1 16,0 0-2-16,0 0-11 0,0 0-3 0,0 0-9 15,0 0-27-15,0 0-22 0,0 0-29 16,0 0-42-16,10-11-86 0,-10 11-201 0,6-4 89 16</inkml:trace>
          <inkml:trace contextRef="#ctx0" brushRef="#br1" timeOffset="50465.0847">-5135 1297 2 0,'0'0'170'0,"0"0"-10"0,0 0-14 15,0 0-11-15,0 0-11 0,0 0-13 0,0 9-4 16,0-9-11-16,0 0 0 0,2 9-7 0,-2-9 2 15,-2 7-7-15,2-7-8 0,0 7-1 0,0-7-7 16,-2 8 0-16,2-8-6 0,-4 7-5 0,1-3-3 16,1-2-8-16,-3 2-4 0,1-1-2 0,4-3-4 15,-6 2-5-15,2 0-3 0,0 0 1 0,4-2-9 16,-8 1 4-16,8-1-4 0,-7-1 1 0,7 1-2 16,-8-4-6-16,5 2 5 0,0-3 10 0,0 2-2 15,3 3 4-15,-3-9 2 0,1 2 0 0,1-1 8 16,2 1-6-16,1 0 6 0,-1-2-1 0,1 0 0 15,2-2-5-15,0-1 0 0,1 0-3 0,-1 0 0 16,1 0-2-16,1 0-4 0,-2 2-2 0,-1 0-1 0,1 2-2 16,1 0-2-16,-3 1-3 0,1 2-4 0,-1 1 2 15,1 0-4-15,-3 4-4 0,3-5-13 0,-3 5-12 16,0 0-13-16,3-3-20 0,-3 3-26 0,0 0-31 16,0 0-50-16,0 0-49 0,-3 19-166 0,1-11-406 15,-2-1 181-15</inkml:trace>
          <inkml:trace contextRef="#ctx0" brushRef="#br1" timeOffset="50652.5751">-5250 1415 279 0,'0'0'282'15,"0"0"-16"-15,0 0-18 0,0 0-19 0,0 0-19 0,0 0-24 16,0 0-10-16,0 0-20 0,0 0-15 0,0 0-15 15,11-10-27-15,-11 10-39 0,0 0-50 16,4-4-63-16,-4 4-74 0,0 0-93 0,1-6-125 0,-1 6-374 16,0 0 166-16</inkml:trace>
          <inkml:trace contextRef="#ctx0" brushRef="#br1" timeOffset="51152.5269">-5341 1246 42 0,'0'0'194'16,"0"0"-4"-16,0 0-11 0,0 0-7 0,0 0-15 15,0 0-7-15,0 17-9 0,0-17-11 0,0 8-10 0,0-8-13 16,-2 8-9-16,2-8-9 0,-2 8-7 15,2-3-10-15,0-5-8 0,-4 6-5 0,2-3-5 16,2-3-8-16,-5 5-3 0,2-2-3 0,-1-2-4 0,4-1-5 16,-8 4-2-16,3-4-6 0,-1 0-3 0,-1 1-3 15,1-3 0-15,-1 0-2 0,0 0-3 0,0-1 1 16,-1-1-3-16,2 0 1 0,-1-1-6 0,1 1 2 16,0 0 1-16,2-2-3 0,-1 1 1 0,1 1 11 15,2 0 4-15,-2 0 12 0,3-2 1 0,1 6 9 16,-4-8 3-16,2 5 2 0,2 3 2 0,-2-6 0 15,2 6-3-15,-2-5-6 0,2 5-1 0,-3-5-3 16,3 5-8-16,0 0 2 0,0 0-5 0,0 0 0 16,0 0-4-16,0 0-3 0,0 0-3 0,0 0 2 15,0 0-5-15,0 0 1 0,0 0 0 0,7 20-5 16,-6-15 1-16,2-1-1 0,-2 4 1 0,1-3 2 16,-2 0-3-16,0-5 0 0,0 10-1 0,-1-4 3 15,-1-1-6-15,0-1 1 0,-1 1-2 0,0-1-4 0,0 0-9 16,-2 0-4-16,-1 0-18 0,0 0-15 15,1-1-26-15,-1 1-28 0,0-3-41 0,1 2-39 16,0-1-40-16,1-2-201 0,4 0-454 0,-9 1 201 0</inkml:trace>
          <inkml:trace contextRef="#ctx0" brushRef="#br1" timeOffset="51386.885">-5400 1411 253 0,'0'0'251'0,"0"0"-23"0,0 0-18 0,0 0-21 15,0 0-15-15,0 0-18 0,-13 4-15 0,13-4-17 0,-13-2-12 16,6 1-13-16,0 0-34 0,-1 1-44 15,1-2-60-15,0 0-77 0,1 1-196 0,0-2-337 16,1 1 149-16</inkml:trace>
          <inkml:trace contextRef="#ctx0" brushRef="#br1" timeOffset="97946.0425">-5630 1137 114 0,'0'0'202'0,"0"0"-14"0,0 0-8 0,0 0-14 16,0 0-11-16,0 0-4 0,0 0-1 0,0 0-1 15,0 0 3-15,0 0-8 0,0 0-1 0,0 0-2 16,0 0-8-16,-1 22-11 0,-1-15-8 0,1 0-4 15,0 1-17-15,-3 0-5 0,3 1-10 0,-1 2-5 16,1 2-11-16,-1-1 0 0,0 0-13 0,0-2 0 16,2 2-14-16,-3 1-18 0,1-4-23 0,1 0-28 15,-2 2-45-15,2-1-53 0,2-2-57 0,-2 1-258 16,0-2-484-16,1-7 214 0</inkml:trace>
          <inkml:trace contextRef="#ctx0" brushRef="#br1" timeOffset="98492.8694">-5735 1247 59 0,'3'-3'290'0,"-3"3"-14"15,0 0-20-15,0 0-25 0,0 0-17 0,0 0-24 16,3-2-14-16,-3 2-23 0,0 0-12 16,0 0-18-16,0 0-29 0,0 0-48 0,0 0-60 0,0 0-75 15,0 0-108-15,0 0-129 0,0 0-351 0,0 0 156 16</inkml:trace>
          <inkml:trace contextRef="#ctx0" brushRef="#br1" timeOffset="98258.4864">-5735 1332 38 0,'0'0'209'16,"-3"7"-8"-16,3-7-3 0,-2 5-13 0,0-1-6 16,2-4 2-16,-2 9-16 0,1-5-13 0,-1 4-8 0,1-4-3 15,-2 4-10-15,0-2-6 0,-1 1-10 0,1 2-10 16,-2-3-4-16,0 2-11 0,-1-1-11 16,-1 2-5-16,-1 1-10 0,-1-2-9 0,0 0-7 0,-2 1-17 15,0-2-25-15,0 0-32 0,1 0-46 0,2-1-50 16,1-4-50-16,1 1-233 0,0 0-437 0,3-2 193 15</inkml:trace>
        </inkml:traceGroup>
        <inkml:traceGroup>
          <inkml:annotationXML>
            <emma:emma xmlns:emma="http://www.w3.org/2003/04/emma" version="1.0">
              <emma:interpretation id="{4C61EDC3-0EBB-4406-A197-1F7D0539DF1B}" emma:medium="tactile" emma:mode="ink">
                <msink:context xmlns:msink="http://schemas.microsoft.com/ink/2010/main" type="inkWord" rotatedBoundingBox="7835,2301 6209,2299 6210,1827 7836,1829"/>
              </emma:interpretation>
            </emma:emma>
          </inkml:annotationXML>
          <inkml:trace contextRef="#ctx0" brushRef="#br1" timeOffset="63823.4811">-7062 1142 100 0,'0'0'219'0,"0"0"-12"0,0 0 0 0,0 0-8 16,0 0-15-16,0 0-11 0,0 0-1 0,0 0-9 0,-3 20 0 15,2-12-13-15,1 0-11 0,-1 0-8 16,2 2-12-16,-1-2-7 0,0 2-8 0,1-2-11 16,0 4-8-16,-1-2-7 0,-1 2-5 0,1-1-9 0,0-2-15 15,0 1-24-15,-1-1-28 0,0 0-42 0,0 0-58 16,-1-1-54-16,0-2-65 0,0 2-192 0,0-3-447 16,-1 0 198-16</inkml:trace>
          <inkml:trace contextRef="#ctx0" brushRef="#br1" timeOffset="64073.465">-7126 1322 41 0,'0'0'215'0,"0"0"-14"0,0 0-1 15,0 0-7-15,0 0 1 0,0 0-10 0,0 0-11 16,0 0-9-16,2 18-3 0,-2-18-15 0,-2 12-5 0,1-5-13 15,-1 1-11-15,-1 1-12 0,1-2-8 16,-2 1-15-16,1-2-5 0,-1 3-7 0,-1-2-4 16,-1 1-14-16,1-1-9 0,-1 0-24 0,0-1-22 15,1 0-33-15,-2 1-40 0,-3-2-51 0,3-2-58 0,1 0-222 16,2-2-442-16,-2-1 196 0</inkml:trace>
          <inkml:trace contextRef="#ctx0" brushRef="#br1" timeOffset="64354.6934">-7273 1248 90 0,'0'0'171'0,"0"0"-11"15,0 0-6-15,0 0-6 0,0 0-4 0,0 0-6 16,0 0-10-16,10 14-9 0,-7-10-6 0,-1-2 0 16,2 2-3-16,1 1-12 0,-1-1-5 0,1 1 3 15,-2-1-6-15,0 0-6 0,0 0-3 0,-3-4-4 0,2 8 3 16,-1-4-8-16,-1-4-4 0,-4 8-6 16,0-5-6-16,1 1-3 0,-1-2-8 0,-3 1-14 15,-1 0-34-15,-1 1-39 0,0-2-51 0,-1-1-64 16,0 0-240-16,-1-1-430 0,2 0 191 0</inkml:trace>
          <inkml:trace contextRef="#ctx0" brushRef="#br1" timeOffset="65135.887">-7399 1403 104 0,'0'0'217'15,"6"0"-14"-15,-6 0-9 0,0 0-13 0,0 0-11 16,0 0-7-16,0 0-12 0,5 2-11 0,-5-2-10 16,0 0-12-16,0 0-15 0,0 0-13 0,0 0-4 15,-18 0-5-15,13 1-11 0,5-1-8 0,-8 0-3 16,8 0-9-16,-9-1-18 0,9 1-29 0,-9-2-34 15,5 2-45-15,4 0-54 0,-5-4-78 0,1 2-119 0,4 2-355 16,-5-3 157-16</inkml:trace>
          <inkml:trace contextRef="#ctx0" brushRef="#br1" timeOffset="64870.3034">-7426 1231 34 0,'0'0'182'16,"0"0"-17"-16,5-1-9 0,-5 1-9 0,0 0-9 15,0 0-16-15,0 0-3 0,0 0-11 0,3 12-6 16,-3-12-10-16,2 7-13 0,-2-7-8 0,-1 7-1 0,1-7-10 16,-2 7 1-16,2-7-7 0,-2 6-7 15,2-1 0-15,-3-1-9 0,3-4-6 0,-3 8 0 16,0-6-4-16,3-2-2 0,-4 5-14 0,1-3-4 0,3-2-8 15,-7 3-16-15,3-2 6 0,4-1-4 0,-7-1-3 16,7 1 0-16,-8-3 9 0,4 1-4 0,0-1 2 16,-1 1-2-16,2 0 4 0,-1-3-1 0,0 3 1 15,1-3 1-15,-1-1 5 0,0 3 6 0,1-4 9 16,0 5-2-16,0-3 7 0,3 5 2 0,-3-6-3 16,1 3 4-16,2 3-1 0,-2-5-1 0,2 5 4 15,0 0-3-15,-2-6-3 0,2 6-1 0,0 0 0 16,0 0-6-16,-4-4-9 0,4 4 11 0,0 0-4 15,0 0 4-15,0 0 0 0,0 0 0 0,0 0 2 16,0 0 0-16,0 0 3 0,0 0-1 0,6 16 1 16,-6-16 3-16,-2 8-1 0,2-8 0 0,0 6 4 15,0-6-2-15,-4 6-5 0,1-1-1 0,-1-3-1 16,-1 2 1-16,1-2-1 0,-2 1-2 0,1-1-4 0,-1 0-5 16,-1 1-8-16,2-2-12 0,-1 0-8 15,2 0-12-15,-1 0-18 0,5-1-22 0,-8 0-32 16,8 0-33-16,-6-1-56 0,6 1-101 0,0 0-325 0,-6-2 144 15</inkml:trace>
          <inkml:trace contextRef="#ctx0" brushRef="#br1" timeOffset="65354.6343">-7528 1445 193 0,'0'0'282'0,"0"0"-12"0,0 0-13 0,0 0-22 16,-4-10-20-16,4 10-20 0,0 0-18 0,0 0-23 16,0 0-9-16,3-10-25 0,-3 10-31 0,0 0-52 15,0 0-60-15,0 0-78 0,0-8-78 0,0 8-166 16,-3-6-373-16,3 6 165 0</inkml:trace>
          <inkml:trace contextRef="#ctx0" brushRef="#br1" timeOffset="67432.5955">-7625 1190 92 0,'-2'-5'152'0,"2"5"-8"0,0 0-1 0,0 0-9 0,0 0-1 16,0 0-5-16,0 0-13 0,0 0-5 0,0 0 7 15,0 0-8-15,0 18-4 0,0-18-9 0,0 0-6 16,1 11-7-16,0-7-4 0,0 1-4 0,-1 1-4 15,2 1-5-15,-2-1-1 0,1 0-7 0,-1 2-10 16,1-4-1-16,0 3-4 0,-1-7-4 0,1 10-3 16,-1-2-4-16,0-3 0 0,1 0-8 0,-1-5-1 15,0 10-7-15,1-6 1 0,-1-4 1 0,0 7 1 16,0-7-5-16,-1 6 0 0,1-6-3 0,-3 6-2 16,3-6 0-16,-6 5-7 0,2-4-9 0,4-1-7 15,-8 1-5-15,4-1-6 0,4 0-5 0,-9-1-3 16,2 1-3-16,2-1-11 0,0 0-2 0,-2-2-3 15,2 0-1-15,1 0-1 0,0 0 1 0,-2-2-1 16,3 3-4-16,-1-5 7 0,0 2 2 0,2-1 4 16,0 1 1-16,1 1 6 0,-1-3 2 0,1 0-4 0,0 1 1 15,1-2 8-15,0 1 3 0,0 0 3 0,2 0 0 16,-1 0 4-16,0 0 2 0,0 3-4 0,-1 4 5 16,3-7 6-16,-1 3-3 0,1 1 11 0,-1 0-9 15,-2 3 3-15,4-5 7 0,-4 5 1 0,6-2 4 16,-6 2 9-16,4-1-11 0,-4 1 20 0,0 0 7 15,6 3 1-15,-6-3 0 0,5 6 3 0,-2-3 3 16,-2 0 3-16,-1-3-5 0,3 9 1 0,-3-5 3 16,0-4 0-16,-1 11 1 0,1-5-2 0,-2-1 1 15,2-5-2-15,-3 12-3 0,-1-6-6 0,1-2 4 16,-3 1-2-16,2 0-1 0,-1 0-4 0,-1 0 1 16,1-2-8-16,-2 0 0 0,0 0-3 0,-1 0-1 15,2 0-1-15,-2-2-2 0,2 1-1 0,-2-1-8 16,1-1 0-16,1 1 0 0,6-1-1 0,-10-3-1 15,5 2-5-15,0 0 2 0,0-2-3 0,1-1 1 16,4 4 1-16,-7-5 3 0,3 3-2 0,2-2 0 16,2 4 0-16,-4-7 2 0,1 3 3 0,3 4-4 0,-2-7 2 15,2 7 0-15,0-7-6 0,0 7 8 0,0 0 1 16,0-8-2-16,0 8 0 0,-1-7 2 16,1 7 0-16,0 0 3 0,3-5 5 0,-3 5-1 0,0 0-2 15,0 0-2-15,0-6-1 0,0 6 1 0,0 0 5 16,0 0-2-16,0 0 2 0,0 0 1 0,0 0-4 15,0 0 1-15,0 0-5 0,0 0 7 0,-3 19 1 16,3-19-4-16,-2 9-6 0,0-6 6 0,0 2-1 16,1-2 2-16,1-3 0 0,-5 8-1 0,1-5-13 15,-1 1-8-15,2-1-7 0,-3-2-1 0,2 2-5 16,-1-2-6-16,-2 2-5 0,2-2-1 0,5-1 6 16,-9 0 7-16,9 0 2 0,-9-3 4 0,7 1-3 15,2 2 4-15,-6-4 3 0,6 4 4 0,-4-6 5 16,4 6 5-16,-2-6-1 0,2 6 3 0,-2-8-2 15,2 8 6-15,0-7 3 0,0 7 7 0,0 0-3 16,2-11 3-16,-2 11-6 0,1-5 1 0,-1 5 2 16,2-4 3-16,-2 4-1 0,0 0-5 0,3-4 1 0,-3 4 2 15,0 0 3-15,0 0-6 0,0 0 1 0,0 0 5 16,0 0-2-16,0 0-5 0,0 0 9 16,0 0-4-16,0 0-2 0,0 0-1 0,-6 16 3 0,6-16-8 15,-4 6-2-15,1-3 5 0,1 1-5 0,-1-1-3 16,1 1-19-16,2-4-1 0,-6 5-5 0,3-3-5 15,3-2-4-15,-6 5-4 0,6-5 1 0,-5 2 1 16,5-2-14-16,-6 0 25 0,6 0-3 0,0 0 3 16,-5-3 3-16,5 3 0 0,-4-6 7 0,4 6 7 15,-2-7 10-15,2 7 7 0,-1-9 1 0,1 4 6 16,0 5 7-16,0-7 5 0,0 7 5 0,-1-9-3 16,1 9-3-16,0-6 3 0,0 6-7 0,0 0 2 15,0-9-1-15,0 9 0 0,0 0-9 0,0 0 4 0,1-5-1 16,-1 5 2-16,0 0-1 0,0 0-6 15,0 0 5-15,0 0-2 0,0 0 1 0,0 0 4 16,0 0-3-16,0 0-2 0,0 0-3 0,-4 20-1 16,2-17 1-16,2-3-3 0,-4 8 3 0,0-5-1 0,1-1-7 15,0 2-6-15,-2-3-8 0,5-1-3 0,-6 5-7 16,2-3-10-16,0-1-9 0,4-1 3 16,-8 3-5-16,4-3 3 0,4 0-3 0,-9 0 4 0,4-3 3 15,5 3 3-15,-8-3 0 0,4 1 5 0,0-1 10 16,1-2 6-16,3 5 2 0,-6-5 8 0,4 1-3 15,-1-1 7-15,3 5 8 0,-3-8 14 0,3 8-6 16,-1-7 9-16,1 7 3 0,-3-8-1 0,3 8-1 16,0-6 6-16,0 6 0 0,0 0 0 0,0 0-1 15,2-8-1-15,-2 8-4 0,0 0 6 0,0 0 0 16,0 0 6-16,0 0-4 0,0 0 3 0,0 0-3 16,0 0-2-16,0 0 3 0,0 0-3 0,0 0 5 15,0 0 2-15,0 0 4 0,4 15 0 0,-4-15-1 16,0 8 0-16,0-8-1 0,-3 8-1 0,0-4-2 15,3-4-1-15,-3 8 3 0,0-5-7 0,0 0 1 16,3-3-3-16,-7 7-7 0,4-3 2 0,-1-2-5 0,0 1-1 16,0 0-3-16,-1 0 0 0,1 0-2 0,-1-2-4 15,-2 2 3-15,1-1-4 0,-1 0 0 0,0-1-1 16,-1 1-3-16,2-1 2 0,-2 0-7 16,0 0 6-16,1 1-5 0,0-2 1 0,-2-2-1 0,1 1 1 15,-3 0-8-15,1-2-9 0,-3 0-3 0,1-1-5 16,-1 0-5-16,1 0-2 0,-1-1-5 0,2 1 6 15,0 0-7-15,0-1 4 0,0 1-7 0,2-2 0 16,2 1-6-16,3 0-13 0,-1 0-12 0,3 0-18 16,0 0-17-16,2 5-8 0,0-10-24 0,2 4-20 15,0 2-34-15,0-1-113 0,1 0-325 0,0 1 144 16</inkml:trace>
          <inkml:trace contextRef="#ctx0" brushRef="#br1" timeOffset="67901.314">-7850 1111 188 0,'0'0'256'0,"0"0"-16"16,0 0-19-16,0 0-9 0,0 0-24 0,0 0-17 15,0 0-11-15,0 0-16 0,0 0-15 0,0 0-14 0,0 0-10 16,-18-5-13-16,12 5-13 0,0 0-7 0,1-3-18 15,0 2-16-15,5 1-25 0,-8-3-27 0,5 1-39 16,3 2-41-16,-6-5-29 0,5 1-43 0,1 4-173 16,-3-9-365-16,3 9 162 0</inkml:trace>
          <inkml:trace contextRef="#ctx0" brushRef="#br1" timeOffset="68041.9458">-7885 1011 33 0,'0'0'183'0,"0"-6"-2"0,0 6-4 0,0 0-7 15,0 0-9-15,0-7-17 0,0 7-14 0,0 0-17 16,0 0-15-16,0 0-31 0,0 0-54 0,3-5-59 16,-3 5-192-16,0 0-257 0,0 0 114 0</inkml:trace>
          <inkml:trace contextRef="#ctx0" brushRef="#br1" timeOffset="67635.7054">-8181 1161 6 0,'0'0'196'16,"0"0"-13"-16,0 0-11 0,0 0-18 0,-15-4-15 0,15 4-12 15,-9 2-9-15,4 0-11 0,5-2-14 0,-8 2-12 16,3 1-17-16,1-3-32 0,4 0-37 0,-7 0-49 15,7 0-70-15,-8-3-92 0,8 3-232 0,-4-2 104 16</inkml:trace>
          <inkml:trace contextRef="#ctx0" brushRef="#br1" timeOffset="63214.1511">-6722 1361 17 0,'0'0'157'0,"-11"3"1"0,11-3-12 0,-6 0-8 15,6 0-3-15,-10-1 0 0,3-1-5 0,-1 0-9 16,-2 0-5-16,0 0-4 0,-1 2-11 0,-1-2-10 16,1 1-7-16,1-1-8 0,2 1-9 0,1-2-10 15,-1 2-3-15,2 1-8 0,1-1-14 0,5 1-18 16,-8-2-22-16,8 2-24 0,-4-1-17 0,4 1-12 16,0 0-24-16,0 0-18 0,0 0-25 0,0 0-126 15,0 0-275-15,0 0 122 0</inkml:trace>
          <inkml:trace contextRef="#ctx0" brushRef="#br1" timeOffset="63386.0139">-6768 1389 178 0,'0'0'181'0,"-15"2"-6"15,8-2-12-15,0 0-12 0,-1 0-20 0,-2-2-4 0,2 1-14 16,-1-1-11-16,1 0-13 0,0 1-40 0,0 1-32 15,0-1-46-15,2-2-78 0,-1 2-117 0,1-1-241 16,0 1 106-16</inkml:trace>
          <inkml:trace contextRef="#ctx0" brushRef="#br1" timeOffset="62839.1796">-6771 1175 6 0,'0'0'207'0,"0"0"0"0,2-5 0 0,-2 5-1 16,0 0-5-16,0 0-10 0,0 0-9 0,1-7-13 15,-1 7-12-15,0 0-10 0,0 0-14 0,0 0-8 16,0 0-4-16,-9 12-8 0,5-8-12 0,3 2-6 16,-1 1-5-16,0 0-7 0,-2 1-6 0,3 0-7 15,-1 0-4-15,0 2-6 0,0-1-8 0,2 0-7 16,-2-2-5-16,1 2-4 0,-1-1-14 0,1 0-32 0,0-1-44 16,0 0-79-16,1-7-81 0,-1 9-253 15,0-5-505-15,1-4 223 0</inkml:trace>
        </inkml:traceGroup>
        <inkml:traceGroup>
          <inkml:annotationXML>
            <emma:emma xmlns:emma="http://www.w3.org/2003/04/emma" version="1.0">
              <emma:interpretation id="{ABFFEC8F-7EB5-4780-8B4A-E907988AE357}" emma:medium="tactile" emma:mode="ink">
                <msink:context xmlns:msink="http://schemas.microsoft.com/ink/2010/main" type="inkWord" rotatedBoundingBox="5919,2172 5356,2171 5357,1910 5919,1911"/>
              </emma:interpretation>
            </emma:emma>
          </inkml:annotationXML>
          <inkml:trace contextRef="#ctx0" brushRef="#br1" timeOffset="72041.6379">-8647 1102 139 0,'0'0'256'0,"0"0"-17"16,0 0-18-16,0 0-9 0,0 0-5 0,0 0-3 16,0 0-7-16,2 12-17 0,-2-5-12 0,1 1-7 15,0 1-11-15,-1-1-10 0,-1 4-6 0,1 0-14 16,1 3-9-16,0-3-8 0,-1 1-11 0,-1-1-11 15,2 3-3-15,-2-2-17 0,1 0 1 0,1 0-20 16,-1-1-27-16,1-2-35 0,0-1-58 0,-1 0-72 16,1-2-84-16,-1 2-249 0,0-4-521 0,0-5 231 0</inkml:trace>
          <inkml:trace contextRef="#ctx0" brushRef="#br1" timeOffset="71760.4204">-8809 1310 76 0,'0'0'161'0,"0"0"-9"0,2 3-4 15,-2-3-1-15,0 0-8 0,0 0-6 0,0 0-10 16,0 0-9-16,0 0-6 0,0 0-9 0,0 0-8 16,-11 3-9-16,11-3-4 0,-6 0-8 0,6 0-9 15,-8-2-5-15,8 2-5 0,-7-3-5 0,3 2-2 16,4 1-1-16,-6-4-11 0,2 1 3 0,4 3-5 15,-7-5-7-15,5 2-4 0,2 3-1 0,-4-6-4 16,4 2 3-16,0 4-6 0,-1-8-1 0,1 8 4 16,2-8-4-16,-2 8-2 0,2-6-2 0,-1 1 1 15,-1 5-10-15,7-4 6 0,-7 4 2 0,4-3 3 16,-1 2 2-16,-3 1-2 0,6 0-2 0,-6 0-2 16,8 1 1-16,-8-1-2 0,5 5 1 0,-1-3 1 15,-1 2 1-15,-3-4-1 0,4 6-2 0,-2 0-17 16,1-3-15-16,-1 1-22 0,-2-4-38 0,3 7-44 15,-2-3-64-15,-1-4-110 0,2 6-330 0,-2-6 146 16</inkml:trace>
          <inkml:trace contextRef="#ctx0" brushRef="#br1" timeOffset="71369.8119">-8944 1080 76 0,'2'-4'157'0,"-2"4"-16"16,0 0-11-16,0 0-9 0,0 0-11 0,0 0-5 0,0 0-8 16,0 0-2-16,-15 6-6 0,10-2-4 0,0-2-6 15,1 2-12-15,-2 1 3 0,2 0-11 16,1-1 0-16,-1-1-8 0,2 1-4 0,0 0-5 0,-1 0-4 16,3-4-2-16,-2 8-8 0,1-5-3 0,1-3-8 15,0 0 6-15,2 10-4 0,0-7-2 0,-2-3-3 16,6 5-4-16,-4-1 4 0,3-2-1 0,-2-2 1 15,1 2-6-15,-4-2 0 0,8 3 0 0,-4-3 1 16,-4 0-4-16,5 1 0 0,-5-1 1 0,6 1 3 16,-6-1-3-16,0 0 0 0,0 0-2 0,0 0 1 15,0 0 4-15,0 0-4 0,0 0-2 0,-13 7-1 16,6-7-2-16,-1 1 1 0,-2-1-1 0,-1 2 0 16,0-2 0-16,-2 0-7 0,4 0 8 0,-1 0-2 0,1 0 3 15,2-2-3-15,-2 1 1 0,3 1 5 16,-1-2-3-16,3 1 2 0,4 1 3 0,-7-1 7 15,7 1 5-15,-5-3 6 0,5 3 6 0,0 0 2 16,-6-2 0-16,6 2 10 0,0 0 1 0,0 0 1 0,0 0 5 16,0 0 0-16,0 0-2 0,13 9 0 0,-6-6 1 15,-2 1-4-15,1 1 2 0,0 1-4 0,2 3-6 16,-2-3-2-16,2 3-4 0,-1-1-1 0,0 1-4 16,1 1-1-16,0-2-5 0,-3-1 1 0,-1 1-5 15,1-2-24-15,0 1-26 0,0-1-39 0,0 0-62 16,0-1-60-16,-3-2-226 0,2 1-455 0,0-1 202 15</inkml:trace>
          <inkml:trace contextRef="#ctx0" brushRef="#br1" timeOffset="70822.9778">-9198 1149 2 0,'0'0'178'15,"0"0"-11"-15,0 0-1 0,-3 7-5 0,3-7-6 16,1 7-3-16,-1-7-13 0,2 12-4 0,-1-4-8 15,1-1-9-15,-1 1-6 0,0 0-11 0,1 0-10 0,-1 0-6 16,1 0-11-16,-1 0-6 0,0-1-5 0,0-1-5 16,0 0-6-16,0 0-6 0,0 0-16 0,-1 0-26 15,1 0-33-15,-1-6-45 0,2 7-40 0,-1-3-59 16,-1-4-143-16,1 5-342 0,-1-5 152 0</inkml:trace>
          <inkml:trace contextRef="#ctx0" brushRef="#br1" timeOffset="72779.9583">-9193 1092 13 0,'0'0'159'16,"0"0"-11"-16,0 0 2 0,0 0-7 0,0 0-7 15,0 0 0-15,0 0-5 0,0 0-2 0,0 0-5 16,0 0-5-16,0 0-10 0,0 0-2 0,0 0-9 16,0 0-5-16,0 0-7 0,0 0-6 0,0 0-8 15,0 0-4-15,0 0-8 0,0 0-5 0,0 0-6 16,2 21-3-16,-1-16-6 0,0 3-2 0,0 0-5 15,0 1-21-15,0 1-27 0,1-1-35 0,-2 3-27 16,0 0-39-16,1-2-67 0,0 3-150 0,-1-4-359 16,-2 3 159-16</inkml:trace>
        </inkml:traceGroup>
        <inkml:traceGroup>
          <inkml:annotationXML>
            <emma:emma xmlns:emma="http://www.w3.org/2003/04/emma" version="1.0">
              <emma:interpretation id="{4B27BBAC-4E11-42B8-BBB2-13F6561AB2F6}" emma:medium="tactile" emma:mode="ink">
                <msink:context xmlns:msink="http://schemas.microsoft.com/ink/2010/main" type="inkWord" rotatedBoundingBox="3476,1977 5143,1896 5161,2266 3494,2347"/>
              </emma:interpretation>
            </emma:emma>
          </inkml:annotationXML>
          <inkml:trace contextRef="#ctx0" brushRef="#br1" timeOffset="111727.2627">-10387 1275 14 0,'-5'4'162'0,"5"-4"-3"0,0 0-4 0,-2 7-20 16,2-7 6-16,-3 4-7 0,3-4-3 0,-2 8-6 15,2-8-9-15,-2 8 0 0,0-4-9 0,2-4-7 16,-3 5-2-16,3-5-5 0,-4 6-9 0,2-2-4 15,2-4-8-15,-4 3-2 0,4-3-4 0,-4 2-3 16,4-2-6-16,-4 3-1 0,4-3 4 0,0 0-2 16,-6 1 1-16,6-1-5 0,0 0-5 0,-8-4 0 15,8 4 2-15,-5-3-1 0,5 3-9 0,-4-5 0 16,2 1-4-16,2 4-2 0,-5-5-5 0,4 1 0 16,1 4-4-16,-3-8 5 0,1 5-4 0,2 3-7 15,-2-8-2-15,2 8 4 0,-3-5-7 0,1 1 1 16,2 4 1-16,0 0-5 0,-6-5-6 0,6 5 4 15,-3-2-4-15,3 2 5 0,0 0-5 0,-9 1 0 16,9-1-1-16,-7 3 0 0,7-3-9 0,-6 3-8 16,2-1-16-16,1 1-18 0,-1-1-23 0,0 0-22 0,0 2-42 15,4-4-55-15,-5 7-71 0,1-4-143 0,2 0-434 16,1 1 192-16</inkml:trace>
          <inkml:trace contextRef="#ctx0" brushRef="#br1" timeOffset="111898.1387">-10526 1420 87 0,'0'0'223'15,"7"-5"-16"-15,-7 5-20 0,0 0-20 0,0 0-15 16,5-3-18-16,-5 3-24 0,0 0-40 0,0 0-47 0,0 0-58 15,0 0-84-15,0 0-82 0,0 0-218 0,0 0 96 16</inkml:trace>
          <inkml:trace contextRef="#ctx0" brushRef="#br1" timeOffset="112194.9821">-10618 1156 171 0,'0'0'234'0,"0"0"-13"0,0 0-10 0,0 0-10 15,0 0-15-15,0 0-3 0,0 0-4 0,0 0-11 16,0 0-11-16,0 0-5 0,-4 20-11 0,2-12-10 15,0 0-13-15,-2 2-9 0,2-3-13 0,0 5-10 0,-1-3-6 16,2 0-8-16,-2-1-9 0,1 1-21 0,-1 0-35 16,1 0-45-16,-1-2-58 0,2 1-73 0,-2 0-79 15,2-3-162-15,-1-1-444 0,-1 0 197 0</inkml:trace>
          <inkml:trace contextRef="#ctx0" brushRef="#br1" timeOffset="113304.3065">-10720 1491 146 0,'0'0'247'0,"0"0"-10"0,0 0-18 16,0 0-15-16,0 0-19 0,-9 5-13 0,9-5-19 15,0 0-14-15,-9-1-14 0,9 1-12 0,-7-1-15 16,7 1-23-16,-9-1-35 0,3-1-43 0,3 2-61 16,-2-2-66-16,5 2-196 0,-8-5-354 0,5 2 157 15</inkml:trace>
          <inkml:trace contextRef="#ctx0" brushRef="#br1" timeOffset="112788.6846">-10731 1222 25 0,'0'0'188'0,"0"0"-15"0,0 0-7 16,0 0-9-16,0 0-5 0,1 17-8 0,-1-17-20 15,1 10-13-15,-1-5-13 0,1-1-3 0,-1-4-14 0,0 11-3 16,0-6-12-16,0-5-1 0,-1 9-11 16,0-5-13-16,-1-1 5 0,-1 1-3 0,-2 0-5 15,1-1-5-15,-2-1-1 0,0 0-1 0,-1-1-8 16,2-1-3-16,-2 1-1 0,3-1-1 0,4 0-5 0,-12 0-2 16,6-1 0-16,1 0-4 0,5 1 1 15,-7-1-1-15,7 1 1 0,-6-3-1 0,6 3-1 16,-5-2 0-16,5 2 5 0,-4-2 5 0,4 2 7 0,-4-3 5 15,4 3 8-15,0 0-1 0,0 0-5 0,0 0-1 16,0 0 1-16,0 0-4 0,0 0 1 0,0 0-1 16,0 0-3-16,0 0-4 0,0 0 1 0,0 0-3 15,0 0-1-15,0 0 4 0,6 16-2 0,-4-13 4 16,-2-3-3-16,3 9-4 0,-1-6-1 0,0 1-1 16,-1 1 2-16,1 0-1 0,-1-1 3 0,0 2 6 15,-1-6-2-15,1 10 0 0,-1-5-3 0,0-5-2 16,-2 10 1-16,0-6 2 0,0 1 4 0,-1 0-3 15,0 1 0-15,-2-2 4 0,-2 1 0 0,1-1 3 16,-2 1-2-16,1-2-2 0,0 0 0 0,-5-2-1 16,3 3-2-16,-3-2 3 0,1 0-2 0,0-1-3 15,-3 0 2-15,1-1-3 0,0-1-3 0,2-1 0 0,-1-1-1 16,1-1-1-16,0 0-1 0,1 0 3 0,3-1-2 16,-3 2 0-16,3-3-4 0,-1-2 0 15,0 0 1-15,4 0-2 0,-1 2-1 0,1-2 2 0,-1-3-7 16,1 2-5-16,4 0-15 0,-1 0-25 0,0 1-27 15,3-2-28-15,-1 1-37 0,2 1-52 0,0 0-42 16,0-2-209-16,3 4-473 0,-1-2 210 0</inkml:trace>
          <inkml:trace contextRef="#ctx0" brushRef="#br1" timeOffset="112960.5462">-10965 1183 19 0,'0'0'259'0,"3"-6"-12"16,-3 6-10-16,3-6-11 0,-3 6-14 0,3-3-20 16,-3 3-18-16,0 0-17 0,3-5-19 0,-3 5-12 15,0 0-19-15,3-1-31 0,-3 1-46 16,0 0-57-16,0 0-50 0,3 9-61 0,-3-9-189 0,0 11-354 16,-1-6 158-16</inkml:trace>
          <inkml:trace contextRef="#ctx0" brushRef="#br1" timeOffset="109288.9372">-9500 1254 218 0,'0'0'218'0,"0"0"-7"0,0 0-9 0,0 0-15 15,0 0-10-15,0 0-12 0,0 0-13 0,0 0-8 16,0 0-14-16,0 0-13 0,0 0-9 0,0 0-10 16,0 0-12-16,0 0-3 0,11-9-9 15,-11 9-8-15,5-2-4 0,-5 2-5 0,5-1-5 0,-5 1-7 16,5 0-3-16,-5 0-5 0,0 0-6 0,7 0-3 15,-7 0 0-15,6 1-2 0,-6-1-1 0,6 1-6 16,-3 1-2-16,-3-2-7 0,6 2-4 0,-6-2-6 16,3 3-4-16,-3-3-7 0,5 3-4 0,-5-3-8 15,4 3-3-15,-4-3-5 0,1 6-7 0,-1-6-5 16,1 5-8-16,-1-5 5 0,1 6 0 0,-1-6 0 16,0 7 8-16,0-7-2 0,0 0 1 0,0 8 2 15,0-8 6-15,0 5-3 0,0-5 5 0,0 0 1 16,0 8 2-16,0-8 2 0,0 5 2 0,0-5-5 15,0 0 6-15,1 7 0 0,-1-7 5 0,0 0-9 16,1 4 5-16,-1-4-1 0,2 4-1 0,-2-4 1 16,4 3 1-16,-4-3 3 0,5 2-3 0,-5-2 6 0,6 2 0 15,-6-2 2-15,6 1-4 0,-6-1-5 0,0 0 6 16,5 2 7-16,-5-2 7 0,0 0-1 0,0 0 6 16,0 0 2-16,0 0 3 0,0 0-1 0,0 0-3 15,0 0-1-15,0 0 4 0,0 0 2 0,0 0 1 16,0 0 1-16,-22-2-2 0,16 2 2 0,-1-1-4 15,1 1-2-15,-1-1-4 0,-1 0-5 0,0 0 11 16,0 0-2-16,0 1-10 0,0-3 9 0,1 2 0 16,-1-2-3-16,0 0 2 0,0 1-5 0,-1-5-2 15,2 4 3-15,-2-2 0 0,0 0-1 0,3-1-3 16,-1 1 7-16,1-1-3 0,1 0-3 0,0 1 8 16,0-2 4-16,0 3-1 0,2-3 16 0,-1 2 6 15,2 2-2-15,2 3 7 0,-4-8-1 0,4 4 1 16,0 4 6-16,-4-6 0 0,4 6 0 0,-3-4 1 0,3 4-3 15,0 0-5-15,-2-5-3 0,2 5-6 0,0 0-6 16,0 0 4-16,0 0 2 0,0 0-3 0,0 0-5 16,0 0 3-16,0 0-6 0,0 0 3 0,0 0-3 15,-3 15 4-15,3-15 2 0,1 7-6 0,-1-7-2 16,1 9 1-16,-1-9-1 0,1 10 0 0,-1-5-1 16,0 0 3-16,0-5-4 0,0 11 0 0,0-6 7 15,0-5-3-15,-2 10 0 0,1-6-4 0,-2 2 1 16,1-2 2-16,0 0-2 0,-1 0 0 0,-2 1-8 0,-1-1-20 15,0-1-16-15,0 1-28 0,-2-2-31 16,2 1-31-16,0-2-24 0,0-1-40 0,-1 1-186 16,0-1-402-16,7 0 178 0</inkml:trace>
          <inkml:trace contextRef="#ctx0" brushRef="#br1" timeOffset="109570.196">-9723 1127 30 0,'0'0'234'0,"0"0"-8"16,0 0-10-16,0 0-1 0,0 0-5 0,0 0-15 15,0 0-15-15,0 0-10 0,-3 27-7 0,3-20-4 16,-1 0-12-16,-1 3-15 0,2-2-10 0,-1 1-7 15,1-1-12-15,-2 1-8 0,2 0-14 0,-3-1-6 16,1 2-11-16,0-3-16 0,0 1-30 0,0 0-32 16,-2-1-41-16,2 1-41 0,-2-2-39 0,1 0-32 0,0-2-54 15,0 4-164-15,-2-3-418 0,2-1 185 16</inkml:trace>
          <inkml:trace contextRef="#ctx0" brushRef="#br1" timeOffset="110648.214">-9837 1096 14 0,'0'0'245'0,"0"0"-12"0,0 0-11 16,0 0-8-16,0 0-18 0,-17-2-11 0,17 2-19 15,-8 0-18-15,8 0-14 0,-9 0-15 0,6 0-27 16,-5 0-37-16,0 1-50 0,0 0-63 0,-1-3-63 15,-3 0-188-15,2 0-333 0,2-1 147 0</inkml:trace>
          <inkml:trace contextRef="#ctx0" brushRef="#br1" timeOffset="110367">-9864 1301 128 0,'0'0'150'0,"-4"-3"-3"0,4 3-18 0,-4-3 5 16,4 3-11-16,0 0-14 0,-2-5-5 0,2 5-10 0,0 0-5 15,-3-7-9-15,3 7-3 0,0 0-7 0,0-6-9 16,0 6-8-16,0 0-3 0,4-7-4 16,-4 7-4-16,0 0-4 0,2-3-8 0,-2 3 3 0,0 0-2 15,6-1-4-15,-6 1-1 0,0 0-3 0,6 0 1 16,-6 0 3-16,0 0-10 0,5 3 2 0,-5-3-1 15,3 5 1-15,-3-5 1 0,3 5-2 0,-3-5-1 16,3 7 2-16,-1-5-5 0,-2-2 3 0,2 7-1 16,-2-7 1-16,1 8 5 0,0-5 2 0,-1-3 0 15,0 7-1-15,0-7 7 0,-1 5-4 0,1-5-4 16,-3 5 2-16,3-5-2 0,-7 4-1 0,2-2-3 16,5-2-1-16,-10 2 0 0,6-2-6 0,-1 0-2 15,-1 0-6-15,6 0 0 0,-13-3-9 0,7 2-3 16,-1-1-3-16,2-1-5 0,-1-1 4 0,0-1-6 15,1 1-1-15,1-3 7 0,0 2 3 0,0-2-6 16,1 3 4-16,1-3-3 0,-1 0 2 0,0 1 3 0,1-2 5 16,1 1-4-16,-1-1 11 0,-1-1-2 0,1-1 6 15,1 1 5-15,0 1 11 0,0-2-4 16,0 1 1-16,0 1 10 0,1 1 7 0,-1 1 10 0,1 6-1 16,0-10 4-16,0 10-1 0,-1-8 0 0,1 8 3 15,0-7-4-15,0 7-5 0,0 0 0 0,0 0-4 16,0-7-7-16,0 7-5 0,0 0-2 0,0 0-2 15,0 0 1-15,0 0-3 0,0 0 2 0,0 0-2 16,0 0 4-16,0 0 3 0,3 18 3 0,-2-13-2 16,0 0-3-16,-1 5-1 0,0-2-2 0,0 0 4 15,-1 0-5-15,1 1-3 0,1 0-1 0,-1-2-1 16,0 1-2-16,0 1-3 0,-1 0 2 0,1 1-2 16,0-1-1-16,-2-1 0 0,1 0 1 0,0 1-4 0,-1 0-1 15,0-4 1-15,-1 4 1 0,0-2-3 0,0 1 1 16,-1-1 0-16,-1-2 1 0,-1 1-3 15,1-1-1-15,-2 0 5 0,1 0 2 0,-1-1-6 0,-3-1-1 16,0 2 1-16,-1-3 1 0,-1 0-6 0,0 0 10 16,-1-2-5-16,1 0 0 0,-1-2-3 0,0 0 1 15,2 1-1-15,-1-2 4 0,1-1-2 0,1 1-3 16,0-4-2-16,4 3-2 0,-1-1-10 0,2-2-12 16,1-1-21-16,0-2-21 0,2 1-42 0,0-1-25 15,2-3-45-15,2-1-39 0,1 1-237 0,1 1-494 16,1-1 219-16</inkml:trace>
        </inkml:traceGroup>
        <inkml:traceGroup>
          <inkml:annotationXML>
            <emma:emma xmlns:emma="http://www.w3.org/2003/04/emma" version="1.0">
              <emma:interpretation id="{AFE1C444-10AE-4564-AFC8-79BC1B37B28B}" emma:medium="tactile" emma:mode="ink">
                <msink:context xmlns:msink="http://schemas.microsoft.com/ink/2010/main" type="inkWord" rotatedBoundingBox="3304,2403 1743,2401 1744,1885 3305,1887"/>
              </emma:interpretation>
            </emma:emma>
          </inkml:annotationXML>
          <inkml:trace contextRef="#ctx0" brushRef="#br1" timeOffset="116366.5634">-12119 1239 42 0,'0'0'213'0,"0"0"-17"0,0 0-15 15,0 0-13-15,0 0-10 0,0 0-14 0,0 0-9 16,0 0-13-16,5 18-12 0,-4-13-11 0,-1-5-9 16,0 8-11-16,0-8-5 0,0 9-7 0,0-9-8 15,-1 8-3-15,1-8-2 0,-3 7-3 0,1-3 2 16,2-4-4-16,-3 5-6 0,-1-2-3 0,4-3-5 15,-6 4-5-15,2-4 2 0,4 0 0 0,-9 1-7 16,6 1 1-16,3-2-5 0,-8 0 0 0,8 0-5 16,-9-2 1-16,4 1-3 0,1 0-2 0,4 1-1 0,-7-3-2 15,7 3 3-15,-7-2 6 0,4 0 3 0,3 2 10 16,-5-3 4-16,5 3 1 0,-4-4 0 0,4 4 4 16,-3-5 2-16,3 5 0 0,0 0 0 0,-3-3-8 15,3 3 1-15,0 0-2 0,0 0-6 0,0 0-1 16,0 0-6-16,0 0-1 0,0 0 1 0,0 0-3 15,0 0-1-15,0 0 0 0,0 0-3 0,0 0 1 16,2 19-8-16,-3-11 6 0,2-2-4 0,-2 2 0 16,1 1-2-16,-1 0-1 0,-1-1 3 0,-2 5-6 15,1-4 1-15,-3 1 1 0,1 1-5 0,-2-1-12 16,0-2-12-16,-2 2-18 0,1-2-24 0,0 0-5 16,-1-2-35-16,0 1-23 0,1-4-46 0,2-1-21 15,0 1-213-15,1 0-445 0,2-3 197 0</inkml:trace>
          <inkml:trace contextRef="#ctx0" brushRef="#br1" timeOffset="116600.9087">-12178 1486 66 0,'0'0'294'0,"0"0"-23"0,6-2-13 0,-6 2-26 16,0 0-17-16,4-6-24 0,-4 6-21 0,3-3-18 15,-3 3-19-15,0 0-37 0,2-4-49 0,-2 4-57 16,0 0-71-16,0 0-67 0,-3-9-167 0,3 9-341 16,-3-6 152-16</inkml:trace>
          <inkml:trace contextRef="#ctx0" brushRef="#br1" timeOffset="117710.2163">-12373 1262 131 0,'0'0'208'0,"0"0"-15"0,0 0-13 16,0 0-11-16,0 0-4 0,0 0-6 0,13 6-13 15,-13-6-9-15,0 0-11 0,1 6-6 0,-1-6-11 16,0 0-10-16,0 0-5 0,-3 8-9 0,3-8-6 16,-3 6-8-16,3-6-5 0,-3 6-11 0,0-2-6 15,3-4-5-15,-5 4 0 0,1-2-10 0,0 0-12 16,4-2-10-16,-9 3-8 0,6-2-9 0,3-1-1 15,-9 0-7-15,5 0-1 0,4 0-8 0,-9 0 3 16,9 0 0-16,-8-3 1 0,4 2-1 0,4 1 2 16,-6-4 3-16,3 3-2 0,3 1 0 0,-3-7 3 15,3 7-1-15,-4-5 3 0,4 5 4 0,-2-6-1 0,2 6 3 16,0 0-1-16,-1-6 1 0,1 6 2 16,0 0 8-16,-2-6-2 0,2 6-4 0,0 0 3 15,0 0 0-15,-2-5-2 0,2 5 0 0,0 0-3 16,0 0 3-16,0 0 3 0,0 0-2 0,0 0 1 0,0 0 1 15,0 0-1-15,0 0-2 0,0 0 1 0,-2 17-3 16,2-17 1-16,0 6-1 0,0-6 2 0,-2 5-4 16,2-5-1-16,-5 5-6 0,3-3-9 0,2-2-6 15,-7 5 0-15,3-5-3 0,4 0-6 0,-7 1 5 16,7-1 1-16,-8-1 0 0,8 1-1 0,-9-3 0 16,6 1 6-16,3 2 0 0,-7-4 3 0,4 0 2 15,-1 1 2-15,1-1 5 0,3 4-2 0,-3-8 6 16,2 5 2-16,-1-3 2 0,2 6 9 0,-3-7 10 15,1 2 3-15,2 5 7 0,-3-7 4 0,1 3 6 16,2 4-1-16,-1-7 1 0,1 7 4 0,-2-5-1 16,2 5-3-16,0 0-4 0,0 0-4 0,-1-5 0 15,1 5-3-15,0 0-5 0,0 0 0 0,0 0-3 0,0 0 2 16,0 0-1-16,0 0-3 0,0 0-6 0,0 0 3 16,0 0-1-16,4 18 3 0,-4-18-12 0,0 6 8 15,0-6 3-15,-3 7-5 0,0-4 4 0,1 2-3 16,-1-2 0-16,-1 2-2 0,0-2-2 0,-1 0 0 15,-1 0 4-15,1-1-3 0,-1 1-2 0,1-1 1 16,-2-1-4-16,1 0 3 0,-2-1-5 0,2 0 3 16,6 0-7-16,-12-1 10 0,9 1 0 0,3 0 3 15,-7-3 3-15,7 3 7 0,-4-1 4 0,4 1 4 16,0 0 4-16,-5-3-2 0,5 3-2 0,0 0 2 16,0 0-5-16,0 0-3 0,0 0-3 0,0 0 0 15,0 0-5-15,0 0 6 0,-4 4-6 0,4-4 1 16,0 0-2-16,0 11 1 0,0-11-2 0,0 9-3 15,0-4 0-15,-2 1-2 0,2-1 2 0,-1 3-2 16,-1-1 2-16,1 0-1 0,-2-1-2 0,1-1 4 16,2 2-7-16,0-7-4 0,-3 7-2 0,2-3-1 15,1-4-3-15,-3 4 2 0,3-4-5 0,0 0-8 0,-4 2-2 16,4-2-2-16,0 0-3 0,0 0-6 16,0 0 0-16,-6-10-1 0,6 10-4 0,0-10 4 15,-1 5-9-15,0-1 12 0,1 6-3 0,-3-11 4 0,3 5 3 16,-2 1-3-16,2-3 3 0,-2 1 2 0,0-1-3 15,1 3 3-15,-2 1-1 0,1-1 6 0,-1-1 1 16,-1 1 0-16,1 2 6 0,-2 1-1 0,1-1 2 16,0 0 1-16,4 3 3 0,-9-1-5 0,3 0 4 15,0 1-1-15,0 2 3 0,0 1 0 0,0-1-2 16,0 1 6-16,-1 0 0 0,1 1-1 0,1 0 12 16,-2 0 5-16,2 1-1 0,1 0 6 0,0 0 3 15,1-1-1-15,0 1 4 0,0 2 3 0,1-2 2 16,1 2 13-16,1 0 5 0,0 1-4 0,0 1 8 15,0-1 0-15,0 2 3 0,0 2 6 0,1-2 4 16,0 2 0-16,-1 1-6 0,1 1 5 0,0 0-4 16,-1-1-6-16,0 0-8 0,-1 0 0 0,0 1-5 15,-1-4-4-15,2 0-18 0,-2-2-25 0,2 2-44 0,-2-3-59 16,0-2-58-16,2-5-83 0,-2 10-170 16,2-10-456-16,0 0 202 0</inkml:trace>
          <inkml:trace contextRef="#ctx0" brushRef="#br1" timeOffset="114444.8399">-11544 1156 180 0,'0'0'228'0,"0"0"-1"0,0 0-5 16,0 0-5-16,0 0-15 0,4 14-11 0,-5-7-8 15,1 1-9-15,0 2-10 0,0-2-4 0,-1 4-17 16,0-1-6-16,0 1-17 0,-1 0-12 0,0 0-11 16,0-3-12-16,1 2-12 0,0-1-36 0,-1-1-55 15,-1-1-69-15,1-2-78 0,2-1-80 0,0-5-161 16,-2 7-440-16,2-7 196 0</inkml:trace>
          <inkml:trace contextRef="#ctx0" brushRef="#br1" timeOffset="115460.367">-11738 1298 103 0,'0'0'223'0,"0"0"-14"0,3 6-13 16,-1-3-10-16,0 1-11 0,-2-4-14 0,5 7-13 15,-3-3-4-15,1 0-13 0,-1 0-9 0,1 0-13 16,-1 1-6-16,-2-5-8 0,3 6-7 0,-3-2-7 15,0-4-4-15,0 0-7 0,1 8-7 0,-1-8-7 16,0 0-3-16,-4 6-8 0,4-6-6 0,-4 4-8 16,1-2-7-16,3-2-11 0,0 0-10 0,-8-2-10 15,8 2-6-15,-7-4-10 0,4 0 2 0,-1 2-7 16,2-3 7-16,2 5-4 0,-5-12 1 0,4 6 1 16,1 0 0-16,0-1-2 0,0-1 7 0,0-2-2 15,1 2 6-15,1 1 0 0,-1-2 4 0,0 4 1 16,0-1 5-16,-1 6 7 0,1-10-2 0,-1 10 4 15,0-7 5-15,0 7-3 0,2-5 1 0,-2 5-4 16,0 0-2-16,0 0 4 0,0 0-3 0,0 0 0 16,0 0-2-16,0 0 1 0,0 0 0 0,0 0 2 0,-7 12-3 15,7-12 3-15,-4 9 1 0,2-6-4 0,0 1 0 16,-1 0-2-16,3-4 2 0,-6 5-3 0,3-2 4 16,-1-1-4-16,-1 0 2 0,1 0-3 0,4-2-2 15,-8 1-2-15,3-2 1 0,-2-1-4 0,1 0 3 16,0 0 2-16,1-2 0 0,-2 1 0 0,0 0 2 15,0-2-6-15,1 0 6 0,0 1 2 0,0-2 3 16,0 1 7-16,1-2 5 0,2 2-2 0,-2-3 8 16,1 1 3-16,0 1 7 0,1 3 5 0,0-3 4 15,0 2 1-15,2 1 7 0,1 3 0 0,-4-7-1 16,4 7-6-16,-2-5-1 0,2 5-5 0,0 0-7 16,-3-4 1-16,3 4-5 0,0 0-3 0,0 0-3 15,0 0 1-15,0 0-3 0,0 0 1 0,0 0-2 0,6 16-3 16,-3-11 0-16,0 2-1 0,0 0-1 0,1-1 0 15,-2 1 3-15,0 2-4 0,-2 1-1 16,1-3 0-16,-3 1 0 0,1 3-4 0,-2-4 4 16,-1 0-10-16,-1 1-12 0,1 0-15 0,-5-2-23 0,1 1-37 15,-3 1-43-15,2-4-44 0,-2 1-71 0,0 0-159 16,0-2-438-16,2-2 193 0</inkml:trace>
          <inkml:trace contextRef="#ctx0" brushRef="#br1" timeOffset="113960.4953">-11270 1253 92 0,'-3'-3'242'0,"3"3"-13"0,0 0-17 16,0 0-19-16,0 0-17 0,0 0-13 16,0 0-17-16,0 0-9 0,0 0-10 0,0 0-11 15,0 0-7-15,0 0-10 0,0 0-4 0,0 0-5 0,0 0-2 16,5 18-7-16,-4-15-7 0,-1-3-1 15,3 8-10-15,-2-2-5 0,1-3-7 0,-2 2-4 16,2 0-4-16,-2-5-1 0,3 9-5 0,-2-3-2 16,0-2-7-16,-1-4 1 0,1 9-2 0,-1-9-1 0,-1 7-3 15,1-7-1-15,-2 6-6 0,2-6-5 0,-5 4-29 16,0-3-35-16,0 1-62 0,-1-3-60 0,0 2-282 16,-1-3-495-16,-1 0 220 0</inkml:trace>
          <inkml:trace contextRef="#ctx0" brushRef="#br1" timeOffset="114788.5576">-11387 1070 25 0,'0'0'160'0,"0"0"-14"0,0 8-4 0,0-8-2 15,0 5 2-15,0-5-2 0,0 0-5 0,-3 9 2 16,3-9-8-16,-3 5-1 0,3-5-7 0,-6 4 0 16,6-4 0-16,-4 2-2 0,4-2-12 0,-6 0-4 15,6 0-8-15,-7-2-6 0,7 2-7 16,-7-4-2-16,3 3-2 0,4 1 0 0,-6-6-10 16,1 1-1-16,1 1-6 0,-1-1 2 0,3 1-7 0,-2 1-2 15,-1 1-5-15,1-1-2 0,1 0-7 16,-2 1-7-16,1 0-3 0,4 2-9 0,-12-4-16 0,4 4-13 15,2 0-29-15,-2 1-43 0,1 0-54 0,0 1-55 16,2 0-87-16,-2 0-139 0,2 2-449 0,0 0 198 16</inkml:trace>
          <inkml:trace contextRef="#ctx0" brushRef="#br1" timeOffset="114210.4694">-11403 1283 35 0,'0'0'249'16,"0"18"-10"-16,0-18-14 0,0 8-5 0,-1-4-10 15,1 4-8-15,-2-1-7 0,0 2-10 16,-1-1-10-16,0 4-17 0,0-3-9 0,0 0-6 0,-1-1-18 16,-2 3-11-16,0 1-11 0,2-5-9 0,-2 0-21 15,-3 0-40-15,0 1-41 0,0-2-55 0,3-2-68 16,-1-2-63-16,0 1-229 0,0-3-456 0,-1 1 202 16</inkml:trace>
          <inkml:trace contextRef="#ctx0" brushRef="#br1" timeOffset="118663.3047">-11605 1113 41 0,'0'0'171'15,"0"0"-13"-15,0 0 1 0,0 0-5 0,0 0-7 16,17-5-11-16,-13 3-4 0,-1-1-20 0,2 1-9 15,-1-2-11-15,2 1-14 0,-1 0-14 0,2-1-36 16,-1-1-34-16,0 0-54 0,1 0-45 0,-2-1-129 16,0 0-254-16,1-2 112 0</inkml:trace>
        </inkml:traceGroup>
        <inkml:traceGroup>
          <inkml:annotationXML>
            <emma:emma xmlns:emma="http://www.w3.org/2003/04/emma" version="1.0">
              <emma:interpretation id="{FD47497F-265F-445A-9AE2-A0CFCF51FE46}" emma:medium="tactile" emma:mode="ink">
                <msink:context xmlns:msink="http://schemas.microsoft.com/ink/2010/main" type="inkWord" rotatedBoundingBox="1627,2136 1608,2136 1608,2121 1628,2122"/>
              </emma:interpretation>
            </emma:emma>
          </inkml:annotationXML>
          <inkml:trace contextRef="#ctx0" brushRef="#br1" timeOffset="119991.299">-12950 1301 235 0,'0'0'315'0,"0"0"-12"0,0 0-12 0,0 0-17 15,0 0-21-15,0 0-17 0,13-11-23 0,-10 10-22 16,-3 1-25-16,4-2-10 0,-4 2-19 0,0 0-33 16,0 0-42-16,0 0-64 0,0 0-85 0,0 0-110 15,0 0-245-15,0 0-478 0,-13 7 211 0</inkml:trace>
        </inkml:traceGroup>
      </inkml:traceGroup>
    </inkml:traceGroup>
    <inkml:traceGroup>
      <inkml:annotationXML>
        <emma:emma xmlns:emma="http://www.w3.org/2003/04/emma" version="1.0">
          <emma:interpretation id="{2CB4A0DD-F38F-4617-82B5-505F47BA9DF7}" emma:medium="tactile" emma:mode="ink">
            <msink:context xmlns:msink="http://schemas.microsoft.com/ink/2010/main" type="paragraph" rotatedBoundingBox="14571,1128 12642,1118 12644,772 14573,782" alignmentLevel="1"/>
          </emma:interpretation>
        </emma:emma>
      </inkml:annotationXML>
      <inkml:traceGroup>
        <inkml:annotationXML>
          <emma:emma xmlns:emma="http://www.w3.org/2003/04/emma" version="1.0">
            <emma:interpretation id="{FEC28993-1629-4BFD-913E-49087136352F}" emma:medium="tactile" emma:mode="ink">
              <msink:context xmlns:msink="http://schemas.microsoft.com/ink/2010/main" type="line" rotatedBoundingBox="14571,1128 12642,1118 12644,772 14573,782"/>
            </emma:interpretation>
          </emma:emma>
        </inkml:annotationXML>
        <inkml:traceGroup>
          <inkml:annotationXML>
            <emma:emma xmlns:emma="http://www.w3.org/2003/04/emma" version="1.0">
              <emma:interpretation id="{293C7509-3B2C-4338-9ED8-3750ECF17443}" emma:medium="tactile" emma:mode="ink">
                <msink:context xmlns:msink="http://schemas.microsoft.com/ink/2010/main" type="inkWord" rotatedBoundingBox="14571,1128 12642,1118 12644,772 14573,782"/>
              </emma:interpretation>
            </emma:emma>
          </inkml:annotationXML>
          <inkml:trace contextRef="#ctx0" brushRef="#br2" timeOffset="-20826.6148">-529-54 263 0,'0'0'280'0,"4"-1"-13"16,-4 1-8-16,0 0-7 0,0 0-14 0,0 0-10 16,9 9-19-16,-9-9-4 0,1 10-9 0,-1-3-5 15,1 0-13-15,-1 3-10 0,1-1-5 16,0 2-16-16,-2 1 3 0,2 0-29 0,-1 3-13 0,-2-3-3 15,2 2-10-15,0-2-14 0,-2 0-7 0,1 0-6 16,0-2-23-16,1-1-46 0,-2-2-39 0,0 1-66 16,-2 0-71-16,4-8-96 0,-4 11-310 0,4-11-631 15,-8 8 280-15</inkml:trace>
          <inkml:trace contextRef="#ctx0" brushRef="#br2" timeOffset="-20279.7896">-664 182 157 0,'0'0'211'0,"-4"0"-15"15,4 0-17-15,0 0-19 0,-7-1-13 0,7 1-15 16,-7-3-10-16,7 3-13 0,-8-3-9 0,3 1-9 15,2-1-5-15,-3 0-3 0,2 1 0 0,0-1-7 16,4 3-12-16,-5-7 0 0,3 5-10 0,0-3-2 16,-1 0-4-16,3 5-6 0,-2-10-6 0,2 10-3 15,0-9-2-15,0 9-7 0,2-9 0 0,0 3-2 16,0 1-2-16,1 1-4 0,0-1-3 0,0 1-2 16,0 2 0-16,-3 2-3 0,6-6 3 0,-3 6-3 15,-3 0-3-15,6-2 2 0,-6 2-1 0,6 0-3 16,-6 0 4-16,6 2 10 0,-6-2-6 0,6 6 5 15,-3-4-1-15,0 2 1 0,-2-1 6 0,3 1-2 16,-2 1 11-16,-1 0 0 0,2-1-3 0,-3-4 8 16,1 10-2-16,0-6 5 0,-1 2 4 0,0-6 2 15,-1 9-1-15,0-5 5 0,-2 1 11 0,0-2-2 16,-1 1-3-16,-3 0 0 0,1 0-5 0,-1 0 1 16,0-2-3-16,-4 2-1 0,3-1-8 0,-4-3 2 15,1 3-2-15,-1-3-7 0,1 2 2 0,-1-2-1 16,-1 0-2-16,1 0-3 0,0 0-4 0,0-2-3 15,1-1-5-15,0 0 2 0,-1 0 0 0,1 0-4 0,-1 0-4 16,1-3-3-16,2 2 14 0,-1-2-17 16,0 1 1-16,3 1-6 0,0-2-1 0,1 1-8 15,0-1-7-15,1 0-10 0,1 0-6 0,1 0-11 16,1 2-14-16,1-4-24 0,0 1-27 0,1 7-33 16,4-12-46-16,1 4-35 0,-2 1-44 0,1 1-185 0,1 0-487 15,1-3 215-15</inkml:trace>
          <inkml:trace contextRef="#ctx0" brushRef="#br2" timeOffset="-20076.6861">-751-40 101 0,'0'0'322'0,"4"-2"-13"0,-4 2-15 16,5-4-10-16,-5 4-8 0,4-2-27 0,-4 2-19 0,5-2-20 15,-5 2-25-15,3-2-21 0,-3 2-16 0,0 0-27 16,0 0-50-16,0 0-68 0,0 0-100 0,0 0-132 16,0 0-212-16,-9 9-476 0,9-9 210 15</inkml:trace>
          <inkml:trace contextRef="#ctx0" brushRef="#br2" timeOffset="-21920.2855">15-5 22 0,'0'0'232'16,"0"0"-3"-16,-1-6-4 0,1 6-7 0,0 0-11 16,0 0-3-16,0 0-13 0,0 0-17 0,0 0-7 15,0 0-1-15,0 0 1 0,0 0-9 0,0 0-3 16,0 0-3-16,0 0-9 0,-5 23-15 0,4-17-11 15,0 4-11-15,0-3-7 0,-1 2-9 16,2 3-9-16,0-1-7 0,-1 3-4 0,1 0-8 16,-2 0-9-16,1-1 5 0,1 2-10 0,0-3-12 0,0 1-35 15,0-3-47-15,0 0-47 0,1 2-68 0,1-4-95 16,-2 0-291-16,3 0-591 0,-1-1 262 0</inkml:trace>
          <inkml:trace contextRef="#ctx0" brushRef="#br2" timeOffset="-21107.8583">-154 106 174 0,'0'0'210'0,"0"0"-3"0,0 0-14 16,0 0-13-16,0 0-10 0,10 12-12 0,-5-9-7 16,-1 2-5-16,-1 2-7 0,1-2-5 0,0 0-10 15,-2 0-8-15,0 1-3 0,1 1-8 0,-1-1-4 16,1 1-5-16,-1 0-10 0,0-1-9 0,0 0-5 16,0 0-12-16,-1-3-2 0,0 3-3 0,-1-6-4 15,0 9-6-15,0-4-3 0,0-5-5 0,0 8-3 16,-3-4-6-16,3-4 3 0,-6 6-5 0,2-4-2 15,0 1-2-15,0-3-4 0,-2 0 0 0,-1 0-5 16,0 0-2-16,-1-2 4 0,1 1-12 0,-3-3-1 16,2 1-8-16,-1-1-7 0,0-1 1 0,0-1-5 15,0 0-2-15,2 1 1 0,-1-1-4 0,1-3 0 16,0 2 0-16,3 2-1 0,0-3 1 0,0 1-2 16,2 0-5-16,1-1 2 0,1 1-1 0,0 0 4 15,2-1 0-15,0 0 4 0,3 1 0 0,-3 0 1 16,3 1 2-16,0 1-1 0,0 1 5 0,0-1 0 15,-1 2 3-15,-1 1-2 0,3 1 0 0,-6 1 6 16,6-2 0-16,-6 2 0 0,0 0 0 0,8 3 4 16,-8-3 2-16,4 5 4 0,-2-2 2 0,0 1 0 15,-1 1 8-15,1 1 3 0,-2-6-4 0,2 9 2 16,-2-4 1-16,1 3-2 0,-1-2 2 0,0 0 0 16,0-6 1-16,-1 12-1 0,-1-7 1 0,0 0 3 15,-2 0-6-15,-1-2 2 0,-2 2-2 0,0-2-1 0,-3 1-4 16,2-2 2-16,0 1-1 0,-3-3-1 15,2 1-3-15,0 0 2 0,1-1-1 0,-3 0-3 16,3-2-5-16,0 0-3 0,-3-1-4 0,4 0-1 16,0-1 1-16,-2-2-1 0,2 0 4 0,0 0-4 15,-1-2-2-15,2 1 5 0,1 1-2 0,1-2 0 0,1 2 3 16,0-1 1-16,1 0 2 0,1 1 4 0,-1-1 4 16,2 7 6-16,-2-9 5 0,1 6 5 15,1 3 4-15,0 0-4 0,0-9-3 0,0 9 1 16,0 0-3-16,-1-5 2 0,1 5 2 0,0 0-4 0,0 0 0 15,0 0 8-15,0 0-2 0,0 0-2 0,0 0 6 16,0 0-6-16,0 0 4 0,0 0 1 0,2 21-3 16,-1-16 1-16,0 1 9 0,1 1-12 15,1 0 2-15,-2 0-6 0,0 1-1 0,-1-1 1 16,0 1 0-16,0 0 4 0,0 0-7 0,-2-2 0 0,0 1-1 16,2-7 0-16,-7 13-6 0,1-9 6 0,-1 2-6 15,0-2-6-15,-3 1-13 0,1-3-25 0,-1 1-28 16,1-2-38-16,-2-1-51 0,2 0-65 0,2-1-70 15,-1-1-189-15,8 2-517 0,-11-8 229 16</inkml:trace>
          <inkml:trace contextRef="#ctx0" brushRef="#br2" timeOffset="-19170.5016">-1096 153 101 0,'-2'13'184'0,"2"-13"-10"0,4 3-8 0,-4-3-9 15,4 4-10-15,-1-1-11 0,-3-3-9 0,6 4-6 0,-4 0-9 16,1-2-6-16,0 2-10 0,-3-4-4 16,3 6-7-16,-1-3-11 0,-2-3-4 0,1 6-9 15,-1-6-6-15,2 6-1 0,-2-6-6 0,0 0-3 16,-4 9-2-16,2-5-5 0,2-4-11 0,-5 3 2 16,2-1-9-16,-1 1-7 0,0-1-12 0,4-2-7 15,-9 2-9-15,4-1-6 0,5-1 3 0,-7 0-4 16,7 0 2-16,-9-4-1 0,6 3 3 0,3 1 1 0,-6-7 0 15,5 4 3-15,1 3 1 0,-3-9-2 0,3 4 3 16,0 5 4-16,0-10 2 0,0 10 1 0,2-12 14 16,0 4-1-16,0 4 1 0,1-4 4 15,-3 4 3-15,0 4 9 0,4-10-3 0,-3 7-5 0,-1 3 6 16,2-5 0-16,-2 5-3 0,2-5-1 0,-2 5-4 16,0 0 0-16,0 0-3 0,0 0 1 0,0 0-4 15,0 0-1-15,0 0 3 0,0 0-1 16,0 0-3-16,0 0 3 0,-13 12-6 0,10-9 2 0,-1 2-1 15,-1 1 1-15,1-2-5 0,0-1-5 0,-2 0-3 16,0 0-5-16,0 0 0 0,0 0-2 0,0 0-5 16,0-1 0-16,0-2 4 0,-1 1-1 0,3-1 2 15,4 0 5-15,-9-2-2 0,5 0 4 0,4 2 2 16,-8-5-1-16,3 1-3 0,2 1 5 0,-1-2 2 16,2-2 0-16,0-1 5 0,0 1 14 0,1-1 3 15,1 1 7-15,1-1-4 0,2-2 7 0,-1 2 9 16,0-1-1-16,3-3-4 0,0 0 0 0,1-1-6 15,0-1-3-15,-1 2 1 0,2 2-4 0,-2 0-2 16,-1 1-2-16,1 3 0 0,-2-1-4 0,0 1-5 16,-2 3 2-16,-1 3-4 0,2-6-8 0,-2 6-19 15,0 0-21-15,0 0-34 0,0 0-37 0,0 0-57 16,-9 12-219-16,3-7-421 0,0 1 186 0</inkml:trace>
          <inkml:trace contextRef="#ctx0" brushRef="#br2" timeOffset="-15873.8612">-1344-20 119 0,'0'0'199'0,"-1"-5"-11"0,1 5 1 0,0 0-4 15,0 0-7-15,0 0-9 0,0 0-6 0,0 0-11 16,0 0-7-16,0 0-3 0,0 0-2 0,0 0-4 16,0 0-6-16,0 0-7 0,0 0-6 0,-7 12-13 15,7-12-6-15,-1 8-9 0,0-3-4 0,1-5-11 16,-2 12-6-16,1-5-6 0,0 0-3 0,-1 1-13 16,1 1 1-16,1-1-8 0,-2-1-1 0,1 1-2 15,-1 1 0-15,-1-2-3 0,0 0-4 0,0 1-5 16,0-2-3-16,0 2 0 0,-1-2-6 0,-1 0 2 15,1-2-1-15,-1 1-1 0,1 0-1 0,-2-1-5 16,-1-1 2-16,0 3-1 0,2-3-1 0,-2 0-2 16,1 0 0-16,0-1-2 0,0 1-1 0,1-1 2 15,-2 1-1-15,3-1-3 0,-1-1 1 0,0-1 3 0,5 0-4 16,-6 3 2-16,6-3-3 0,-5 3-3 0,5-3 11 16,-4 2-11-16,4-2-2 0,0 0-3 0,-1 7 6 15,1-7-1-15,0 0 3 0,0 0-5 0,3 10 2 16,-3-10 1-16,5 5 1 0,-2-2-2 0,-1 2-1 15,1-2 5-15,0 0-4 0,1 1 12 0,-4-4-10 16,5 5-2-16,-2-3 2 0,0 1-3 0,0 1 12 16,-3-4-12-16,2 7 1 0,0-4 4 0,-2-3-2 15,2 5-1-15,-2-5 3 0,0 0 0 0,-4 8-1 16,4-8-2-16,-5 5 6 0,2-2-2 0,-4-1-5 16,3 0 0-16,-1 0 6 0,-2 1-5 0,2 0 6 15,-3-1-3-15,0 0-2 0,0-2 4 0,2 2 0 16,-3 0-5-16,1-2 6 0,0 0-6 0,1 0 2 15,-1-1 1-15,1 0 0 0,-2-1 13 0,0 2-18 16,1-2 0-16,0-1 6 0,-2-3-2 0,2 4 6 16,1-2-8-16,1 0-2 0,0 0 12 0,-1-2-9 15,2 1-4-15,0-1-1 0,0 1 3 0,2-3 0 16,0 4 0-16,1-3 10 0,1 0-13 0,2-2 1 16,1 2 2-16,1-1-4 0,1 1-15 0,1-1-14 15,2-1-24-15,-2 2-40 0,3-2-51 0,0 2-70 0,1-1-79 16,-3 0-167-16,-1 1-504 0,0 0 222 15</inkml:trace>
          <inkml:trace contextRef="#ctx0" brushRef="#br2" timeOffset="-17670.6064">-1784 29 126 0,'0'0'194'16,"0"0"-2"-16,0 0-16 0,0 0-15 0,0 0-11 15,-16 2-13-15,16-2-9 0,-9 0-10 0,5 0-8 16,4 0-9-16,-9-2-8 0,4 1-8 0,-1-1-11 16,1 0-8-16,2-1-2 0,3 3-12 0,-8-5-1 15,5 3-6-15,3 2-6 0,-4-7-2 0,0 3-8 16,3 0-2-16,1 4-7 0,-1-9 3 0,1 4-4 15,0 5-4-15,1-8-1 0,2 3 2 0,-1 1 1 16,-2 4-6-16,5-8 0 0,-3 5-3 0,-2 3-7 16,5-1 8-16,-5 1-4 0,6 0 0 0,-6 0-5 15,6 4-18-15,-4-1-14 0,1 2-30 0,-3-5-25 16,2 9-39-16,-1-4-33 0,-1 1-166 0,-1 1-350 16,-2 0 155-16</inkml:trace>
          <inkml:trace contextRef="#ctx0" brushRef="#br2" timeOffset="-18045.5538">-1844 176 167 0,'0'0'192'15,"0"0"-9"-15,-5 2-15 0,5-2-8 0,-6 2-10 16,6-2-5-16,-6 1-8 0,6-1-15 0,-6 0-12 0,6 0-9 16,-9-3-5-16,9 3-8 0,-8-2-10 0,5 0-7 15,-2 0-5-15,5 2-9 0,-8-4 6 16,4 2-10-16,4 2-5 0,-5-6-10 0,3 2 1 16,0 0-6-16,2 4-5 0,-2-8-3 0,2 8-1 15,1-7-8-15,-1 7 4 0,4-7-3 0,-2 4-1 16,1 0-1-16,-3 3-7 0,5-5-1 0,-1 3 3 15,-1 0 0-15,-3 2-9 0,6-1 6 0,-6 1-1 16,8 1 3-16,-8-1-5 0,5 2-1 0,-1 2-1 0,-1-1 7 16,-3-3-6-16,3 8-2 0,-1-2 1 0,-2 0-2 15,0-6-12-15,-5 13-13 0,1-6-12 16,0-2-35-16,0 1-29 0,1-3-39 0,-2 2-26 16,1-2-177-16,0-1-371 0,4-2 164 0</inkml:trace>
        </inkml:traceGroup>
      </inkml:traceGroup>
    </inkml:traceGroup>
  </inkml:traceGroup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0-03-09T14:02:34.577"/>
    </inkml:context>
    <inkml:brush xml:id="br0">
      <inkml:brushProperty name="width" value="0.05292" units="cm"/>
      <inkml:brushProperty name="height" value="0.05292" units="cm"/>
      <inkml:brushProperty name="fitToCurve" value="1"/>
    </inkml:brush>
    <inkml:brush xml:id="br1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Group>
    <inkml:annotationXML>
      <emma:emma xmlns:emma="http://www.w3.org/2003/04/emma" version="1.0">
        <emma:interpretation id="{EC488DA7-2675-46CA-B5F0-A05C86FCA00D}" emma:medium="tactile" emma:mode="ink">
          <msink:context xmlns:msink="http://schemas.microsoft.com/ink/2010/main" type="writingRegion" rotatedBoundingBox="14561,6840 3630,7625 3156,1021 14087,236"/>
        </emma:interpretation>
      </emma:emma>
    </inkml:annotationXML>
    <inkml:traceGroup>
      <inkml:annotationXML>
        <emma:emma xmlns:emma="http://www.w3.org/2003/04/emma" version="1.0">
          <emma:interpretation id="{69078A01-C0F3-4D04-B39F-F4EC77062E90}" emma:medium="tactile" emma:mode="ink">
            <msink:context xmlns:msink="http://schemas.microsoft.com/ink/2010/main" type="paragraph" rotatedBoundingBox="3565,6194 14287,6217 14286,6972 3563,6948" alignmentLevel="4"/>
          </emma:interpretation>
        </emma:emma>
      </inkml:annotationXML>
      <inkml:traceGroup>
        <inkml:annotationXML>
          <emma:emma xmlns:emma="http://www.w3.org/2003/04/emma" version="1.0">
            <emma:interpretation id="{F07C3F9E-38B1-4A6E-8246-54F595992B58}" emma:medium="tactile" emma:mode="ink">
              <msink:context xmlns:msink="http://schemas.microsoft.com/ink/2010/main" type="line" rotatedBoundingBox="3565,6194 14287,6217 14286,6972 3563,6948"/>
            </emma:interpretation>
          </emma:emma>
        </inkml:annotationXML>
        <inkml:traceGroup>
          <inkml:annotationXML>
            <emma:emma xmlns:emma="http://www.w3.org/2003/04/emma" version="1.0">
              <emma:interpretation id="{5B5F3914-CB7D-4ADE-9274-AEDDBD98CFDC}" emma:medium="tactile" emma:mode="ink">
                <msink:context xmlns:msink="http://schemas.microsoft.com/ink/2010/main" type="inkWord" rotatedBoundingBox="3565,6194 4175,6196 4173,6950 3563,6948"/>
              </emma:interpretation>
              <emma:one-of disjunction-type="recognition" id="oneOf0">
                <emma:interpretation id="interp0" emma:lang="" emma:confidence="0">
                  <emma:literal>&amp;</emma:literal>
                </emma:interpretation>
                <emma:interpretation id="interp1" emma:lang="" emma:confidence="0">
                  <emma:literal>T</emma:literal>
                </emma:interpretation>
                <emma:interpretation id="interp2" emma:lang="" emma:confidence="0">
                  <emma:literal>F</emma:literal>
                </emma:interpretation>
                <emma:interpretation id="interp3" emma:lang="" emma:confidence="0">
                  <emma:literal>$</emma:literal>
                </emma:interpretation>
                <emma:interpretation id="interp4" emma:lang="" emma:confidence="0">
                  <emma:literal>@</emma:literal>
                </emma:interpretation>
              </emma:one-of>
            </emma:emma>
          </inkml:annotationXML>
          <inkml:trace contextRef="#ctx0" brushRef="#br0">-10269 4522 206 0,'0'0'295'0,"3"-7"-13"0,-1 6-12 16,-2 1-20-16,4-5-29 0,-2 2-15 0,-2 3-23 0,4-4-17 15,-4 4-17-15,4-3-22 0,-4 3-33 0,0 0-45 16,2-5-70-16,-2 5-57 0,0 0-82 16,0 0-214-16,0 0-404 0,0 0 179 0</inkml:trace>
          <inkml:trace contextRef="#ctx0" brushRef="#br0" timeOffset="-171.8603">-10051 4507 108 0,'0'0'221'0,"0"0"-18"15,0 0-21-15,0 0-10 0,0 0-5 0,0 0-13 16,0 0-5-16,0 0-7 0,0 0-14 0,4 17-7 16,-3-12-7-16,1-1-12 0,0 2 1 0,-2 0-10 15,4 1-3-15,-3 2-8 0,1 0 2 0,-2-1-3 16,1 1-4-16,-1 0-7 0,1-1-3 0,-3 2-7 16,2-1-2-16,-2-1-7 0,0 0-4 0,0 0-7 15,-1-1-3-15,0-1-4 0,1 0 1 0,-2-1-7 16,2-1-3-16,-1 1-3 0,-2-1-3 0,-1 2 0 15,0-2-2-15,1-3-5 0,-2 2 0 0,1-2-4 0,-2 1-5 16,0-2-2-16,0-1-4 0,-3 0 2 16,4 0-2-16,-1-2 1 0,1 0 3 0,1 0-4 15,-1-2 1-15,2 1 3 0,-1 2-2 0,1-4-2 0,1 2 3 16,0-1 2-16,0 1 4 0,4 4-4 0,-4-8 6 16,3 5-3-16,-2-1 0 0,3 4-1 0,0 0 3 15,0-8-4-15,0 8 5 0,0 0-2 0,0 0-2 16,0 0-1-16,2-8 1 0,-2 8-2 0,0 0 4 15,4-1-4-15,-4 1-3 0,0 0 5 0,0 0 1 16,0 0-3-16,0 0 2 0,0 0 1 0,3 12 2 16,-3-12-3-16,0 6 6 0,0-6-2 0,-2 9-5 15,2-9 1-15,-3 8-2 0,2-5 2 0,-1 3 3 0,2-6-3 16,-4 6-1-16,1-3-1 0,0 1-2 0,-1-1 1 16,0-1 1-16,4-2-1 0,-6 6 1 15,2-5-3-15,-2 2 8 0,0-1-7 0,1-1 1 16,0 0 2-16,-1-1-3 0,6 0 3 0,-11 1-2 0,6-2-3 15,-1 1 7-15,1-1-3 0,5 1-2 0,-9-3 2 16,5 2 2-16,4 1-3 0,-7-3 3 0,7 3 1 16,-5-3-2-16,5 3 0 0,0 0 3 0,0 0-5 15,0 0 2-15,0 0 2 0,0 0 0 0,0 0-2 16,0 0 0-16,0 0-5 0,0 0 4 0,8 15-2 16,-6-9 1-16,0-1 0 0,-1-1 2 0,1 1-1 15,-2-5 1-15,3 8-6 0,-2-2 2 0,1-1-8 16,-2-5 4-16,0 7-8 0,0-7-2 0,0 0-8 15,0 8-2-15,0-8-7 0,0 0-7 0,-6 6-9 16,6-6-1-16,-5 0-2 0,5 0-2 0,-7 0-8 16,7 0 1-16,-7-3-3 0,3 0 4 0,-2-1 0 15,1 0 7-15,-1 2-4 0,1-3 9 0,1 2 3 0,0 0 5 16,1 0 5-16,-1 0-8 0,0-1 13 0,4 4 2 16,-5-5 8-16,1 2 0 0,4 3 3 15,-4-5 0-15,4 5 3 0,-6-4 2 0,6 4 1 0,-5-6 0 16,5 6 3-16,-5-2 1 0,5 2 11 0,-5-3 1 15,5 3-2-15,-6-2 4 0,6 2 5 0,-7-2 4 16,7 2 2-16,-6 1 1 0,6-1 3 0,-8 2-2 16,8-2 2-16,-7 4 9 0,4-2-6 0,-2 1 5 15,2 0-1-15,3-3 0 0,-5 6 1 0,2-2 5 16,0 1 0-16,3-5-3 0,-3 9 7 0,3-3 10 16,0 0-1-16,1 3 7 0,0 0 0 0,0 0-1 15,0-1-5-15,2 1 5 0,-1 3-1 0,1-3-3 16,1 4 0-16,-1-2 2 0,1 1 0 0,-1 1-4 15,2-1-5-15,-3 0-6 0,0 0 1 0,0 0-2 16,-2-3-12-16,1 1 3 0,0-1 0 0,-1-1-7 16,0 1-12-16,0-1-8 0,0-1-17 0,-1 0-21 0,1-7-32 15,-1 9-29-15,1-5-39 0,0-4-42 0,0 0-42 16,-2 5-243-16,2-5-503 0,0 0 223 0</inkml:trace>
          <inkml:trace contextRef="#ctx0" brushRef="#br0" timeOffset="296.8595">-9841 4246 111 0,'4'-3'227'0,"-4"3"-16"0,0 0-19 15,0 0-10-15,-11 12 1 0,5-7-3 0,-2 3-16 16,-4 5-5-16,-2-1-12 0,-1 1-9 0,-1 1-17 16,-2 1-7-16,1 1-13 0,0 2-9 0,-1-3-10 15,2 1-12-15,-2 0-38 0,3-1-52 0,-2 0-70 16,3-1-111-16,1-2-166 0,4-4-395 0,0 0 175 15</inkml:trace>
        </inkml:traceGroup>
        <inkml:traceGroup>
          <inkml:annotationXML>
            <emma:emma xmlns:emma="http://www.w3.org/2003/04/emma" version="1.0">
              <emma:interpretation id="{8225E742-CA93-4119-9C41-E3A1BFFE154D}" emma:medium="tactile" emma:mode="ink">
                <msink:context xmlns:msink="http://schemas.microsoft.com/ink/2010/main" type="inkWord" rotatedBoundingBox="4171,6283 5333,6285 5332,6847 4170,6844"/>
              </emma:interpretation>
              <emma:one-of disjunction-type="recognition" id="oneOf1">
                <emma:interpretation id="interp5" emma:lang="" emma:confidence="1">
                  <emma:literal/>
                </emma:interpretation>
              </emma:one-of>
            </emma:emma>
          </inkml:annotationXML>
          <inkml:trace contextRef="#ctx0" brushRef="#br0" timeOffset="-4093.4507">-9042 4507 110 0,'0'0'223'0,"0"0"-17"15,0 0-15-15,0 0-15 0,0 0-14 0,-14 4-17 0,8-3-12 16,-2 2-15-16,0 0-11 0,0 0-12 0,-2 0-8 16,3 0-19-16,-1 2-31 0,1-2-40 0,0 1-59 15,1-1-57-15,1-1-160 0,1 1-303 0,1 0 134 16</inkml:trace>
          <inkml:trace contextRef="#ctx0" brushRef="#br0" timeOffset="-4343.4201">-8689 4635 142 0,'0'0'179'0,"0"0"-14"0,6 4-10 16,-6-4-7-16,2 4-5 0,-2-4-12 0,0 0-6 15,2 8-12-15,-2-8-7 0,0 9-7 0,0-9-5 16,0 8-10-16,0-8-6 0,-2 10-9 0,1-7-3 15,1-3-9-15,-2 8-7 0,1-3 0 0,1-5-11 16,-4 5 1-16,2-2-3 0,-1 0-7 0,3-3-3 16,-8 3-4-16,5-1 2 0,3-2-6 0,-7 0-1 15,7 0-2-15,-9-2-1 0,1 1-1 0,2-1 0 16,-1-1-3-16,-1-1 1 0,2 1-5 0,0 0-1 0,0-1 1 16,3 0-3-16,-2 1 2 0,2 0 1 0,0-1 0 15,-1 1 7-15,4 3 11 0,-4-5 5 16,4 5 7-16,-5-3 5 0,5 3 0 0,-3-4-1 0,3 4 0 15,0 0-5-15,0 0 1 0,-4-3-5 0,4 3-4 16,0 0-3-16,0 0 0 0,0 0-1 0,0 0-5 16,0 0 1-16,0 0-3 0,0 0 0 0,0 0 3 15,0 0 1-15,6 18 0 0,-3-14-3 0,-2-1 5 16,-1-3-6-16,4 9-4 0,-3-4 1 0,1-2-1 16,-1 2-2-16,-1-5 0 0,1 8-4 0,0-3 3 15,-1-5-3-15,1 9 0 0,0-6-1 0,-1-3 0 16,0 7 0-16,0-7 2 0,-1 10 0 0,-1-6-2 0,2-4 0 15,-2 6 5-15,-1-2-11 0,-1-2 4 0,4-2-2 16,-6 3-2-16,4 0 6 0,2-3-8 16,-10 1-1-16,6-1-2 0,4 0-2 0,-12-1-5 0,7 1-5 15,-2-3 3-15,2 0-3 0,-2 2-6 0,2-2-5 16,-2-1-1-16,1 2-5 0,-1-2-3 0,3 0-2 16,-2 0-11-16,1-1-1 0,0 2 1 0,1-3-5 15,0 1 6-15,1-2 2 0,1 2 2 0,0-2-1 16,2 0 6-16,0 7 1 0,1-15 6 0,0 8 0 15,1 2 4-15,0-3 5 0,2 3 1 0,-1-2 0 16,-1 2 4-16,0 1 1 0,1 1 5 0,0-1 2 16,-3 4-4-16,6-4 5 0,-4 1 3 0,-2 3 0 0,7-1 2 15,-7 1 1-15,6 0 6 0,-6 0 0 16,0 0 4-16,7 4 3 0,-7-4 4 0,5 4 4 16,-4-1 0-16,1 1-2 0,-2-4 3 0,4 7 0 0,-2-3 5 15,-1 1 5-15,-1-5-5 0,1 9 2 0,0-4-3 16,-1-5 2-16,-2 9 0 0,2-5-2 0,-4 1-1 15,4-5-2-15,-5 9-2 0,3-5-3 0,-3 0 3 16,1-1-6-16,-1-1 0 0,-1 1-2 0,0 0 5 16,0-2-6-16,-1 0 0 0,1 0-4 0,-2-1 0 15,0-1-3-15,1 0 1 0,-1 0-1 0,-2 0-7 16,0-2 0-16,2 0 2 0,2-1-4 0,-1-1 2 16,1-1-1-16,0 1 2 0,1-2 1 0,2 2 2 0,-1-2-3 15,1 1 6-15,0-2-2 0,1 1 4 16,1 2-1-16,-1-2 1 0,1 1 8 0,1 6 5 15,-2-9 3-15,2 9 5 0,-1-6 0 0,1 6-3 0,0 0-5 16,-1-7 5-16,1 7-4 0,0 0-1 0,0 0 0 16,0 0-1-16,0 0-5 0,0 0-2 0,0 0 3 15,0 0 0-15,-4 17-4 0,4-17 3 0,-1 10-3 16,1-5 3-16,-1 0-4 0,1-5-1 0,-2 11-1 16,0-3 1-16,-2-2 0 0,1 1-2 0,-1-2 0 15,-1 1 0-15,-1-2 1 0,1 0 0 0,-2 0-6 16,1-2 4-16,-1 2 1 0,1-2-4 0,0-1-1 15,-2 1 5-15,1-2-6 0,0 0 4 0,1-2-2 16,-1 1 1-16,1-1 0 0,1 0-3 0,2-1 2 16,3 3 0-16,-7-5 3 0,2 4-1 0,5 1 1 15,-4-4 5-15,2 1 6 0,2 3 9 0,-5-4 1 16,5 4 8-16,-3-3-3 0,3 3 5 0,0 0-6 0,0 0-4 16,-3-4 2-16,3 4-6 0,0 0-4 0,0 0 3 15,0 0-5-15,0 0 6 0,0 0-8 16,0 0 3-16,0 16 4 0,0-16 1 0,3 12 0 0,-3-6 4 15,1 0-4-15,1 1 7 0,-2 2-8 0,-2-1 0 16,2 1 0-16,-1-1-1 0,-1 1-1 0,1 1-3 16,0-1-1-16,-3 2 0 0,0 0-4 0,0-3 2 15,-1 0-1-15,-1 0 3 0,-1 1-9 0,-2-2-7 16,1 2-9-16,2-6-14 0,-1 3-16 0,1-4-24 16,0 0-27-16,0 0-27 0,2 1-29 0,4-3-40 15,-8 0-37-15,8 0-225 0,-7-4-490 0,5 0 218 16</inkml:trace>
          <inkml:trace contextRef="#ctx0" brushRef="#br0" timeOffset="-3609.1069">-8690 4894 315 0,'-6'-7'313'0,"6"7"-17"0,0 0-26 0,0 0-28 15,0 0-22-15,5-13-17 0,-5 13-19 0,3-4-23 16,-3 4-29-16,0 0-47 0,3-5-78 0,-3 5-90 16,0 0-142-16,0 0-129 0,0 0-383 0,-4-12 170 15</inkml:trace>
          <inkml:trace contextRef="#ctx0" brushRef="#br0" timeOffset="-2015.4772">-9413 4338 16 0,'3'-3'228'0,"-3"3"-13"15,0 0-10-15,0 0-11 0,0 0-9 0,0 0-9 16,0 0-14-16,0 0-3 0,0 0-8 0,-3 15-7 16,0-9-13-16,-1 3-11 0,-4 0-8 0,1 2-9 15,-7 5-8-15,1-1-7 0,-1 0-11 0,-3 0-7 0,0 0-5 16,1-1-8-16,0-2-6 0,1 1-7 0,4-4-17 15,1 0-29-15,1-3-39 0,4 0-46 0,-1-1-42 16,5-2-54-16,-1 1-223 0,2-4-440 0,0 0 196 16</inkml:trace>
          <inkml:trace contextRef="#ctx0" brushRef="#br0" timeOffset="-2170.7158">-9319 4562 101 0,'0'0'228'0,"0"0"-9"0,0 0-13 0,0 0-14 16,0 0-8-16,0 0-17 0,0 0-10 0,0 0-12 16,0 0-10-16,7 16-11 0,-5-12-9 0,-1 1-6 15,1-1-6-15,-2 2-12 0,0 0-7 0,2-1-2 16,-2 2-7-16,0 0-2 0,-2-1-3 0,2-6-4 16,-1 13-8-16,-1-7-3 0,-2 1-6 0,0-2-3 15,0 1-6-15,0 0-3 0,-1-1-5 0,0-1-1 16,1 0-4-16,-2 1 0 0,0-2-7 0,-1 0-4 15,1 0-1-15,1-3-2 0,-1 1 0 0,1-1-1 0,5 0-3 16,-8 0 1-16,8 0 1 0,-7-1-3 16,7 1 2-16,-6-3-4 0,6 3-3 0,-6-4 4 15,3 2 0-15,3 2 0 0,-5-3-1 0,5 3 7 0,0 0-3 16,0 0 0-16,0 0 1 0,0 0-3 0,0 0 0 16,0 0-2-16,0 0 0 0,0 0 0 0,0 0-3 15,0 0 3-15,0 0-5 0,14 12 5 0,-12-9-4 16,0 3 2-16,-1-3 1 0,1 2-4 0,-2-5 0 15,2 8 0-15,0-3-2 0,-2-5-3 0,0 7-5 16,0-7-2-16,1 8-3 0,-1-8-1 0,-1 6-2 16,1-6 0-16,0 0-4 0,-2 6-6 0,2-6 4 15,0 0 4-15,-8 0-5 0,8 0-2 0,-6-2 0 16,6 2 4-16,-8-4 3 0,4 0 2 0,1 0-1 16,-2 0 3-16,2-1 1 0,-1 0 4 0,2 0-4 15,-2-1 3-15,4 6 0 0,-4-9 6 0,3 4 0 16,1 5 0-16,-2-10-2 0,0 6 4 0,2 4 2 0,-2-8-3 15,2 8 4-15,-1-6 2 0,1 6-1 16,0-7 3-16,0 7 1 0,0 0-3 0,-2-8-3 16,2 8 7-16,0 0-9 0,0 0 6 0,0 0 1 15,0 0-6-15,0 0 1 0,0 0 2 0,0 0 1 0,0 0 2 16,0 0-4-16,0 0-1 0,0 0 0 16,0 0 4-16,0 0-1 0,0 0 1 0,-3 17-3 15,1-13 1-15,2-4-3 0,-6 4 0 0,2-2-1 0,-1 1-6 16,1-1-2-16,0 1-3 0,-2-2-8 0,-1 2-4 15,2-2-1-15,1 0 1 0,-2 0-2 0,0 0 0 16,6-1-2-16,-10-2 10 0,6 0-4 0,-3-1 4 16,1 0 0-16,1-2 3 0,-1-1 1 0,1 1 5 15,0 0 0-15,1-3 1 0,-1 1 3 0,1 2-2 16,2-3 1-16,-1 1 5 0,1 0-3 0,-2 0 11 16,2-1 7-16,0 1 14 0,0 2 5 0,2 5 4 15,-2-10 0-15,0 5 9 0,2 5-2 0,-1-9 3 0,1 9 3 16,0-7-2-16,0 7 1 0,-2-4-6 15,2 4 1-15,0 0 4 0,-2-6-8 0,2 6-3 16,0 0 1-16,0 0-5 0,0 0-3 0,0 0 0 16,0 0 6-16,0 0 2 0,0 0 9 0,0 0-5 0,10 9 1 15,-8-4-1-15,0 0 2 0,0-2-4 0,1 4-3 16,-2-2-4-16,1 2-3 0,-1-2 1 0,0 0 0 16,0 1-1-16,0 0-6 0,-1 0-3 0,0-6 4 15,0 12-2-15,0-6-4 0,-2 0-5 0,1-1 4 16,1-5-2-16,-3 9 1 0,1-5 2 0,-3 2-6 15,2-1 3-15,-2-2 1 0,1 1-1 0,-2 0-12 16,-1 0 11-16,-1-2-1 0,1 0-5 0,-2 1 2 16,0-1 2-16,-2 1-6 0,-1-2 4 0,0-1-5 15,-1 0 1-15,-4-1 14 0,0-1-13 0,-1 0-4 16,5-1 3-16,-3-1-3 0,5 0 9 0,0 0-8 16,0-1-5-16,4 0 8 0,-1 1-13 0,3-2 1 15,0 0-11-15,2 0-22 0,1 0-18 0,1 0-31 0,1-2-34 16,0 1-42-16,1-1-46 0,3 0-35 0,0 0-52 15,0-1-194-15,4 0-531 0,1-2 235 16</inkml:trace>
          <inkml:trace contextRef="#ctx0" brushRef="#br0" timeOffset="-1624.8807">-9075 4332 146 0,'0'0'225'0,"0"0"-5"0,0 0-9 16,0 0-9-16,0 0-9 0,-12 17-8 0,6-9-2 16,-4 1-12-16,-4 3-13 0,0 2-10 0,-1-1-8 15,-3 3-12-15,1-4-13 0,0 1-11 0,-1 2-8 16,-1-1-14-16,1-1-21 0,1-2-32 0,1 1-61 15,0-1-50-15,5-3-79 0,-1-3-260 0,5-1-455 16,0 1 202-16</inkml:trace>
        </inkml:traceGroup>
        <inkml:traceGroup>
          <inkml:annotationXML>
            <emma:emma xmlns:emma="http://www.w3.org/2003/04/emma" version="1.0">
              <emma:interpretation id="{9EFB7E33-3B3A-4742-BB85-623CED577741}" emma:medium="tactile" emma:mode="ink">
                <msink:context xmlns:msink="http://schemas.microsoft.com/ink/2010/main" type="inkWord" rotatedBoundingBox="5491,6271 6980,6275 6979,6808 5489,6805"/>
              </emma:interpretation>
              <emma:one-of disjunction-type="recognition" id="oneOf2">
                <emma:interpretation id="interp6" emma:lang="" emma:confidence="1">
                  <emma:literal/>
                </emma:interpretation>
              </emma:one-of>
            </emma:emma>
          </inkml:annotationXML>
          <inkml:trace contextRef="#ctx0" brushRef="#br0" timeOffset="-8107.7832">-8027 4520 123 0,'2'-3'290'0,"2"-3"-8"16,-3 2-9-16,-1 4-24 0,4-5-16 0,-4 5-23 16,3-6-21-16,-3 6-17 0,2-4-22 0,-2 4-16 15,0 0-23-15,0 0-35 0,0 0-48 0,0 0-51 16,0 0-49-16,0 0-76 0,0 0-232 0,-9 11-411 16,6-6 182-16</inkml:trace>
          <inkml:trace contextRef="#ctx0" brushRef="#br0" timeOffset="-7343.2017">-8033 4339 27 0,'2'-7'267'0,"-2"7"-9"15,2-6-16-15,-2 6-11 0,0 0-12 16,0-6-15-16,0 6-17 0,0 0-12 0,0 0-14 0,0 0-15 15,0 0-8-15,0 0-14 0,0 0 3 0,-14 11-6 16,9-9-8-16,0 5-4 0,-1-1-8 0,-2 2-6 16,1 1-13-16,-1 0-6 0,-1 1-4 0,-4 1-11 15,1 2-3-15,-1-1-7 0,0 0-5 0,-1 0-2 16,-1-2-12-16,4-2-12 0,0-1-17 0,0 1-27 16,0 0-37-16,2-1-41 0,-1-3-42 0,3 0-41 15,3-3-53-15,-2 2-235 0,1-3-513 0,5 0 228 16</inkml:trace>
          <inkml:trace contextRef="#ctx0" brushRef="#br0" timeOffset="-7186.9756">-8206 4396 156 0,'0'0'215'0,"0"0"-21"15,0 0-18-15,0 0-16 0,-18 8-15 16,11-3-14-16,2-1-10 0,-1 1-20 0,0-1-35 0,0 2-42 15,1-3-67-15,1 3-198 0,0-3-262 0,1 2 116 16</inkml:trace>
          <inkml:trace contextRef="#ctx0" brushRef="#br0" timeOffset="-7655.6903">-8228 4556 25 0,'-4'-4'270'16,"4"4"-9"-16,0 0-10 0,-3-4-17 0,3 4-16 15,0 0-22-15,0 0-17 0,0 0-11 0,0 0-16 16,0 0-12-16,0 0-9 0,0 0-6 0,0 0-9 16,0 0-10-16,0 0-10 0,0 0-8 0,5 18-5 15,-4-14-7-15,1 1-4 0,-1 1-12 0,1 0-1 16,-1 0-5-16,-1 0-11 0,0-6 0 0,1 10-8 16,-2-2 1-16,0-1-2 0,-2 1-4 0,1-1-8 0,-2-1 1 15,-1 0-3-15,1 0-1 0,0 0 1 16,0-1-6-16,0 1-1 0,-3 0-1 0,3 0-1 15,-3-1-1-15,3-1-2 0,0-1 0 0,0 1-5 0,1-1 1 16,0-1-5-16,3-2-3 0,-5 6 1 0,3-3-4 16,2-3 0-16,-3 6 0 0,3-6 0 0,-2 6 0 15,2-6-4-15,1 6 3 0,-1-6 1 0,2 7 1 16,-2-7 2-16,3 6-1 0,0-4 3 0,0 1-2 16,-3-3 1-16,6 7 2 0,-4-5-4 0,2 0 3 15,-1 1 1-15,-3-3 1 0,5 5 5 0,-3-3-3 16,1 1 4-16,-3-3 0 0,3 4-3 0,-3-4 2 15,2 5 4-15,-2-5 4 0,2 6 2 0,-2-6-1 16,-1 7 6-16,1-7-3 0,-4 8 3 0,0-6-1 16,-1 2 1-16,0 2 0 0,-2 0 0 0,1-3-1 15,-2 0-1-15,0-1 1 0,-1 3 1 0,-1-2-1 16,1 1-2-16,-3-1 4 0,0-1-7 0,0 0 4 0,0-1-1 16,0-1-3-16,1 1-1 0,-2-2-6 0,2 0 1 15,-2-2 1-15,2 2-2 0,-1-4-3 0,1 0-1 16,0 0 4-16,1 0-4 0,1-1 2 0,3 0-2 15,2 2-2-15,1-5-13 0,1 1-4 0,1-2-18 16,3-3-32-16,2 1-36 0,0-1-40 0,3 1-34 16,1 0-49-16,5-4-66 0,0 1-190 0,-1 2-520 15,2-2 231-15</inkml:trace>
          <inkml:trace contextRef="#ctx0" brushRef="#br0" timeOffset="-9124.3316">-7767 4659 38 0,'0'0'196'0,"0"0"-7"0,0 0-7 15,0 0-8-15,0 0-10 0,3 12-7 16,-1-6-8-16,-2 0 0 0,0-1-10 0,0 2-12 0,0 0-8 15,0 1-3-15,0 0-6 0,-3 1-5 0,0 4-7 16,0-2-7-16,-2-3-4 0,-1 2-8 0,0-3-9 16,-1 3-3-16,0-1-10 0,1-2-5 0,-2-2-4 15,0 2-11-15,-1-1-17 0,0-3-29 0,3 1-37 16,-3-2-50-16,2-1-58 0,1-1-66 0,0-1-163 16,1-2-414-16,1 0 183 0</inkml:trace>
          <inkml:trace contextRef="#ctx0" brushRef="#br0" timeOffset="-8905.5935">-7808 4581 292 0,'2'-5'293'0,"-1"0"-12"15,3 2-18-15,-2-1-16 0,1 1-27 0,-3 3-21 16,6-5-19-16,-6 5-19 0,2-3-15 0,-2 3-21 15,0 0-32-15,0 0-40 0,0 0-51 0,0 0-65 16,0 0-65-16,0 0-82 0,0 0-149 0,-10 15-390 16,4-11 173-16</inkml:trace>
          <inkml:trace contextRef="#ctx0" brushRef="#br0" timeOffset="-8452.4962">-7973 4638 12 0,'0'0'231'16,"0"0"-16"-16,5 10-17 0,-5-10-18 0,0 6-10 16,0-6-11-16,2 5-19 0,-2-5-11 0,1 6-12 15,-1-6-10-15,1 6-8 0,-1-6-8 0,-1 7-9 0,1-7-11 16,-3 5-4-16,3-5-6 0,-2 4-8 15,2-4-7-15,-6 4-2 0,2-3-8 0,4-1 0 16,-6 2-4-16,2-2-4 0,4 0-4 0,-10-2 0 0,3 1-3 16,2-1-5-16,-3-1 0 0,3 0-4 0,-3 0 2 15,2 0-1-15,1-2-1 0,0 1 2 0,0-1 6 16,1-1 9-16,0 0 6 0,0 2 7 0,1-1 4 16,-2-1 6-16,1 4 9 0,2-2 7 0,2 4 1 15,-4-6-1-15,1 4-5 0,3 2-5 0,0 0 1 16,-4-6-9-16,4 6-5 0,0 0-4 0,0 0-5 15,0 0 0-15,0 0-5 0,0 0-2 0,-1 14-5 16,1-14 0-16,3 11-6 0,1-4 0 0,-3 1 3 16,2-1-2-16,-2 1-2 0,1 0-5 0,1 0 0 15,-2 0-2-15,0-1-4 0,-1-2 3 0,0-5 2 16,-1 12-4-16,-3-8-2 0,2 2 0 0,-3-1-2 16,-1 1-12-16,1-3-12 0,-2-1-15 0,2 1-28 0,-1-3-34 15,0 0-36-15,6 0-44 0,-8-3-55 0,1-1-260 16,3 2-534-16,1-5 237 0</inkml:trace>
          <inkml:trace contextRef="#ctx0" brushRef="#br0" timeOffset="-10780.4615">-7148 4663 183 0,'0'0'219'0,"0"0"-7"16,9-12-16-16,-9 12-15 0,5-2-12 0,-5 2-15 16,5-2-9-16,-5 2-11 0,4-3-18 0,-4 3-12 15,6-2-6-15,-6 2-14 0,5 0-10 0,-5 0-4 16,5 0-7-16,-5 0-4 0,0 0-6 0,5 1-7 16,-5-1-2-16,4 3-6 0,-4-3-4 0,3 4-4 15,-3-4 2-15,2 4-10 0,-2-4-3 0,1 5 1 16,-1-5-1-16,2 7-3 0,-2-7-1 0,0 6-7 15,0-6-5-15,2 8 0 0,-2-8-1 0,-1 8-6 16,1-8-2-16,0 8-8 0,1-3 5 0,-1-5 4 16,0 7 1-16,0-7-4 0,1 7-2 0,-1-7 9 15,1 7-2-15,-1-7 0 0,1 4 3 0,-1-4-1 16,0 0-1-16,2 5 2 0,-2-5-5 0,0 0 2 0,4 3 1 16,-4-3 1-16,3 1 1 0,-3-1 1 0,7 0-2 15,-7 0-2-15,8 0 4 0,-4 0-1 16,-4 0-1-16,9 0-2 0,-4 0 4 0,-5 0-4 0,7-1 3 15,-7 1 0-15,6 0 0 0,-6 0-3 0,0 0 3 16,0 0 0-16,0 0-1 0,0 0 1 0,0 0 1 16,0 0 0-16,0 0-2 0,0 0-3 0,-20 1 5 15,13 1-1-15,0-4-1 0,0 4 0 0,-1-2 3 16,0 2-2-16,1-1-3 0,-4-1 3 0,2 0-2 16,-2 0-4-16,2 0 6 0,2 0-1 0,-3-1 1 15,-1-1-2-15,0-1 0 0,2 3-1 0,2-3 4 16,-1 0-7-16,0-2 1 0,2 3 1 0,-1-2-4 15,1 1 4-15,-1-1 1 0,2 1 2 0,1-3-1 0,2 1-1 16,-1 1 3-16,0 0-3 0,3 4 3 16,-3-9 1-16,2 5 0 0,1 4 4 0,-3-8 7 15,3 8-2-15,-2-8 5 0,2 8-2 0,0-5 7 0,0 5-4 16,0 0 4-16,-3-7 0 0,3 7-1 0,0 0-4 16,0 0 2-16,0 0-5 0,0 0-1 0,-3-3-2 15,3 3 0-15,0 0-1 0,0 0 1 0,0 0 1 16,0 0-3-16,0 0-1 0,0 0 0 0,0 0 1 15,2 21-2-15,-2-21-2 0,0 7 2 0,0-7 3 16,-1 7-7-16,1-7 2 0,-3 7 1 0,0-5 0 16,3-2-1-16,-6 4 2 0,3-1-1 0,-4 1 0 15,1-1-3-15,-2 0 0 0,0-1-4 0,0-2 0 16,-3 3 4-16,3-3-3 0,0 3 3 0,1-3 2 16,-1 0-4-16,2 0 0 0,1 0 2 0,5 0-1 15,-9 0 2-15,9 0-3 0,-5-3 3 0,5 3-1 16,-6-2-2-16,6 2 2 0,0 0 2 0,-5-2 2 0,5 2-1 15,0 0 2-15,0 0 0 0,-4-1 1 0,4 1 1 16,0 0-1-16,0 0 2 0,0 0-1 16,0 0 8-16,0 0 2 0,0 0-1 0,0 0-5 0,0 0 4 15,0 0 0-15,8 12-3 0,-8-12 0 0,4 6 2 16,-1-3 1-16,-1 1 4 0,0 0-2 0,1 2 5 16,-1-2-2-16,1 0-5 0,-1-1 2 0,0 1 0 15,0 1 5-15,-2-5-2 0,2 9-2 0,-2-5 4 16,0-4 4-16,0 7 2 0,0-7-1 0,-2 8 3 15,2-8-2-15,-4 9-6 0,1-4 2 0,-1-2-3 16,0-1 2-16,-1 3-3 0,0-2-5 0,-1 0 4 16,-1 0-5-16,-1 0 0 0,-1 0-5 0,-2-1 1 15,-1-1 7-15,1 1-6 0,-1-2-7 0,-1 0 5 16,1 0-1-16,-3-1-5 0,-1 2 3 0,2-2 3 16,2-3-3-16,-1 1 0 0,2-1 2 0,1-1-6 15,0-1 2-15,4 0-4 0,-1 3 2 0,3-2 0 0,0-2 1 16,0 1-1-16,2 0-3 0,0 0-10 0,1-3-8 15,0 2-14-15,1 0-14 0,0 7-31 0,0-13-27 16,1 7-28-16,0 0-25 0,-1 6-34 0,4-11-30 16,-3 7-239-16,1-1-497 0,0 1 220 0</inkml:trace>
          <inkml:trace contextRef="#ctx0" brushRef="#br0" timeOffset="-10249.1836">-7170 4524 178 0,'0'0'255'0,"3"-4"-13"0,-3 4-14 16,3-2-20-16,-3 2-21 0,0 0-18 0,0 0-20 15,0 0-17-15,0 0-23 0,0 0-34 0,0 0-42 16,0 0-40-16,0 0-57 0,0 0-78 0,0 0-150 16,0 0-317-16,0 0 140 0</inkml:trace>
          <inkml:trace contextRef="#ctx0" brushRef="#br0" timeOffset="-6202.6712">-7287 4534 77 0,'0'0'121'16,"3"2"-12"-16,-3-2 9 0,0 0-7 0,0 0-11 16,0 0-2-16,0 0-10 0,0 0-2 0,0 0-6 15,0 0-7-15,0 0 3 0,0 0-5 0,0 0 2 16,0 0-4-16,0 0 2 0,5 2 5 0,-5-2-3 0,0 0-5 15,0 0 5-15,0 0 0 0,0 0-4 16,0 0 4-16,0 0-6 0,0 0 1 0,0 0-1 16,0 0 0-16,4 1 0 0,-4-1-3 0,0 0 0 0,0 0-7 15,0 0-6-15,0 0-1 0,0 0-5 0,0 0-9 16,0 0-3-16,0 0-1 0,0 0-5 0,-13-5 0 16,13 5-7-16,0 0 1 0,-8 0-16 0,8 0-9 15,-7 2-23-15,4-2-36 0,3 0-27 0,-10 3-48 16,5-3-73-16,-2 0-167 0,1 0-408 0,-2 0 182 15</inkml:trace>
          <inkml:trace contextRef="#ctx0" brushRef="#br0" timeOffset="-9999.2274">-7301 4532 127 0,'0'0'176'0,"0"0"-11"16,0 0-11-16,0 0-13 0,0 0-15 0,0 0-16 16,0 0 2-16,0 0-16 0,0 0-8 0,0 0-5 15,-11 7-11-15,6-5-20 0,5-2-41 0,-10 0-54 16,3-2-103-16,2 2-75 0,5 0-240 0,-11-1 107 0</inkml:trace>
          <inkml:trace contextRef="#ctx0" brushRef="#br0" timeOffset="-10608.5972">-7540 4631 5 0,'2'-5'301'16,"-2"5"-5"-16,3-8-12 0,-1 5-10 0,-2 3-15 16,4-8-20-16,-2 5-17 0,-2 3-21 0,3-5-20 0,-3 5-16 15,2-4-19-15,-2 4-29 0,0 0-30 0,4-5-40 16,-4 5-64-16,0 0-67 0,0 0-72 16,0 0-273-16,0 0-463 0,8 1 206 0</inkml:trace>
        </inkml:traceGroup>
        <inkml:traceGroup>
          <inkml:annotationXML>
            <emma:emma xmlns:emma="http://www.w3.org/2003/04/emma" version="1.0">
              <emma:interpretation id="{62143075-1C8D-4AD7-91D2-C523A9FC7D04}" emma:medium="tactile" emma:mode="ink">
                <msink:context xmlns:msink="http://schemas.microsoft.com/ink/2010/main" type="inkWord" rotatedBoundingBox="7157,6366 9147,6370 9146,6798 7156,6794"/>
              </emma:interpretation>
              <emma:one-of disjunction-type="recognition" id="oneOf3">
                <emma:interpretation id="interp7" emma:lang="" emma:confidence="1">
                  <emma:literal/>
                </emma:interpretation>
              </emma:one-of>
            </emma:emma>
          </inkml:annotationXML>
          <inkml:trace contextRef="#ctx0" brushRef="#br0" timeOffset="-19967.2789">-4895 4556 139 0,'0'0'283'0,"0"-5"-21"0,0 5-25 15,0 0-17-15,0 0-16 0,0 0-13 0,0 0-4 16,0 0-11-16,6 12-11 0,-4-7-14 0,0 1-12 16,0 0-11-16,0-1-9 0,1 3-5 0,-1-2-1 15,1 1-5-15,-2 1-18 0,2 0-3 0,-1-2-10 16,-1 2-6-16,0 1-4 0,-1-1-11 0,-1 1-8 16,2-3-14-16,-2 0-26 0,1 1-31 0,-3 0-48 15,2-1-47-15,-1 0-55 0,2-6-70 0,-3 7-232 16,2-1-514-16,1-6 228 0</inkml:trace>
          <inkml:trace contextRef="#ctx0" brushRef="#br0" timeOffset="-19264.2169">-4980 4660 116 0,'0'0'216'0,"0"0"-8"0,0 0-8 16,0 0-8-16,0 0-8 0,0 0-8 0,12 11-12 16,-12-11-10-16,4 5-16 0,-2-1-7 0,-1-1-9 15,1 2-8-15,-1-1-10 0,-1-4-4 0,3 10-9 16,-3-5-7-16,2-1-5 0,-1 1-5 0,-1-5-10 16,0 7-4-16,0-7-4 0,-3 10-7 0,3-6-5 15,0-4 0-15,-4 6-9 0,1-3-1 0,3-3-7 16,-5 3-1-16,1-1-4 0,0-1-3 0,4-1-4 0,-9 0-6 15,3 0-10-15,-1-3-8 0,0 2-6 16,0-1 2-16,-1 0-12 0,1-1-5 0,0-1 1 16,1 0-5-16,-2-1-11 0,2-1 4 0,0 0-2 0,0 0 4 15,2 0 3-15,1 0 4 0,-1-1-1 0,1-1 1 16,1 4 8-16,2-1 4 0,0 5 2 0,2-12 0 16,-1 5 2-16,0 3 0 0,1-1-1 0,-2 5 6 15,5-7 2-15,-2 3 0 0,1 2 3 0,-1-1-2 16,-3 3 6-16,5-2 2 0,-5 2-1 0,6-1 6 15,-6 1-3-15,7 0 8 0,-7 0 1 0,5 2 4 16,-3 1-4-16,-2-3 0 0,5 6 5 0,-4-2 5 16,-1-4-1-16,3 8-3 0,-1-4 3 0,-2-4-1 15,-2 11-1-15,-1-7 0 0,1 1-3 0,-2-2-2 16,1 1-1-16,-1 1-3 0,-2-1 1 0,1-2-3 16,-1 2 0-16,2-2 0 0,-3 1-2 0,-2-1-2 15,3-1-1-15,-3 1 2 0,-1-2-4 0,-2-3 0 0,1 2 2 16,-1-2-3-16,5 2 2 0,-2-2 1 0,2 0-1 15,1-1-2-15,-1 0-2 0,2 0 4 16,0 1 1-16,1 0 4 0,1 0-2 0,-1 0 8 0,4 3-2 16,-4-6 10-16,4 6 2 0,-4-5 5 0,4 5-3 15,-3-3 4-15,3 3-4 0,0 0-3 0,0 0-4 16,0 0 0-16,0 0 1 0,0 0-2 0,0 0-2 16,0 0 3-16,0 0-5 0,0 0 3 0,0 0 0 15,0 0 1-15,8 17 3 0,-5-13 0 0,-1 1-3 16,0 1 3-16,0 2-2 0,-1-3 2 0,-1 1-3 15,0 2-4-15,0-1 4 0,-1-2-2 0,1-5-3 16,-3 10 2-16,1-4-5 0,-3-1-5 0,0 1-17 16,-1-2-20-16,-1 0-40 0,0-1-37 0,-2-2-64 0,1-1-62 15,-3 0-221-15,3 0-495 0,-4-3 220 16</inkml:trace>
          <inkml:trace contextRef="#ctx0" brushRef="#br0" timeOffset="-18998.6125">-5355 4488 87 0,'0'0'262'0,"0"0"-3"0,6 0-9 15,-6 0-12-15,0 0 0 0,5 11-15 0,-3-7-10 16,0 4-10-16,0-4-13 0,0 4-14 0,0-1-12 15,-1 1-15-15,-1 0-10 0,2 2-11 0,-2-1-15 16,0 1-9-16,0-1-9 0,0 1-15 0,0 0 0 16,-2 1-14-16,4-3-18 0,-2 2-30 0,-2-1-35 0,1-1-43 15,-1 1-48-15,-1-3-68 0,1 1-70 16,-1 1-240-16,-3-2-527 0,1-1 233 0</inkml:trace>
          <inkml:trace contextRef="#ctx0" brushRef="#br0" timeOffset="-17873.6931">-5513 4692 145 0,'-5'0'147'0,"5"0"-10"0,0 0-8 15,-7-2-3-15,7 2-14 0,-6-4-6 0,3 2-12 16,3 2-17-16,-6-4 2 0,3 2-9 0,3 2-3 16,-4-6-8-16,4 6-2 0,-3-5-6 0,3 5-1 0,-2-5-8 15,2 5-2-15,0 0-9 0,0-7-9 16,0 7 5-16,0 0-3 0,2-6-2 0,-2 6 2 16,0 0-8-16,7-4 0 0,-7 4-5 0,4-2 4 0,-4 2-3 15,6-1 4-15,-6 1 4 0,6 0 8 16,-6 0 4-16,8 2 1 0,-5-1-2 0,-3-1 11 0,7 2 3 15,-5 1 0-15,-2-3 6 0,4 4-5 0,-2 1 3 16,-2-5-1-16,0 7 2 0,0-7-4 0,-1 8-1 16,1-8-10-16,-4 7 5 0,1-2-5 0,-1-1-4 15,-1 1-3-15,-1-2 1 0,0 0-8 0,0 0 2 16,-1 0-6-16,0 1 1 0,-1-2-1 0,1-2-7 16,-1 2 0-16,1-2 3 0,1 0-3 0,6 0-1 15,-12-2 0-15,8-1-3 0,-1 3-1 0,-1-3-2 16,2-1 1-16,1 1 3 0,-1 1-3 0,4 2 2 15,-6-7-2-15,4 3-2 0,-1 0 3 0,3 4-1 16,-1-6-2-16,1 6 6 0,-1-8-3 0,1 8 3 0,0 0 1 16,1-7-1-16,-1 7 3 0,0 0 0 0,0 0-8 15,0 0 5-15,1-7 1 0,-1 7-2 16,0 0 0-16,0 0 1 0,0 0-2 0,0 0 0 0,0 0-4 16,0 0 5-16,0 0 1 0,0 0 1 0,6 12-4 15,-6-12-2-15,0 0 0 0,-1 10 2 0,1-10 0 16,-2 6 0-16,2-6-3 0,-5 8 1 0,1-5 2 15,1 1-2-15,-1 0-11 0,2-1 2 0,2-3-8 16,-8 5 2-16,5-5-3 0,-1 3-7 0,4-3 0 16,-8 2 2-16,4-1 0 0,4-1 1 0,-8 0 1 15,8 0 2-15,-6-3 2 0,6 3-3 0,-6-3 4 16,4-1 4-16,2 4 0 0,-4-8 1 0,4 8-1 16,-2-8 4-16,1 4-2 0,1 4 1 0,-2-7 2 15,2 7 6-15,-1-8 7 0,1 8-1 0,0 0 4 16,-1-8 5-16,1 8-2 0,0 0-2 0,2-6-4 15,-2 6 0-15,0 0 0 0,0 0 0 0,0 0-3 0,0 0 3 16,0 0-4-16,0 0 1 0,0 0-1 0,0 0-4 16,0 0 4-16,0 0 0 0,-4 19-9 0,4-19 8 15,-1 8-3-15,0-3-4 0,0 0 0 0,-2-1-5 16,0 0-1-16,0 0-5 0,-1 0-1 0,1-1-6 16,-1 0-6-16,0-1 2 0,-1 0-1 0,0 0 2 15,5-2-1-15,-9 0-3 0,5 0 9 0,4 0-2 16,-7 0 4-16,7 0 3 0,-7-5 0 0,4 3 3 15,-1 0 3-15,4 2-1 0,-4-8 6 0,1 4 9 16,3 4 7-16,-2-7 7 0,2 7 3 0,-2-8 0 16,1 2-5-16,1 6 3 0,-1-6-1 0,1 6-1 15,0 0 1-15,0-9-4 0,0 9-1 0,0 0 2 16,1-6-5-16,-1 6 1 0,0 0-4 0,0 0 0 0,0 0 2 16,0 0 1-16,0 0-2 0,0 0 1 0,0 0-5 15,0 0 3-15,0 0-1 0,0 0-3 16,0 0-1-16,0 0 3 0,-1 21-4 0,1-21 1 0,-3 6 1 15,1-2 0-15,2-4-1 0,-4 5 0 0,0-1 0 16,1-1 1-16,3-3-5 0,-6 5 1 0,3-4 2 16,-1 1 0-16,-1-1-2 0,0 1 0 0,0 0 0 15,0-1 1-15,5-1-4 0,-9 1 6 0,9-1-3 16,-8-2 0-16,8 2-1 0,-8-2 4 0,4-1-4 16,0 0 3-16,0 1 0 0,1-3 5 0,0 1-1 15,0-1 6-15,0 0 12 0,0-1 7 0,2-2-5 16,-1-1 3-16,0 0-5 0,2-3 0 0,1-2-4 15,0 1-2-15,0-2 0 0,1-3-4 0,2-1 1 0,-1 4-8 16,2-3-5-16,-3 6-8 0,1 0-9 16,-1 3-15-16,0 2-20 0,0 1-29 0,-1 3-33 15,-1 3-21-15,0 0-32 0,3-8-27 0,-3 8-54 0,0 0-128 16,0 0-402-16,0 0 178 0</inkml:trace>
          <inkml:trace contextRef="#ctx0" brushRef="#br0" timeOffset="-17216.494">-5518 4438 64 0,'0'0'296'15,"5"-7"-18"-15,-4 3-19 0,-1 4-17 0,3-6-21 16,-3 6-22-16,2-5-20 0,-2 5-20 0,0 0-33 0,0 0-50 16,0 0-65-16,0 0-77 0,0 0-115 0,0 0-130 15,0 0-336-15,-16 8 149 0</inkml:trace>
          <inkml:trace contextRef="#ctx0" brushRef="#br0" timeOffset="-17561.218">-5619 4511 244 0,'0'0'245'0,"0"0"-11"0,0 0-13 0,0 0-11 16,0 0-16-16,-13-5-15 0,13 5-17 16,-7 0-14-16,2-2-12 0,5 2-16 0,-9-1-9 15,4 1-15-15,5 0-3 0,-11-3-11 0,7 3-9 0,-2-1-8 16,6 1-3-16,-9-2-9 0,5 1-5 0,0-1-5 16,4 2 5-16,-7-6-2 0,4 3-5 0,1 0-5 15,2 3-5-15,-4-7-4 0,2 3-5 0,2 4-7 16,-1-8-20-16,1 8-23 0,0 0-41 0,3-11-41 15,-3 11-38-15,4-4-53 0,-2 2-220 0,-2 2-456 16,7-3 202-16</inkml:trace>
          <inkml:trace contextRef="#ctx0" brushRef="#br0" timeOffset="-16686.2817">-6065 4680 96 0,'0'0'210'0,"0"0"-8"0,0 0-12 15,0 0-7-15,0 0 3 0,0 0-3 16,4 11-11-16,-4-11-12 0,3 5-10 0,-1-2 2 0,0 2-22 16,-2-5-6-16,6 7-5 0,-5-3-6 0,1 0-14 15,-2-4-7-15,3 8-5 0,-2-4-7 0,-1-4-3 16,0 9-5-16,0-5-3 0,0-4-3 0,-1 8-4 16,-1-2 1-16,2-6-3 0,-2 9-8 0,0-4-5 15,0 1-8-15,-2-1-1 0,1 0-6 0,-1 1 3 16,-1-2-7-16,-1 0 1 0,0 0-4 0,-1 1-2 15,1-2-4-15,-2 0-2 0,0 0-2 0,-3 0 0 16,0 0-3-16,0-2-2 0,-2 1-1 0,1-1 1 16,0-1-3-16,0-1 5 0,1-1-5 0,0 0-1 0,1 0 6 15,0-3-7-15,2 2 1 0,0-3-4 16,-1 2 2-16,2-2 1 0,1 1-6 0,1-2 3 0,0-1 4 16,2 2-9-16,-1-1-2 0,0-2-5 0,3 3-5 15,1-3-13-15,0 1-7 0,0 0-18 0,0 0-18 16,1 0-22-16,1 0-25 0,1 1-27 0,0 0-25 15,0-1-33-15,1 2-57 0,-1-1-160 0,2 2-454 16,-2-3 201-16</inkml:trace>
          <inkml:trace contextRef="#ctx0" brushRef="#br0" timeOffset="-16483.1728">-6189 4594 249 0,'2'-4'265'0,"-2"4"-19"0,4-7-21 0,-4 7-22 15,3-5-17-15,-3 5-17 0,3-4-19 0,-3 4-13 0,0 0-11 16,0 0-23-16,0 0-23 0,0 0-27 0,0 0-37 16,0 0-38-16,0 0-49 0,0 0-77 0,0 0-181 15,0 0-354-15,-15 11 157 0</inkml:trace>
          <inkml:trace contextRef="#ctx0" brushRef="#br0" timeOffset="-16061.3168">-6430 4758 54 0,'-6'0'149'15,"6"0"-14"-15,0 0-9 0,-7-1-9 0,7 1-8 16,0 0-9-16,0 0-1 0,-7-1-11 0,7 1-10 16,-4-3-4-16,4 3-9 0,-2-4-6 0,2 4-7 15,0 0-4-15,0 0-2 0,1-9-7 0,-1 9-8 16,0 0 3-16,3-8-3 0,-3 8-3 0,4-6-1 0,-1 5 3 15,-3 1 2-15,4-6 2 0,-1 3 5 16,-3 3 9-16,7-3 1 0,-3 0 7 0,0 1-3 16,-4 2 2-16,7-2-2 0,-7 2 6 0,6 0 9 0,-6 0-2 15,0 0 1-15,6 4-1 0,-4-1-6 0,-2-3-1 16,4 5-3-16,-4-1 0 0,2 1 4 0,-2-5-4 16,2 10-2-16,-3-4-1 0,1 0-5 0,0-6-8 15,-1 12 0-15,-3-4-4 0,1 1-3 0,-2-3-4 16,0 3-4-16,-1-3-6 0,1 1-18 0,-3-1-27 15,-1 0-45-15,1 3-60 0,2-4-70 0,-1-2-243 16,0 0-480-16,1 1 213 0</inkml:trace>
          <inkml:trace contextRef="#ctx0" brushRef="#br0" timeOffset="-11889.7555">-6582 4679 206 0,'0'0'191'0,"0"0"-17"0,0 0-14 15,0 0-14-15,0 0-12 0,0 0-11 0,0 0-7 16,0 0-1-16,0 0-1 0,0 0 7 0,0 0-5 16,0 0-11-16,0 0-6 0,0 0-6 0,7 13-9 15,-7-13-5-15,0 0-6 0,0 0-5 0,0 0-5 16,-3 12-9-16,0-9-5 0,3-3-4 0,-3 6-4 0,3-6-6 16,-4 4 0-16,1-2-2 0,3-2-7 0,-5 3-4 15,2 0-4-15,3-3-4 0,-8 3-8 16,3-1-8-16,1 0-4 0,-2 0-5 0,2-2-3 0,4 0-11 15,-9 1-2-15,5-1 2 0,4 0 1 0,-8-1 2 16,8 1 2-16,-5-4 0 0,1 2 4 0,4 2 5 16,-3-6-4-16,3 6 5 0,-2-6 2 0,2 6 2 15,0-9-1-15,0 9-1 0,1-9 7 0,-1 9 9 16,1-6 2-16,-1 6 0 0,2-6 3 0,-2 6 0 16,1-6-4-16,-1 6 2 0,2-4 0 0,-2 4-3 15,0 0 2-15,3-4-1 0,-3 4-3 0,0 0-2 16,0 0 1-16,0 0-1 0,0 0 0 0,0 0-1 0,0 0 1 15,0 0-2-15,0 0 0 0,4 9 1 16,-4-9-1-16,0 0 2 0,-1 10-2 0,1-10-1 16,-2 7 0-16,2-7 0 0,-6 6 0 0,6-6-2 0,-3 6-4 15,1-5 2-15,-2 2-2 0,1 0-2 0,-2-1-1 16,5-2-1-16,-9 3-4 0,4-3-1 0,1 1-3 16,4-1 2-16,-8-1 1 0,8 1 2 0,-8-1-3 15,3-1 6-15,5 2-1 0,-7-5 1 0,5 2 2 16,-2 2 1-16,4 1 3 0,-6-6-1 0,3 3 1 15,3 3 3-15,-2-6 2 0,2 6 0 0,-2-5 1 16,2 5 5-16,-2-7 3 0,2 7 5 0,-2-5 3 16,2 5-1-16,-1-6-3 0,1 6 1 0,0 0 3 0,-1-5-3 15,1 5 0-15,0 0-2 0,0 0-3 0,0 0-1 16,-3-5 1-16,3 5 0 0,0 0-1 16,0 0-4-16,0 0-1 0,0 0 3 0,0 0-3 0,0 0 4 15,-4 16-5-15,4-16 1 0,-2 5-3 0,1-1 2 16,-1 0 0-16,2-4-2 0,-5 7 0 0,1-4-4 15,1 1 3-15,-1-2-5 0,0 1 1 0,0 1-3 16,-1-3 2-16,-1 2-2 0,0-1-5 0,2 0-1 16,-2-2 4-16,6 0-6 0,-11 0 2 0,6 0-1 15,5 0 2-15,-7 0 4 0,7 0-3 0,-8-4 4 16,5 2-1-16,0-1 2 0,3 3-1 0,-6-6 3 16,3 1 6-16,3 5-3 0,-2-10 12 0,2 6 0 0,0-4 7 15,0 8 0-15,2-14 2 0,0 5-3 16,0 2 2-16,0-2 4 0,1 0 4 0,-1 0-7 15,2 1 5-15,-1-2-2 0,1-1-2 0,1 0-4 0,-3 3-3 16,2 0-1-16,-3-1-1 0,1 4-2 0,-1 0-15 16,-1 5-22-16,2-9-33 0,-2 9-45 15,0-5-40-15,0 5-56 0,0 0-199 0,-5-7-432 0,5 7 193 16</inkml:trace>
        </inkml:traceGroup>
        <inkml:traceGroup>
          <inkml:annotationXML>
            <emma:emma xmlns:emma="http://www.w3.org/2003/04/emma" version="1.0">
              <emma:interpretation id="{D4D458BA-D97B-4224-B751-6C466C33928A}" emma:medium="tactile" emma:mode="ink">
                <msink:context xmlns:msink="http://schemas.microsoft.com/ink/2010/main" type="inkWord" rotatedBoundingBox="9349,6540 10966,6543 10965,6861 9348,6858"/>
              </emma:interpretation>
              <emma:one-of disjunction-type="recognition" id="oneOf4">
                <emma:interpretation id="interp8" emma:lang="" emma:confidence="1">
                  <emma:literal/>
                </emma:interpretation>
              </emma:one-of>
            </emma:emma>
          </inkml:annotationXML>
          <inkml:trace contextRef="#ctx0" brushRef="#br0" timeOffset="-22763.9597">-3541 4639 59 0,'0'0'185'15,"0"0"-8"-15,0 0-10 0,0 0-6 0,0 0-15 16,0 0-10-16,0 0-10 0,0 0-8 0,0 18-9 0,0-18-6 16,0 0-8-16,-2 11-10 0,2-11-8 15,-4 4-5-15,2-1-7 0,2-3-4 0,-6 5-2 16,3-2-8-16,3-3-6 0,-5 4-3 0,2-1-7 0,0 1-3 16,3-4-6-16,-8 1-6 0,5 2-6 0,3-3-4 15,-7 1-10-15,7-1-2 0,-7 0-8 16,7 0-4-16,-7-1 2 0,7 1 3 0,-5-3-2 0,5 3 6 15,-6-4-3-15,4 1 1 0,2 3 0 0,-4-7-1 16,4 7 1-16,0-6 1 0,0 6 1 0,-2-7 5 16,2 7-3-16,0-6 5 0,0 6 4 0,0 0 5 15,0-9-1-15,0 9 3 0,0 0-1 0,2-5 2 16,-2 5-8-16,0 0 3 0,0 0-3 0,0 0 1 16,0 0-3-16,0 0-2 0,0 0 3 0,0 0 1 15,0 0-4-15,0 0 1 0,-5 19 0 0,5-19 1 16,-1 9 0-16,-2-5-9 0,3-4-2 0,-4 7-4 0,3-2-1 15,-3-2-8-15,0 0-5 0,-1 0-2 16,0 1-4-16,-1-2-1 0,-2-1-1 0,2 1 5 16,-2-2-2-16,2 1 7 0,0-2-4 0,0 1 5 0,6 0-1 15,-8-4 5-15,3 1 1 0,2 0 3 0,3 3 7 16,-4-6-4-16,2 2 4 0,2 4 10 0,-2-7-1 16,1 2 1-16,1 5 5 0,-1-7 7 0,1 7-2 15,2-8 7-15,-2 8 6 0,1-7 10 0,-1 7-2 16,0 0 6-16,1-6-10 0,-1 6 1 0,0 0-5 15,0 0-2-15,0 0 0 0,0 0-3 0,0 0-2 16,0 0 1-16,0 0-4 0,0 0 0 0,0 0-4 16,0 0 2-16,0 0-3 0,0 0-1 0,-6 18-1 0,6-18-2 15,-2 7-2-15,0-3-2 0,-1 0-2 0,3-4 2 16,-8 6-1-16,3-3-2 0,1 0-3 16,-1 0 0-16,-2 0-2 0,1 0-10 0,0-2 2 0,-1 0-5 15,1 0 4-15,-1-1 6 0,0 0-11 0,1-1 5 16,0 0 3-16,6 1 2 0,-9-2-3 0,5 0 6 15,0-1-3-15,0 0 4 0,1 0 2 0,3 3-1 16,-4-8 6-16,2 4 9 0,2 4 4 0,-2-8 7 16,2 8 5-16,-3-7 7 0,3 7 7 0,-2-6 3 15,2 6 1-15,-2-8 3 0,2 8-5 0,0-4-1 16,0 4 0-16,0 0-5 0,-3-5 0 0,3 5-7 16,0 0-2-16,0 0-5 0,0 0 1 0,0 0-6 15,0 0 3-15,0 0-2 0,0 0-2 0,0 0-5 0,0 0 0 16,0 0-4-16,0 0 2 0,0 0-2 15,0 0 3-15,3 17-5 0,-3-17 2 0,0 9-2 16,0-9 2-16,-1 10-3 0,1-5-1 0,-2-1-2 0,2-4 2 16,-1 9-2-16,-1-5-1 0,2-4-5 0,-5 7 0 15,3-4-4-15,-2 0 1 0,4-3 0 16,-7 5 0-16,2-3-4 0,-1 0 0 0,0-2 3 0,-1 0 0 16,-1 0-5-16,2-1 6 0,-2-1-2 0,1 1 2 15,-1-2 0-15,0 1 6 0,0-1-4 0,2-1 4 16,-1-2-3-16,2 2 3 0,2 0 1 0,-2-1 7 15,0 1 5-15,2-1 6 0,1 1 7 0,2 4 11 16,-4-6 1-16,2 4 6 0,2 2 2 0,-3-4 0 16,3 4-1-16,0 0 1 0,-3-6-5 0,3 6-4 15,0 0-2-15,0 0-3 0,0 0-7 0,0 0-3 16,0 0 5-16,0 0-2 0,0 0-4 0,0 0 1 16,0 0-5-16,6 15 3 0,-4-12 0 0,0 2-2 0,-2-5-2 15,2 9-2-15,-1-3 2 0,1-2 0 16,-2-4-5-16,-1 10 0 0,-1-5 1 0,2-5-5 15,-2 9 3-15,-2-4-4 0,1 0-8 0,-3-2-4 0,1 2-11 16,-2-4-11-16,1 2-11 0,1-1-15 0,-2 1-20 16,3-3-20-16,4 0-30 0,-10 0-35 0,10 0-36 15,-6-1-49-15,6 1-190 0,-5-1-470 0,5 1 207 16</inkml:trace>
          <inkml:trace contextRef="#ctx0" brushRef="#br0" timeOffset="-22560.8501">-3882 4836 194 0,'0'0'245'16,"0"0"-14"-16,0 0-18 0,0 0-23 0,0 0-10 0,-17 1-17 15,10-1-16-15,1 1-10 0,-1-2-18 0,0 0-12 16,-1 0-19-16,-1-2-32 0,1 3-43 15,0-2-61-15,0-1-78 0,0 1-193 0,1-3-344 16,0 0 152-16</inkml:trace>
          <inkml:trace contextRef="#ctx0" brushRef="#br0" timeOffset="-22139.0098">-4201 4677 15 0,'0'0'223'16,"0"0"-17"-16,0 0-15 0,0 0-2 0,9 11-6 16,-9-11-13-16,5 6-7 0,-3-2-3 0,0 0-8 0,2 0-8 15,-2 0-9-15,0 1-8 0,1 2-1 16,-2-3-5-16,2 2-11 0,-2-1-5 0,1 0-5 15,0 2-12-15,-1 0-1 0,0 1 0 0,-1-4-3 0,1 1-7 16,-2 3-2-16,-1-3 0 0,2 2-4 0,-2-1-2 16,0 1-1-16,1-2-3 0,-2-1 4 0,0 1-12 15,-1-1 2-15,-1-1-5 0,-1 1-3 0,2-2-11 16,-2 2 4-16,-2-2 2 0,0-1-7 0,0 0-8 16,0-2 2-16,-1 1-1 0,-3-2-2 0,1 0-4 15,-2 1-6-15,1-3 8 0,0-1-9 0,-1 2 0 16,2-2-6-16,0 1-2 0,2-3 1 0,0 0-2 15,2 0-4-15,1-1 0 0,1 1-13 0,1-1-15 16,1-1-9-16,1 2-18 0,2-1-35 0,0-1-28 16,2 1-34-16,-1 0-34 0,1 1-27 0,2 0-20 15,-1-1-28-15,1 1-229 0,1 2-524 0,-1-1 232 16</inkml:trace>
          <inkml:trace contextRef="#ctx0" brushRef="#br0" timeOffset="-21998.3947">-4289 4615 158 0,'0'0'230'16,"4"-7"7"-16,-1 5 2 0,-3 2-4 16,3-4-13-16,-3 4-11 0,3-5-15 0,-3 5-20 0,2-3-17 15,-2 3-16-15,0 0-21 0,2-6-32 0,-2 6-48 16,0 0-61-16,0 0-70 0,0 0-78 16,0 0-198-16,0 0-394 0,0 0 175 0</inkml:trace>
          <inkml:trace contextRef="#ctx0" brushRef="#br0" timeOffset="-26465.8192">-3118 4650 112 0,'0'0'239'0,"0"0"-12"16,0 0-14-16,0 0-15 0,0 0-11 0,0 0-16 0,0 0-7 16,0 0-11-16,0 0-8 0,0 0-12 15,0 0-9-15,0 0-10 0,0 0-4 0,0 0-7 0,0 0-4 16,9 13 1-16,-7-10-5 0,-2-3-6 0,5 6-12 16,-2-3-3-16,1 1-6 0,0 0-6 0,-1-1-5 15,3 2-4-15,0-1-4 0,-2 0-5 0,1 1-2 16,0-2-7-16,0 0 1 0,-2 1-3 0,0-1-5 15,0 1 1-15,-3-4 2 0,2 7-2 0,-2-7-4 16,0 0-2-16,-7 11-2 0,3-9 2 0,-3 1-7 16,2 0-1-16,-6 2-7 0,3-4-25 0,1 3-42 15,-2-2-56-15,1-2-65 0,2-1-90 0,-1 1-233 0,1-2-544 16,-1 0 241-16</inkml:trace>
          <inkml:trace contextRef="#ctx0" brushRef="#br0" timeOffset="-26248.0585">-3229 4704 174 0,'0'0'245'0,"2"7"-8"0,-2-7-9 16,1 8-9-16,0-2-3 0,-1 1-4 0,0 1-15 15,0-2-11-15,0 1-11 0,0 1-18 0,-2 2 0 16,-1-2-18-16,-1 1-12 0,-1 3-15 0,-1-1-15 16,-1 1-6-16,-1 0-8 0,-1-3-13 0,0 1-12 0,1-2-24 15,-3 0-30-15,1 0-50 0,1 0-55 0,1-2-60 16,2-2-62-16,-4 3-226 0,4-5-484 0,-1 1 215 16</inkml:trace>
          <inkml:trace contextRef="#ctx0" brushRef="#br0" timeOffset="-23888.8805">-3444 4696 129 0,'0'0'239'0,"0"0"-13"0,0 0-11 0,0 0-11 15,0 0-18-15,0 0-12 0,0 0-14 0,0 0-14 16,5-4-7-16,-5 4-6 0,0 0-5 16,0 0-8-16,0 0-7 0,8 6-6 0,-8-6-3 0,2 7-6 15,-1-2 1-15,-1-5-12 0,1 10-8 0,0-5-5 16,-1 4-2-16,0-9-8 0,-2 12-9 0,1-5 3 15,-1 1-12-15,0-1-3 0,-2 1-5 0,1-1-1 16,0 0-5-16,-2 0-1 0,0 1-6 0,0-2-9 16,0 0-15-16,-2-2-25 0,1 1-42 0,-2 0-40 15,2-1-57-15,-1-1-53 0,0 0-269 0,1-1-523 16,1-1 232-16</inkml:trace>
          <inkml:trace contextRef="#ctx0" brushRef="#br0" timeOffset="-20451.6093">-4494 4611 127 0,'0'0'165'0,"4"-6"-4"0,-4 6 1 0,0 0-9 16,0 0-8-16,0 0 0 0,0 0-8 0,0 0-2 0,0 0-7 15,3-3-5-15,-3 3-3 0,0 0 0 0,0 0-8 16,0 0-3-16,0 0-3 0,5-2-3 0,-5 2-8 16,0 0-1-16,0 0-3 0,0 0-4 0,0 0-2 15,0 0-9-15,0 0 0 0,0 0-9 0,0 0-4 16,-5 19-2-16,4-15-7 0,-2 0-6 0,0 0-6 16,0 0-3-16,0 3-4 0,0-4-9 0,1 2-20 15,-1-2-30-15,-1 1-43 0,1 1-42 0,0-1-59 16,3-4-74-16,-5 6-206 0,3-3-485 0,2-3 215 15</inkml:trace>
          <inkml:trace contextRef="#ctx0" brushRef="#br0" timeOffset="-21592.1685">-4510 4651 67 0,'-6'2'245'0,"6"-2"-20"0,0 0-10 0,0 0-16 15,0 0-13-15,0 6-17 0,0-6-11 0,0 0-12 16,-2 6-6-16,2-6-6 0,0 0-11 0,-1 6-2 16,1-6-8-16,-2 5-9 0,2-5-8 0,0 0-12 15,-3 5-5-15,3-5-8 0,-2 3-3 0,2-3-10 16,0 0-2-16,0 0-5 0,0 0-3 0,0 0 0 16,-8-1-11-16,8 1-1 0,-6-5-1 0,6 5-5 15,-4-6-4-15,1 3-2 0,1-1 5 0,2 4 8 16,-6-6-12-16,3 1 3 0,0 2 11 0,1-1 1 15,2 4-3-15,-6-5-11 0,3 2 4 0,3 3-5 0,-5-6-3 16,2 4-1-16,3 2 6 0,-3-4-13 16,3 4 0-16,0 0 0 0,-8 1-2 0,8-1-3 15,-7 4-3-15,1-1 3 0,1 1-4 0,0-1 4 0,-1 1-4 16,0 1 0-16,2 0-6 0,-2 1-11 0,0-1-20 16,2 0-26-16,-1 1-42 0,2-1-37 0,1-1-53 15,0 0-58-15,-1 0-236 0,1 1-524 0,2-5 232 16</inkml:trace>
          <inkml:trace contextRef="#ctx0" brushRef="#br0" timeOffset="-21342.1923">-4602 4805 306 0,'0'0'364'15,"0"0"-18"-15,0 0-25 0,0 0-23 0,6-11-31 16,-6 11-29-16,2-6-20 0,-2 6-24 0,3-6-34 0,-1 3-41 15,-2 3-67-15,2-4-83 0,-2 4-90 0,0 0-114 16,0 0-181-16,0 0-451 0,0 0 199 16</inkml:trace>
        </inkml:traceGroup>
        <inkml:traceGroup>
          <inkml:annotationXML>
            <emma:emma xmlns:emma="http://www.w3.org/2003/04/emma" version="1.0">
              <emma:interpretation id="{E8A00CC0-BFB3-4B46-AD1E-6CDD3D544983}" emma:medium="tactile" emma:mode="ink">
                <msink:context xmlns:msink="http://schemas.microsoft.com/ink/2010/main" type="inkWord" rotatedBoundingBox="11086,6241 12578,6244 12576,6823 11084,6819"/>
              </emma:interpretation>
              <emma:one-of disjunction-type="recognition" id="oneOf5">
                <emma:interpretation id="interp9" emma:lang="" emma:confidence="1">
                  <emma:literal/>
                </emma:interpretation>
              </emma:one-of>
            </emma:emma>
          </inkml:annotationXML>
          <inkml:trace contextRef="#ctx0" brushRef="#br0" timeOffset="-29122.875">-2472 4629 91 0,'-4'0'231'0,"4"0"-7"16,0 0-13-16,0 0-7 0,0 0-11 0,0 0-4 16,0 0-15-16,0 0-7 0,0 0-10 0,0 0-4 15,9 13-2-15,-7-10-11 0,1 0-16 0,1 0-8 16,0 0-8-16,-1-1-3 0,2 4-11 0,-1-3-10 15,0 1-8-15,1 1-2 0,-4-2-5 0,2 1-6 0,-1 1-8 16,1-2-4-16,-3-3 1 0,0 9-8 0,0-9-4 16,-3 5-1-16,-1-2-12 0,-1 1-14 15,-1-1-27-15,-1-1-42 0,-1 0-38 0,-2 0-48 0,-1-1-54 16,3-1-62-16,-4 0-203 0,3-1-497 0,-3-1 221 16</inkml:trace>
          <inkml:trace contextRef="#ctx0" brushRef="#br0" timeOffset="-29419.7289">-2135 4663 160 0,'0'0'186'0,"-7"3"-17"0,7-3-6 16,0 0-16-16,-5 2-5 0,5-2-13 0,-6 3-11 16,6-3-13-16,-4 3-14 0,4-3-6 0,-8 2-2 15,4 0-9-15,1 0-6 0,0 1-6 0,3-3-9 16,-6 3-2-16,4 0-7 0,2-3-6 0,-4 6 0 15,4-6-8-15,-2 3-3 0,2-3 2 0,-1 6-4 16,1-6-5-16,0 0 2 0,3 7-4 0,-3-7-1 16,4 5-2-16,-1-2 2 0,0-1-1 0,2 0 10 15,-2 1 3-15,0-2 5 0,1 3-3 0,-1-1 8 16,0-2 4-16,0 3 10 0,-3-4 2 0,7 4-2 16,-4-3-2-16,-3-1 2 0,5 4-2 0,-5-4 1 0,2 4-5 15,-2-4 0-15,0 0-5 0,3 4 0 0,-3-4-3 16,0 0 1-16,0 0-3 0,-4 11-8 15,4-11-2-15,-5 5 0 0,3-2-4 0,0 1-2 0,2-4 0 16,-8 4-1-16,3-2-6 0,-2 1 3 0,1 0-6 16,-2 0 0-16,-1-2 1 0,-1 0-1 0,-1 3-3 15,-1-2 0-15,1-1 2 0,0 2-5 0,0-4 2 16,0-1-3-16,0 1 2 0,1-1 1 0,2 0-3 16,-1 0-2-16,3 0 2 0,0-1-3 0,0 0 1 15,3 1 3-15,3 2 1 0,-5-7-4 0,3 1-1 16,0 0-4-16,1 0-7 0,1 6-5 0,1-12-19 15,1 7-28-15,0 1-32 0,1-3-38 0,-1 0-39 0,3 1-53 16,-1-1-225-16,0 1-484 0,0 1 215 0</inkml:trace>
          <inkml:trace contextRef="#ctx0" brushRef="#br0" timeOffset="-28185.4415">-2541 4289 228 0,'0'0'226'16,"0"0"-15"-16,0 0-18 0,0 0-15 0,0 0-12 15,0 0-2-15,0 0-6 0,-13 8-3 0,9-2-10 16,0 0-9-16,-2 2-7 0,0 1 0 0,0 0-10 16,0 0-5-16,0 0-7 0,-2 0-10 0,0 0-6 15,1 1-9-15,-2-2-10 0,3-1-5 0,1 1-7 16,-2-3-16-16,2 1-17 0,-2 0-31 0,1-1-41 15,1 0-48-15,1-2-52 0,0-1-51 0,1 0-241 16,3-2-471-16,-6 2 209 0</inkml:trace>
          <inkml:trace contextRef="#ctx0" brushRef="#br0" timeOffset="-27576.0847">-2562 4821 19 0,'0'0'253'0,"0"0"-3"16,0 0-3-16,0 0-11 0,0 0-13 0,0 0-9 15,0 0-10-15,0 0-19 0,0 0-20 0,0 0-16 16,-14-3-12-16,14 3-12 0,-9-3-13 0,5 2-13 0,4 1-18 16,-9-2-32-16,5 2-53 0,-2-1-63 0,6 1-79 15,-10-5-277-15,7 5-456 0,3 0 202 0</inkml:trace>
          <inkml:trace contextRef="#ctx0" brushRef="#br0" timeOffset="-28466.6701">-2602 4642 159 0,'0'0'229'0,"1"-6"-14"0,-1 6-12 0,0 0-14 16,0 0-4-16,0 0-8 0,0 0-12 0,0 0-15 15,0 0-10-15,9 13-15 0,-7-11-5 0,-2-2-15 16,1 6-11-16,1-1-5 0,-2-5-3 0,0 6-6 0,0-6-9 15,-1 8-4-15,1-8-5 0,-1 7-10 0,1-7-6 16,-5 7-6-16,3-5-2 0,2-2-4 0,-5 4-2 16,2-2-2-16,-1 0-6 0,4-2-5 0,-7-1-4 15,7 1-4-15,0 0-4 0,-11-1-6 0,7-2 0 16,1 0 0-16,-2 0-3 0,1 0 2 0,1-3 0 16,-3 2-3-16,0-3 4 0,3 1-1 0,-4-1-1 15,4 0-3-15,-3-1 5 0,2 0-1 0,0-1 3 16,-1-1-2-16,2 1 4 0,0 0 0 0,0 1 14 15,1 2 5-15,0 2 4 0,1-3-1 0,1 7-1 16,-2-8 2-16,2 8 4 0,-2-7-6 0,2 7 0 16,-2-4 1-16,2 4-7 0,0 0 2 0,0 0-6 15,0 0-3-15,0 0 8 0,0 0-7 0,0 0 3 0,0 0 0 16,0 0 2-16,0 0-7 0,4 18 2 0,-3-12-1 16,1 1-3-16,-2 0 2 0,1-1-3 15,0 2 1-15,-2 2-1 0,0-4 1 0,1 2 2 0,-2 0-3 16,-1 1 1-16,1-1-7 0,-2-2 6 0,-1 1-7 15,1-2 1-15,-2 1-6 0,-1-2 1 0,2 1-9 16,-4-2 2-16,2 0-1 0,1 0-1 0,-1-3 3 16,1 3-4-16,-1-3 3 0,0 0 3 0,7 0-3 15,-9 0-2-15,9 0 5 0,-7-3-1 0,4 2 5 16,3 1-1-16,-9-4 1 0,6 3 0 0,3 1-1 16,-5-3 6-16,5 3 1 0,-5-3-3 0,5 3 2 15,0 0 2-15,0 0-2 0,0 0-1 0,0 0 0 16,0 0 7-16,-5 6-1 0,5-6 4 0,0 0-3 15,3 11-6-15,-3-11 10 0,2 7 1 0,1-1-1 16,-1 2-7-16,-1-1 4 0,-1 0 2 0,0 1-1 16,0 5 0-16,-1-5-7 0,0 0 8 0,-3 1-2 0,1 0-2 15,-2 1-4-15,-2 1 4 0,0-2-2 0,-2 1-3 16,1-3 1-16,2 0-4 0,-1-3-11 0,1 1-12 16,0 0-21-16,0-2-27 0,0 2-21 0,2-4-45 15,4-1-36-15,-7-1-50 0,7 1-269 0,-8-4-533 16,6 1 236-16</inkml:trace>
          <inkml:trace contextRef="#ctx0" brushRef="#br0" timeOffset="-28013.576">-2670 4374 186 0,'0'0'222'0,"0"0"-13"0,0 0-15 0,0 0-17 16,0 0-19-16,0 0-12 0,0 0-16 0,-11 9-12 0,7-4-14 16,-1 1-12-16,0 0-27 0,0 1-34 0,-1-1-48 15,1 0-57-15,0 2-217 0,-1-1-314 16,2-1 140-16</inkml:trace>
          <inkml:trace contextRef="#ctx0" brushRef="#br0" timeOffset="-31169.5959">-1479 4668 7 0,'0'0'248'15,"0"0"-11"-15,0 0-17 0,0 0-13 0,0 0-2 16,0 0-4-16,0 0-15 0,0 0-17 0,12 9-8 16,-11-6-3-16,2 1-3 0,1 0-4 0,-2 0-19 15,1-1-9-15,0 3-9 0,1-3-1 0,-2 1-9 16,-1 1-7-16,2 0-10 0,0 2 0 0,-2-2-15 16,1-1-3-16,-2 4-5 0,0-1-9 0,0 1-4 15,0-8-2-15,-2 11 8 0,1-6-14 0,1-5-2 0,-2 10-2 16,0-3-9-16,0-2 0 0,0-2-3 0,0 2-3 15,-2-2 0-15,-1 2 2 0,1-2-10 0,-1-2 2 16,0 2-6-16,-1-1 4 0,-1-2-4 0,0 3-3 16,-1-3 3-16,0-2 0 0,-3 2-4 0,1-1 1 15,-1-1-1-15,0-1 0 0,4 0-5 0,-4-1 3 16,1 1 1-16,-1-2-8 0,4 0 6 0,-3-2-4 16,2 3-4-16,1-1-4 0,1-1-9 0,-1 0-5 15,3-2-6-15,-1 1-17 0,2-1-13 0,-1 1-25 16,1-1-19-16,1 1-6 0,0-2-13 0,1 3-20 15,0-2-18-15,1 8-21 0,1-12-16 0,0 6-17 16,1 2-35-16,-1-4-138 0,1 2-417 0,1-2 185 0</inkml:trace>
          <inkml:trace contextRef="#ctx0" brushRef="#br0" timeOffset="-30966.4893">-1568 4593 203 0,'0'0'286'0,"4"-6"3"0,-4 6-1 0,3-4-9 15,-3 4-8-15,3-3-9 0,-3 3-16 0,0 0-16 0,0 0-5 16,0 0-31-16,3-4-26 0,-3 4-15 0,0 0-30 16,0 0-35-16,0 0-71 0,0 0-100 0,0 0-90 15,-16-1-338-15,16 1-555 0,-9 3 246 0</inkml:trace>
          <inkml:trace contextRef="#ctx0" brushRef="#br0" timeOffset="-29935.3121">-1826 4635 148 0,'0'0'222'0,"0"0"-18"0,9 7-21 15,-7-6-17-15,1 2-13 0,-3-3-13 0,7 7-11 16,-4-4-7-16,0 3-12 0,0-2-13 0,-1-1-6 16,0 2-7-16,1-1-5 0,-1 1-5 0,-2-5-1 15,1 9-6-15,-1-9-2 0,-1 8-4 0,-1-2-5 16,-2-2 1-16,2 0-4 0,-1 2-1 0,-1-1-4 16,1-2-4-16,0 0-1 0,-1 0-4 0,4-3-2 15,-5 6-8-15,1-4-5 0,4-2 0 0,-5 3-1 16,5-3-3-16,-5 0-7 0,5 0-1 0,-7-1-11 15,7 1-6-15,-6-4-4 0,2 3-1 0,0-4-1 16,-1 1-6-16,-1 0-12 0,1 0-11 0,0-2 4 16,-1 0 2-16,2 1-5 0,-1-2 5 0,-1 1 3 15,3 0-2-15,-1 0 2 0,1 1 7 0,1-1 0 0,1 0 3 16,1 6 3-16,-1-9 0 0,1 9 1 0,0-9 6 16,0 9 1-16,2-7-3 0,0 4 2 0,-2 3 1 15,4-6 5-15,-4 6 0 0,5-5 0 0,-1 3 2 16,-4 2 0-16,6-3 2 0,-6 3-4 0,5-2 5 15,-5 2 3-15,5-2 4 0,-5 2 9 0,0 0 4 16,6 1 2-16,-6-1 0 0,4 3 1 0,-4-3-1 16,2 5 8-16,0-2 4 0,0 2-7 0,-2-5 1 15,1 7 0-15,0-2-7 0,-1 2 1 0,0-7-3 16,-1 11-2-16,-1-6 2 0,-1 2-5 0,0-1 4 16,-1 0-3-16,1 0-2 0,-3 0-4 0,0-2 1 15,-1 0-3-15,0 0 5 0,-4-1-5 0,2 0 1 0,-1-1-3 16,2 0 3-16,0 0-4 0,0-1-2 15,-2-2 1-15,3 2 1 0,0-2-5 0,3 1 4 16,-4-1 0-16,2-2-6 0,1 0 6 0,0 2-3 0,2-3 3 16,3 4-3-16,-4-8 8 0,3 4 4 0,1 4 6 15,1-12 16-15,0 3-2 0,2 0 7 0,-2-3-2 16,4-1 2-16,-1 0 1 0,2-6-3 0,0 2 2 16,-1 3-11-16,-1 0 6 0,1 3-7 0,0 0 0 15,-3 3 0-15,0 3 0 0,0-2-7 0,0 4-11 16,-2 3-21-16,1-6-33 0,-1 6-52 0,0 0-50 15,0 0-71-15,0 0-253 0,-14 8-510 0,9-4 227 16</inkml:trace>
        </inkml:traceGroup>
        <inkml:traceGroup>
          <inkml:annotationXML>
            <emma:emma xmlns:emma="http://www.w3.org/2003/04/emma" version="1.0">
              <emma:interpretation id="{718C6E1A-ECB2-4811-B6D9-B69FE220A38D}" emma:medium="tactile" emma:mode="ink">
                <msink:context xmlns:msink="http://schemas.microsoft.com/ink/2010/main" type="inkWord" rotatedBoundingBox="12708,6437 14287,6440 14286,6907 12707,6903"/>
              </emma:interpretation>
              <emma:one-of disjunction-type="recognition" id="oneOf6">
                <emma:interpretation id="interp10" emma:lang="" emma:confidence="1">
                  <emma:literal/>
                </emma:interpretation>
              </emma:one-of>
            </emma:emma>
          </inkml:annotationXML>
          <inkml:trace contextRef="#ctx0" brushRef="#br0" timeOffset="-33393.0348">-659 4853 252 0,'0'0'301'0,"0"0"-16"0,0 0-20 15,0 0-18-15,0 0-26 0,2-18-21 0,-2 18-15 16,3-4-21-16,-3 4-33 0,3-5-37 0,-3 5-54 0,0 0-58 16,0 0-73-16,2-5-71 0,-2 5-191 0,0 0-381 15,0 0 168-15</inkml:trace>
          <inkml:trace contextRef="#ctx0" brushRef="#br0" timeOffset="-33593.0676">-557 4671 115 0,'0'0'163'0,"0"0"-15"0,0 0-17 0,0 0-9 0,0 0-12 15,0 0-2-15,0 0-3 0,0 0-8 0,-10 13-3 16,8-9-4-16,0 0-11 0,0 0-2 0,2-4-1 16,-5 8 5-16,2-5-3 0,0 1-2 0,-1-1-2 15,1 0-4-15,3-3-5 0,-4 3-2 16,4-3-2-16,-6 0-1 0,6 0 1 0,0 0-5 0,-8-2-3 16,8 2-2-16,-5-5-5 0,2 2-1 0,1-2-3 15,2 5 0-15,-4-9 0 0,3 5-6 0,-1-1 3 16,2 5 5-16,-1-8-1 0,-1 4-3 0,2 4 2 15,-3-7-1-15,3 7-1 0,-1-6-1 0,1 6-3 16,-2-5-2-16,2 5-2 0,-5-2-2 0,5 2-7 16,-7-1-1-16,7 1-5 0,-7 1 2 0,7-1-3 0,-9 2-3 15,6 0-2-15,-1 1-2 0,-1 0-8 0,1 0-9 16,-2 0-9-16,3 0-10 0,-2 2-15 16,0 0-25-16,2 0-22 0,-3 0-32 0,3-1-22 0,0 1-35 15,0-1-242-15,0-1-454 0,3-3 201 0</inkml:trace>
          <inkml:trace contextRef="#ctx0" brushRef="#br0" timeOffset="-34936.739">-178 4511 39 0,'0'0'364'0,"4"-4"-11"16,-1 1-25-16,-3 3-22 0,3-5-38 0,-3 5-21 15,0 0-38-15,0 0-34 0,0 0-43 0,0 0-69 0,0 0-81 16,0 0-95-16,0 0-120 0,0 0-121 15,-10 12-383-15,4-9 170 0</inkml:trace>
          <inkml:trace contextRef="#ctx0" brushRef="#br0" timeOffset="-35202.3472">-198 4603 119 0,'0'0'249'0,"0"0"-12"0,0 0-19 0,6-4-21 16,-6 4-15-16,0 0-15 0,8 7-8 0,-8-7-7 15,6 6-11-15,-4-2-14 0,0 0-7 0,1 0-12 16,-1 0-7-16,0 1-7 0,-2-5-7 0,1 9-8 15,-1-4-3-15,0-5-9 0,-1 8-3 0,-2-4-1 16,0 3-11-16,1-2-6 0,-3-2-5 0,1 2-4 16,-3-3-2-16,2 0-4 0,-1 1 2 0,1-2-13 15,-2 0 0-15,1-1-3 0,0 1 1 0,6-1-2 16,-9-1-5-16,5 0 1 0,4 1-1 0,-7-4 1 16,7 4-3-16,-5-3-3 0,5 3 1 0,-4-2 1 15,4 2 0-15,-4-3 3 0,4 3-6 0,0 0 1 16,0 0 2-16,0 0-4 0,0 0 2 0,0 0 2 15,0 0-2-15,0 0-5 0,0 0-2 0,0 0 5 0,0 0-3 16,0 0 0-16,6 14 2 0,-6-14-3 16,3 9 2-16,-2-5-1 0,0 1-1 0,-1-5 2 15,1 9 1-15,-1-9-1 0,-1 9-3 0,0-5 0 0,1-4-5 16,-2 5 0-16,2-5-5 0,-4 6-8 0,2-3-10 16,2-3-4-16,-4 3-2 0,4-3-2 0,-5 1-3 15,5-1-5-15,0 0 1 0,0 0 2 0,-9-6 1 16,9 6 6-16,-6-6 3 0,4 3 2 0,0-2-1 15,-1 1 5-15,-1-1 5 0,1 0 1 0,0 2 0 16,0-3 0-16,1 1 5 0,-1 1 0 0,3 4 3 16,-6-7 4-16,5 3 0 0,1 4-1 0,-5-5 1 15,5 5 1-15,-4-5 2 0,4 5-2 0,-4-3 0 16,4 3 3-16,-6-4-1 0,6 4 3 0,-3-2 1 16,3 2-4-16,0 0 2 0,-8 1 1 0,8-1 3 15,-7 2-2-15,1-2 1 0,6 0 2 0,-12 4 0 16,6-1 5-16,-1 0 2 0,-1 0 10 0,1 2 6 15,2 0 3-15,-1-1-1 0,3 1 6 0,1 0 0 0,-1 1 11 16,2 0 5-16,0 2 8 0,1 0 8 16,1 1-2-16,1 0 6 0,1 0 10 0,1 3 2 15,1 2-3-15,-2-1-4 0,0 0 11 0,1 1-12 0,1-2-1 16,-1 1-10-16,0 1-2 0,-3-4-10 0,3 2-7 16,-2 0-1-16,0-3-8 0,0 0-11 0,-2-1-18 15,1-3-17-15,-1 1-34 0,0-6-44 0,0 11-49 16,0-11-52-16,0 0-64 0,-1 6-286 0,1-6-585 15,0 0 259-15</inkml:trace>
          <inkml:trace contextRef="#ctx0" brushRef="#br0" timeOffset="-35889.7975">-100 4497 98 0,'2'-6'276'0,"-2"6"-7"0,0 0-15 16,0 0-18-16,0 0-19 0,1-4-20 0,-1 4-12 15,0 0-9-15,0 0-12 0,0 0-15 0,0 0 2 16,3 15-5-16,-3-15-6 0,1 9-5 0,0 0-3 15,0-2-15-15,-1 2-9 0,0 0-8 0,0 0-13 16,0 1-8-16,0-2 0 0,0 2-18 0,0-1-13 16,0 0-26-16,1 2-39 0,-2-4-55 0,0 2-58 15,-1-2-71-15,1 1-88 0,-2-1-198 0,1-2-526 0,-1 0 233 16</inkml:trace>
          <inkml:trace contextRef="#ctx0" brushRef="#br0" timeOffset="-36639.7432">144 4533 82 0,'4'-1'202'0,"-4"1"-11"0,0 0-7 0,0 0-13 15,0 0-7-15,0 0-10 0,0 0-16 0,-15 7-15 16,9-4-11-16,0-2-12 0,1 0-17 0,0 0-21 16,-3 2-32-16,1-1-38 0,1 0-59 0,1-1-80 15,-2 1-116-15,1-1-284 0,0-1 126 0</inkml:trace>
          <inkml:trace contextRef="#ctx0" brushRef="#br0" timeOffset="-36264.7725">229 4898 243 0,'8'-14'288'0,"-8"14"-25"0,4-3-27 0,-4 3-26 16,3-6-53-16,-3 6-65 0,4-3-103 0,-4 3-126 16,0 0-87-16,0 0-242 0,0 0 107 0</inkml:trace>
          <inkml:trace contextRef="#ctx0" brushRef="#br0" timeOffset="-36874.0879">275 4633 65 0,'-2'-4'196'0,"2"4"-7"0,0 0-7 16,0 0-13-16,0 0-9 0,0 0-11 0,0 0-5 15,0 0-14-15,0 0-7 0,0 0-9 0,0 0-4 16,-5-1-8-16,5 1-5 0,0 0-3 0,0 0-7 15,0 0 0-15,0 0-5 0,0 0-2 0,0 0-5 16,0 0-8-16,0 0-4 0,0 0-9 0,0 14-1 16,0-14-5-16,0 6-9 0,0-6-2 0,-3 6-1 15,3-6-4-15,-2 8-7 0,2-8 0 0,-3 6-3 16,3-6-2-16,-3 6 0 0,3-6-6 0,-2 7 3 16,2-7-6-16,-3 5-5 0,3-5-4 0,-4 5 1 15,1-4-3-15,3-1-4 0,-4 3-6 0,4-3-1 16,-8 1-3-16,4-1-1 0,4 0-1 0,-9-1-2 15,9 1 1-15,-11-3 1 0,7 2-3 0,0-1 4 0,4 2 1 16,-6-6 3-16,3 3-1 0,3 3 0 16,-4-6 4-16,2 3 1 0,2 3-4 0,-3-8 7 15,3 8 5-15,-1-7 4 0,1 7-2 0,0-6 5 16,0 6 4-16,0-8 12 0,0 8 3 0,0 0 5 0,1-8-3 16,-1 8 10-16,0 0-1 0,1-6 0 0,-1 6-2 15,0 0-1-15,0 0-3 0,0 0-7 16,0 0 0-16,0 0 0 0,0 0-5 0,0 0-4 0,0 0-2 15,0 0-3-15,0 0 4 0,0 0-3 0,0 0-1 16,0 0-3-16,0 0 0 0,-2 20 3 0,2-20-4 16,-3 6-2-16,1-1 1 0,-1-1 0 0,3-4-3 15,-5 8 2-15,1-5-2 0,1 1 3 0,0-2 0 16,-1 1-9-16,-2 0 0 0,0 0 1 0,-1-1-3 16,2-1-8-16,0 1-3 0,-3-1 0 0,1-1-6 15,2 0 1-15,-1 0-3 0,-1 0 4 0,1 0-1 16,6 0 3-16,-9-3 0 0,4 2 1 0,5 1-1 15,-7-2 0-15,7 2 0 0,-5-2 3 0,5 2 0 16,-3-3 2-16,3 3-1 0,0 0 2 0,-4-5 4 16,4 5 4-16,0 0-5 0,0 0 4 0,0-5 0 15,0 5-3-15,0 0 5 0,0 0 7 0,0 0 0 16,7-6 3-16,-7 6-3 0,5-1 1 0,-5 1 3 16,0 0-2-16,6 1 1 0,-6-1-1 0,5 3 2 0,-5-3 4 15,3 6 1-15,-3-6 3 0,2 6-1 16,-1-1-2-16,-1-5 0 0,1 10-1 0,-1-10-2 15,-2 9 6-15,1-3 5 0,0 3-8 0,-1-4 1 0,1 0-5 16,-2 2 3-16,-2-3 3 0,1 4-11 0,-2-4-4 16,1 1-5-16,0-1-7 0,-2-1-13 0,1 1-7 15,2-2-21-15,-2 0-33 0,1-1-35 0,5-1-43 16,-10 0-50-16,4 0-216 0,6 0-464 0,-7-3 206 16</inkml:trace>
          <inkml:trace contextRef="#ctx0" brushRef="#br0" timeOffset="-32999.253">-870 4512 238 0,'0'0'254'0,"0"-6"-8"0,0 6-16 0,0 0-18 16,0 0-17-16,0 0-12 0,0 0-13 0,0 0-11 15,0 0-6-15,0 0-9 0,0 0-8 0,0 0-2 16,0 0-9-16,4 18-8 0,-4-10-13 0,2-1 1 0,-2 1-15 16,1 0-9-16,0 0-6 0,0 1-11 0,0 1-3 15,0 2-4-15,0 0-4 0,-1-2-9 0,0 1-17 16,-1-2-21-16,0 1-41 0,0-1-52 0,0 1-56 15,-1-1-53-15,0-2-305 0,-1 0-542 0,1-3 240 16</inkml:trace>
          <inkml:trace contextRef="#ctx0" brushRef="#br0" timeOffset="-31700.8062">-976 4544 157 0,'2'-5'268'0,"-2"5"-4"0,3-4-15 0,0 1-10 0,-3 3-20 16,6-3-13-16,-6 3-19 0,3-3-22 0,-3 3-11 16,4-3-21-16,-4 3-16 0,0 0-26 15,0 0-32-15,0 0-59 0,0 0-59 0,0 0-87 16,0 0-239-16,-9 12-415 0,1-9 184 0</inkml:trace>
          <inkml:trace contextRef="#ctx0" brushRef="#br0" timeOffset="-32091.4081">-964 4662 59 0,'0'0'200'15,"0"0"-12"-15,0 0-9 0,0 0-18 0,0 0-17 16,0 0-10-16,0 0-7 0,0 0-12 0,9 12-11 16,-9-12-9-16,0 6-6 0,0-6-10 0,0 0-7 0,-3 9-2 15,3-9-17-15,-4 6 0 0,2-3-3 0,2-3-5 16,-4 5-4-16,0-2-2 0,4-3-5 15,-6 4-6-15,3-4-2 0,3 0-4 0,-8 1-3 16,8-1-7-16,-8-1-1 0,8 1-2 0,-8-4-3 0,5 3-9 16,3 1 3-16,-6-6 0 0,2 5 5 0,4 1-4 15,-5-6 3-15,2 3-3 0,3 3 4 0,-4-6-5 16,4 6 3-16,-2-8 1 0,2 8 4 0,-2-6 2 16,2 6 5-16,0 0 4 0,-1-7 1 0,1 7 4 15,-1-6 2-15,1 6 0 0,0 0 0 0,0 0-7 16,0 0 2-16,0 0-2 0,0 0-5 0,0 0 2 15,0 0-2-15,0 0 1 0,0 0-1 0,0 0-2 16,0 0-2-16,0 0 1 0,0 0-4 0,0 0 1 16,4 16-1-16,-4-16-1 0,0 0-1 0,-1 8-1 15,1-8-1-15,-3 4 2 0,3-4-4 0,-6 5 0 16,3-3 1-16,-3 2-3 0,2-4-10 0,4 0-1 0,-11 3-1 16,7-3-5-16,4 0 2 0,-10-2 1 0,10 2 2 15,-8-2-1-15,4 0 5 0,0-1 1 16,0 0-1-16,4 3 2 0,-4-6-1 0,1 2 6 0,1 0 0 15,2 4 8-15,-4-6 5 0,4 6-1 0,0-7 2 16,0 7-1-16,-2-6 4 0,2 6 2 0,0 0 1 16,0-8 2-16,0 8-3 0,0 0 2 0,-2-4 1 15,2 4-3-15,0 0-5 0,0 0 0 0,0 0-1 16,0 0 1-16,0 0-3 0,0 0 1 0,0 0-4 16,0 0-4-16,0 0 2 0,-7 13 0 0,7-13 0 15,-3 5-2-15,3-5-4 0,-4 7-4 0,1-4 1 16,0 2-5-16,0-2-5 0,3-3 0 0,-7 6-6 15,3-3-4-15,0-2 1 0,-1 1-3 0,5-2 0 16,-6 2-1-16,2-2 0 0,4 0 6 0,-9-1-1 0,9 1 0 16,-8-1 1-16,8 1 5 0,-6-3 2 0,1 1 1 15,5 2 1-15,-5-4 1 0,3 1 4 0,2 3 2 16,-5-6 6-16,5 6 4 0,-3-5 7 0,3 5 13 16,-4-4 3-16,4 4 5 0,-1-5-3 0,1 5 8 15,0 0-1-15,-3-4 0 0,3 4 2 0,0 0-11 0,0 0 5 16,-3-4-4-16,3 4-1 0,0 0 0 0,0 0-8 15,0 0 0-15,0 0-2 0,0 0-2 0,0 0-3 16,0 0 2-16,0 0-1 0,7 14 1 0,-7-14-3 16,2 6 1-16,-2-6-4 0,0 7 0 0,0-7-5 15,0 7 8-15,0-7-2 0,0 0-3 0,-2 9 1 16,0-6 0-16,2-3-3 0,-5 5 1 0,2-2 0 16,3-3 0-16,-6 4-2 0,1-3 0 0,0 1 0 15,0-2-1-15,-1 1 2 0,6-1-2 0,-9 2 0 16,3-4-1-16,1 2-1 0,5 0 9 0,-8-1 7 15,8 1 5-15,-6-3-5 0,2 0 5 0,1 0-1 16,0 0 8-16,3 3 13 0,-5-9 2 0,5 3-1 16,-1 1 0-16,1-2 0 0,0-1-3 0,1 0-4 15,-1-1-2-15,2-1-4 0,0-2-2 0,-2-1 0 16,3 1-6-16,-2 3-8 0,0 0-12 0,-1 0-20 16,2 2-40-16,-2-1-51 0,2 3-58 0,0-2-58 15,-2 3-279-15,2-1-548 0,-2 5 243 0</inkml:trace>
        </inkml:traceGroup>
      </inkml:traceGroup>
    </inkml:traceGroup>
    <inkml:traceGroup>
      <inkml:annotationXML>
        <emma:emma xmlns:emma="http://www.w3.org/2003/04/emma" version="1.0">
          <emma:interpretation id="{27A925F9-08CE-49F2-8938-36493595BA5B}" emma:medium="tactile" emma:mode="ink">
            <msink:context xmlns:msink="http://schemas.microsoft.com/ink/2010/main" type="paragraph" rotatedBoundingBox="6016,5176 14272,5181 14271,5816 6015,5811" alignmentLevel="3"/>
          </emma:interpretation>
        </emma:emma>
      </inkml:annotationXML>
      <inkml:traceGroup>
        <inkml:annotationXML>
          <emma:emma xmlns:emma="http://www.w3.org/2003/04/emma" version="1.0">
            <emma:interpretation id="{3F6957F7-82DF-4F81-BA02-4FD4456E1C3C}" emma:medium="tactile" emma:mode="ink">
              <msink:context xmlns:msink="http://schemas.microsoft.com/ink/2010/main" type="line" rotatedBoundingBox="6016,5176 14272,5181 14271,5816 6015,5811"/>
            </emma:interpretation>
          </emma:emma>
        </inkml:annotationXML>
        <inkml:traceGroup>
          <inkml:annotationXML>
            <emma:emma xmlns:emma="http://www.w3.org/2003/04/emma" version="1.0">
              <emma:interpretation id="{BD7EEA86-65C9-4167-9AFC-1B2C0A85F067}" emma:medium="tactile" emma:mode="ink">
                <msink:context xmlns:msink="http://schemas.microsoft.com/ink/2010/main" type="inkWord" rotatedBoundingBox="6016,5236 7651,5237 7650,5812 6015,5811"/>
              </emma:interpretation>
              <emma:one-of disjunction-type="recognition" id="oneOf7">
                <emma:interpretation id="interp11" emma:lang="" emma:confidence="1">
                  <emma:literal/>
                </emma:interpretation>
              </emma:one-of>
            </emma:emma>
          </inkml:annotationXML>
          <inkml:trace contextRef="#ctx0" brushRef="#br0" timeOffset="-77480.5098">-6388 3535 53 0,'0'0'221'0,"0"0"-20"16,0 0-14-16,0 0-16 0,0 0-8 0,0 0-7 15,0 0-13-15,0 0-8 0,0 0-11 0,0 0-8 16,0 0-6-16,6 20-7 0,-2-16-6 0,-2 0-5 15,0 0-8-15,2 2-3 0,-1 0-1 0,-1-1 4 16,-1-1-2-16,1 2 3 0,-1-1 1 0,-1-5-4 16,0 9-7-16,0-9 2 0,-3 9-6 0,1-5-4 15,-3 0-13-15,-1 0-1 0,0-1-13 0,-1 0-19 16,-3 2-30-16,3-2-45 0,-4-1-58 0,3 0-65 16,0-3-83-16,0 1-171 0,0-2-466 0,2 1 206 15</inkml:trace>
          <inkml:trace contextRef="#ctx0" brushRef="#br0" timeOffset="-77183.6499">-6509 3385 201 0,'0'0'251'16,"0"0"-8"-16,0 0-10 0,0 0-9 0,0 0-13 15,0 0-3-15,0 0-12 0,6 15-12 0,-6-8-14 16,1-2-11-16,0 3-11 0,0-1-12 0,-1 2-10 16,1 0-4-16,0 0-17 0,-1 3-11 0,-1-2-6 15,0-1-12-15,1 2-10 0,0-2-14 0,-1 1-23 16,0-1-36-16,0 0-50 0,-1-1-48 0,0 0-55 15,-2 0-62-15,2 0-241 0,-3 0-499 0,1-1 221 16</inkml:trace>
          <inkml:trace contextRef="#ctx0" brushRef="#br0" timeOffset="-75918.0981">-6942 3451 28 0,'0'0'223'0,"0"0"-16"0,0 0-10 0,0 0-17 15,0 0-13-15,0 0-15 0,-14-2-11 0,14 2-12 16,-10 2-15-16,5 0-11 0,-1-1-13 0,0 1-14 15,0 1-33-15,2-3-31 0,4 0-35 0,-8 3-43 16,8-3-51-16,-4 3-159 0,4-3-299 0,0 0 132 16</inkml:trace>
          <inkml:trace contextRef="#ctx0" brushRef="#br0" timeOffset="-75527.5307">-6756 3316 176 0,'0'0'190'16,"2"-7"5"-16,-2 7-8 0,2-5-3 0,-2 5-16 15,1-5-15-15,-1 5-15 0,0 0-12 0,0 0-14 16,1-7-15-16,-1 7-34 0,0 0-41 0,0 0-53 16,0 0-69-16,-2-7-180 0,2 7-304 0,0 0 135 15</inkml:trace>
          <inkml:trace contextRef="#ctx0" brushRef="#br0" timeOffset="-75652.4816">-6690 3420 253 0,'0'0'267'16,"0"0"-20"-16,0 0-16 0,0 0-16 0,0 0-19 15,0 0-6-15,-12-9-17 0,12 9-16 0,-8 0-12 16,8 0-16-16,-10-1-11 0,5 1-9 0,0-2-14 15,5 2-18-15,-10 0-24 0,5 0-34 0,5 0-39 16,-10-2-44-16,6 1-40 0,1-1-37 0,3 2-44 16,-6-5-175-16,3 2-390 0,3 3 172 0</inkml:trace>
          <inkml:trace contextRef="#ctx0" brushRef="#br0" timeOffset="-76152.4826">-6592 3532 122 0,'0'0'223'0,"0"0"-8"0,0 0-4 15,0 0-12-15,0 0-6 0,0 0-14 0,0 0-9 16,0 0-16-16,6 14-11 0,-6-14-16 0,2 6-9 16,-2-6-6-16,1 7-10 0,-1-2-8 0,0-5-10 15,0 0-7-15,-3 10-8 0,0-6-9 16,0-1-3-16,0 1-7 0,0-1-2 0,-1 1-11 0,0-1-3 15,0 1-12-15,-2-2-9 0,2 1-4 0,0-2-4 16,0 0-7-16,4-1-1 0,-8 2-4 0,8-2 0 16,-8-2-4-16,8 2 1 0,-6-2-3 0,2-2-6 15,4 4 6-15,-3-6 2 0,1 0 1 0,2 6 1 16,-3-8-2-16,2 2 0 0,1 6-3 0,-2-10 9 16,2 5-1-16,0 5 3 0,0-8 0 0,0 8 1 0,0-7 2 15,0 7 2-15,0-7 1 0,0 7 0 16,0 0-5-16,2-7 4 0,-2 7-2 0,0 0 2 15,0 0-1-15,0 0 2 0,0 0-2 0,0 0 1 0,0 0-3 16,0 0 1-16,0 0 4 0,0 0 0 0,0 0-1 16,0 19 0-16,0-19-4 0,-1 8 2 15,-1-3 1-15,0 0-4 0,-3 0 2 0,1-1-3 0,-2 1-2 16,1-1-4-16,0 1-10 0,-1-3-13 0,0 2-14 16,-1-1-6-16,2-1-2 0,-2 1-8 0,1-3-9 15,2 0 5-15,4 0 0 0,-13 0 13 0,8-3 4 16,1 1-3-16,0-1-13 0,-3-1 19 0,4 0 8 15,-1 0-3-15,1 0 8 0,0 0 5 0,1-1 8 16,-1 1 9-16,3 4 15 0,-4-10 7 0,2 6 2 16,2 4 8-16,-2-8 4 0,1 4 5 0,1 4-1 15,-1-8 4-15,1 8-4 0,0 0 0 0,-1-7-3 16,1 7-1-16,0 0-3 0,0 0 2 0,0 0-5 16,0 0 2-16,0 0 0 0,0 0-4 0,0 0 5 15,0 0-1-15,0 0 2 0,0 0-4 0,0 0-1 16,-6 15 4-16,6-10-7 0,-3 0-1 0,3-5-1 15,-4 10-3-15,2-4 3 0,-1-2-3 0,0 1-3 0,0-1 4 16,0 0-5-16,-1 0 1 0,1-1 0 0,0 0-2 16,-2 0 0-16,2 0-4 0,3-3-6 0,-9 1 0 15,5 2-5-15,4-3-3 0,-10 0-2 0,5 0 7 16,5 0-4-16,-9-4 5 0,5 3 0 0,-1-4 0 16,2 3 3-16,0-3 0 0,-1 1-2 0,2 0 9 15,2 4 4-15,-3-10 6 0,1 5-4 0,2 0 2 16,0 5 4-16,-1-10 8 0,1 10 5 0,0-7 6 15,0 7 2-15,0 0 1 0,0-7-1 0,0 7 4 16,0 0-5-16,1-6-3 0,-1 6-6 0,0 0 0 16,0 0-5-16,0 0-2 0,0 0 2 0,0 0-4 15,0 0-1-15,0 0 2 0,0 0 1 0,0 0 0 16,0 0 2-16,0 20 2 0,0-20-3 0,-2 11 4 16,0-2-5-16,0-2 2 0,-1 1 2 0,1 0-4 0,-2-1 5 15,0 0-5-15,0-1 0 0,0 0-2 16,1-1-3-16,-1 0 3 0,0-2-3 0,0 0 1 15,0-1-4-15,-2 0 3 0,1 0-4 0,-1-2-2 0,6 0 2 16,-9-2-6-16,4 0 0 0,-2 0 7 0,2-1-3 16,-1-2-2-16,0 1-3 0,1-1 3 0,0-1 0 15,0 0-4-15,0 0 2 0,1-1 0 0,1 3 3 16,0 1-3-16,0-1 1 0,3 4-3 0,-4-6 1 16,4 6 2-16,-5-4-8 0,5 4 6 0,-5-2-5 15,5 2 5-15,-7 0-4 0,7 0 1 0,0 0 0 16,-9 5-3-16,5-3 3 0,1 1 5 0,0-1-8 15,-1 1-3-15,1 1-10 0,-2 0-10 0,2-1-12 16,0 1-9-16,-1-2-21 0,0 2-16 0,4-4-24 16,-5 4-21-16,1-2-45 0,4-2-33 0,-5 3-212 15,5-3-455-15,-6 0 202 0</inkml:trace>
          <inkml:trace contextRef="#ctx0" brushRef="#br0" timeOffset="-74465.109">-7323 3705 132 0,'0'0'293'0,"0"0"-25"16,0 0-19-16,0 0-23 0,0 0-18 0,0 0-21 0,9-13-20 16,-9 13-17-16,2-3-17 0,-2 3-29 0,3-5-36 15,-3 5-66-15,0 0-76 0,0 0-84 0,-1-8-169 16,1 8-352-16,0 0 156 0</inkml:trace>
          <inkml:trace contextRef="#ctx0" brushRef="#br0" timeOffset="-74715.0614">-7245 3535 17 0,'0'0'195'15,"6"0"-16"-15,-6 0-10 0,0 0-11 0,0 0-9 16,0 0-9-16,0 0-14 0,6 5-8 0,-6-5-9 15,3 4-14-15,-3-4-6 0,2 3-4 0,-2-3-6 16,0 0-10-16,2 5-5 0,-2-5-2 0,0 0-3 16,0 0-8-16,-2 9-5 0,2-9-5 0,0 0-4 15,-4 8-4-15,4-8-1 0,-4 5 0 0,1-3-2 16,-2 2-6-16,1-3-2 0,0 2-4 0,0 0 1 16,4-3-5-16,-9 1 1 0,6-1-5 0,3 0-3 15,-9 2 4-15,9-2-3 0,-9-3-2 0,5 3 2 16,-2-5-2-16,3 3 1 0,-1 0 2 0,4 2 5 15,-6-8 7-15,4 3 6 0,1 1-1 0,1-4 5 16,0 8 6-16,0-14 4 0,2 7 3 0,0-5 2 0,1 3 1 16,1-4-2-16,0 1-2 0,0-2-2 15,3-4-2-15,-2 7-4 0,1-3-2 0,-3 3-1 16,0 3-4-16,0-1-1 0,0 2-3 0,-1 2-5 0,0-1-8 16,-2 6-24-16,2-6-23 0,-2 6-39 0,0 0-38 15,0 0-33-15,0 0-44 0,0 0-63 0,0 0-137 16,0 0-421-16,0 0 188 0</inkml:trace>
          <inkml:trace contextRef="#ctx0" brushRef="#br0" timeOffset="-72605.8614">-7996 3599 71 0,'0'0'371'16,"2"-5"-7"-16,-2 5-5 0,3-4-22 0,-3 4-21 0,4-5-22 15,-2 0-32-15,1 4-33 0,1-3-14 0,0 2-15 16,-4 2-31-16,6-4-48 0,-1 4-62 0,-5 0-90 16,0 0-131-16,0 0-367 0,0 0-574 0,0 0 254 15</inkml:trace>
          <inkml:trace contextRef="#ctx0" brushRef="#br0" timeOffset="-72933.9671">-7465 3357 232 0,'0'0'233'0,"0"0"-8"0,0 0-12 0,0 0-10 0,0 0-10 16,-11 10-9-16,6-8-15 0,-2 1-13 0,0-1-11 15,-1 1-14-15,-3 0-14 0,3 0-9 0,-1 0-13 16,0 0-7-16,1-3-10 0,0 2-14 0,0-1-21 15,2 0-15-15,0-1-25 0,-1-1-33 0,7 1-24 16,-7-1-19-16,2-2-18 0,5 3-13 0,-4-5-12 16,2 0-4-16,2 5 2 0,-1-7 16 0,1-1 3 0,0 8 11 15,3-13 10-15,-2 7 19 0,2 0 6 16,-3 0 27-16,2-1 21 0,1 1 14 0,-2-1 21 16,0 3 10-16,-1 4 5 0,3-9 8 0,-1 5-2 15,-2 4-6-15,1-7-3 0,-1 7-6 0,0 0-1 0,1-4-13 16,-1 4-11-16,0 0-19 0,0 0-32 0,0 0-33 15,0 0-50-15,0 0-156 0,-12 8-300 16,6-3 133-16</inkml:trace>
          <inkml:trace contextRef="#ctx0" brushRef="#br0" timeOffset="-73340.1802">-7444 3524 81 0,'6'-1'231'0,"-6"1"-11"0,0 0-18 0,0 0-16 16,6 5-19-16,-6-5-10 0,2 6-13 0,-2-6-12 0,1 7-8 16,0-3-9-16,-1-4-13 0,0 8-1 0,0-8-14 15,-1 10-5-15,-1-5-10 0,-1-1 0 16,2 3-9-16,-2-3-5 0,0 1-8 0,0 1-2 16,0-4-8-16,3-2-2 0,-4 8-8 0,1-4 0 0,-2-3-7 15,1 1-6-15,4-2-2 0,-8 3-4 0,4-2-3 16,4-1 1-16,-9-2-4 0,5 0 0 0,1-1-1 15,-3 1-5-15,6 2-1 0,-6-7 0 0,4 3 5 16,0 0-2-16,0-2-1 0,2 6 1 0,-3-9-3 16,2 5 0-16,1 4 2 0,-2-9 1 0,2 9 4 15,0-7-3-15,0 7 3 0,0-7-4 0,0 7 4 16,0 0-1-16,0-9-4 0,0 9 2 0,0 0-4 16,0 0 5-16,0 0-3 0,0 0 2 0,0 0-1 15,0 0 1-15,0 0-2 0,0 0 3 0,0 0-3 16,0 0 2-16,0 0-1 0,0 23 0 0,0-23-2 15,0 9 2-15,0-9-2 0,-2 8 2 0,2-8-2 16,-1 7 5-16,1-7-9 0,-4 4-5 0,1-1-7 0,3-3-8 16,-6 2-9-16,0-1-2 0,6-1 0 0,-9 2 2 15,3-4-4-15,-1 1 0 0,1-1 5 16,0 0 4-16,0 0 1 0,2 0 1 0,1-1 2 0,-1-1 5 16,-1-1 11-16,3 2 9 0,-1-1 6 0,3 4 5 15,-4-8 1-15,1 3 5 0,2 1 5 0,1 4 3 16,-2-8 6-16,2 8 0 0,-3-9 2 0,3 9 5 15,-1-6-2-15,1 6 1 0,0 0-3 0,0-6-2 16,0 6-5-16,0 0-2 0,0 0-2 0,0 0-6 16,-2-4 2-16,2 4 0 0,0 0-3 0,0 0 0 15,0 0-5-15,0 0 6 0,0 0-4 0,2 18-4 16,-2-18 2-16,0 9-2 0,0-4-1 0,0-5-4 16,-1 8 1-16,0-3 3 0,1-5-2 0,-3 7 0 15,0-3-2-15,0 0 0 0,-1-2-1 0,-1 2-2 16,-2-1 2-16,-2 1-6 0,2-2 2 0,-1 0 3 15,1-1-2-15,-2-1 1 0,1 0-1 0,1 0 1 16,0-1 2-16,0 0-1 0,3 0-5 0,4 1 4 0,-9 0-3 16,9 0 6-16,-6-2-4 0,6 2 1 15,-4-2 2-15,4 2 0 0,0 0 1 0,-6-2-4 16,6 2 0-16,0 0 2 0,0 0-2 0,0 0-2 0,0 0 8 16,0 0-4-16,-3 7 3 0,3-7-3 0,0 0 4 15,3 11-2-15,-3-11-1 0,4 8 3 0,-4-3-1 16,2-1 1-16,2 2-4 0,-1-1 1 15,0 1 1-15,0-1 0 0,-2 0-5 0,1-2 5 0,1 2 0 16,-3-5 0-16,2 9 0 0,-1-6 2 0,-1-3-2 16,0 7-1-16,0-7 0 0,0 0 4 0,0 6-2 15,0-6-2-15,0 0 1 0,-8 2-3 0,8-2-3 16,0 0 2-16,-7-2-3 0,7 2-2 0,-8-4 2 16,5 1-3-16,0-1-4 0,-1-1-1 0,1 2-4 15,-1-3 1-15,-1 1 1 0,3 0-3 0,-3 0 1 16,2-1-6-16,-1 1 6 0,1-1 0 0,-2 1 1 15,3 0 1-15,0 0 3 0,-3 2-1 0,2 1 1 16,3 2 1-16,-7-6-2 0,5 5 3 0,-2-3 4 0,-1 3 0 16,5 1 2-16,-9-3 0 0,5 2 3 15,4 1 2-15,-8 0 2 0,8 0 1 0,-8 0-1 16,8 0-1-16,-6 2 1 0,6-2 0 0,-5 4-2 0,3-1 4 16,2-3 5-16,-5 7 1 0,3-2 3 0,1 0-1 15,0 1-1-15,-1 0 8 0,1 1 3 0,1 0 6 16,0 1 2-16,0-2 2 0,0 2 13 0,0-1 3 15,3 1 3-15,-3-1 0 0,3 2 4 0,-2-1-7 16,3 1 7-16,0-2 0 0,-1 5 0 0,3 0 1 16,-2-3-5-16,-1-1-5 0,3 4-4 0,-2-2-8 15,0-1 1-15,0 1 0 0,-2-3-3 0,-1 1-7 16,2-1-10-16,-3 1-21 0,1-3-19 0,-1 0-25 16,0 1-39-16,0-6-39 0,0 8-43 0,0-8-64 15,2 4-44-15,-2-4-229 0,0 0-546 0,0 0 242 16</inkml:trace>
        </inkml:traceGroup>
        <inkml:traceGroup>
          <inkml:annotationXML>
            <emma:emma xmlns:emma="http://www.w3.org/2003/04/emma" version="1.0">
              <emma:interpretation id="{04EF94C1-2BFD-47D2-B816-6BEAC2AD0A3A}" emma:medium="tactile" emma:mode="ink">
                <msink:context xmlns:msink="http://schemas.microsoft.com/ink/2010/main" type="inkWord" rotatedBoundingBox="7799,5352 9260,5353 9259,5734 7798,5733"/>
              </emma:interpretation>
              <emma:one-of disjunction-type="recognition" id="oneOf8">
                <emma:interpretation id="interp12" emma:lang="" emma:confidence="1">
                  <emma:literal/>
                </emma:interpretation>
              </emma:one-of>
            </emma:emma>
          </inkml:annotationXML>
          <inkml:trace contextRef="#ctx0" brushRef="#br0" timeOffset="-81183.3676">-5322 3445 56 0,'0'0'255'0,"0"0"-2"16,4-2-9-16,-4 2-10 0,0 0-14 0,0 0-6 15,0 0-22-15,3-3-17 0,-3 3-14 0,0 0-14 16,0 0-12-16,0 0-6 0,-21 4-10 0,13-2-10 16,0 0-10-16,-4-3-2 0,5 2-11 0,-2-1-2 15,1 1-5-15,1 0 0 0,1 0-6 0,6-1-4 0,-9-2-5 16,9 2-9-16,-8-3-5 0,5 0-3 0,3 3-9 16,-5-5-2-16,5 5-10 0,-3-8-8 15,3 8-12-15,-1-6-18 0,1 6-9 0,-2-9-19 0,2 9-25 16,0-5-29-16,0 5-28 0,0 0-27 0,4-7-29 15,-4 7-26-15,5-2-47 0,-5 2-169 0,0 0-453 16,7-1 202-16</inkml:trace>
          <inkml:trace contextRef="#ctx0" brushRef="#br0" timeOffset="-80792.7484">-5086 3777 177 0,'0'0'333'0,"0"0"-18"0,0 0-20 0,0 0-23 16,0 0-13-16,11-8-24 0,-11 8-21 0,7-6-25 15,-5 4-18-15,-2 2-16 0,4-3-25 0,-4 3-35 16,5-4-67-16,-5 4-78 0,0 0-105 0,0-6-290 0,0 6-480 16,0 0 213-16</inkml:trace>
          <inkml:trace contextRef="#ctx0" brushRef="#br0" timeOffset="-81480.223">-5097 3544 54 0,'0'0'204'16,"7"-12"-4"-16,-7 12-6 0,5-6-16 0,-3 5-12 15,-2 1-19-15,7-4-5 0,-4 3-11 0,-3 1-7 16,6-2-9-16,-6 2-8 0,4-2-10 0,-4 2-4 16,0 0-6-16,6-1-7 0,-6 1-8 0,0 0-8 0,8 1-10 15,-8-1 2-15,7 2-11 0,-4 0-3 0,1-2-5 16,-4 0-6-16,7 5-6 0,-3-4-7 0,-1 1 2 16,0 2-5-16,0-2-3 0,1 1-4 0,-2 0-5 15,0 1 0-15,-2-4-1 0,3 7-3 0,-3-7 0 16,3 6 3-16,-3-1-5 0,0-5 4 0,2 7-7 15,-2-7-2-15,1 7-4 0,-1-7 1 0,1 8-3 16,0-4 0-16,-1-4 0 0,3 6 0 0,-2-3 0 16,-1-3 5-16,3 4-4 0,-3-4 0 0,5 5 0 15,-5-5 4-15,4 5 0 0,-4-5-2 0,3 1 2 16,-3-1-1-16,4 1 2 0,-4-1-1 0,0 0 5 16,6 0 0-16,-6 0-2 0,0 0-2 0,0 0 2 15,5 2 7-15,-5-2-4 0,0 0 0 0,0 0 2 16,0 0 0-16,0 0 0 0,0 0-3 0,0 0 1 0,0 0 7 15,0 0-4-15,0 0-3 0,0 0 3 16,0 0-1-16,-15 2-2 0,8-2 5 0,2 1-4 16,-1 0 0-16,-1 0 2 0,-1 0 2 0,-2 0-4 0,-1 0 2 15,0 0 0-15,0 1 3 0,3-1-5 0,-3-1 5 16,0 1-1-16,-1 0 1 0,1-2-4 0,-1 0-1 16,5 0 0-16,-2 0 4 0,2 0-1 0,-1 0-2 15,1 0 0-15,0-1-2 0,2 0 3 0,-1 0-2 16,2-1 8-16,4 3-4 0,-5-4-4 0,2 1 7 15,3 3 1-15,-4-5 3 0,4 5-1 0,-3-5 1 16,3 5 2-16,-1-6 8 0,1 6 0 0,0-7 1 16,0 7 3-16,0 0 3 0,2-9-1 0,-2 9 2 15,2-4 1-15,-2 4 1 0,2-3-2 0,-2 3-2 16,0 0-3-16,0 0-3 0,0 0-4 0,5-3 5 16,-5 3-3-16,0 0-1 0,0 0-2 0,0 0 1 15,0 0-2-15,0 0 1 0,0 0-2 0,0 0 2 16,-5 18-2-16,5-18 1 0,-4 9-1 0,2-5-4 15,-2 1 0-15,2 0 2 0,0-1-3 0,-3 0 2 16,2 0-1-16,0 1-2 0,-1-3-2 0,1 2 3 16,3-4-7-16,-7 4-7 0,3-2-2 0,4-2-3 0,-7 1-5 15,3 0 2-15,4-1-4 0,0 0-4 0,-9-2 0 16,6-1 4-16,3 3-3 0,-4-7-1 0,2 4 6 16,2 3 0-16,-4-9 1 0,4 5-4 0,0 4 8 15,-4-11 0-15,4 8 3 0,0 3 2 0,-1-9 2 16,0 4-1-16,1 5-2 0,0-8 5 0,0 8 0 15,0-8 4-15,0 8-4 0,0 0 3 0,0 0-5 16,-1-7 6-16,1 7-1 0,0 0-2 0,0 0 0 16,0 0 3-16,0 0 0 0,0 0 2 0,0 0 0 15,0 0-4-15,0 0 4 0,-5 15-2 0,5-15 1 16,-2 8 4-16,0-5-5 0,2-3 3 0,-4 7 3 16,2-3 0-16,2-4-5 0,-4 7 1 0,3-3-4 15,1-4-1-15,-4 6-4 0,2-4-7 0,-1 1-4 16,3-3-5-16,-7 4-3 0,7-4 1 0,-5 2 1 15,5-2 2-15,-6 0 2 0,6 0 0 0,0 0 3 16,-9-4 0-16,9 4 0 0,-6-4 4 0,3 1 3 16,3 3 3-16,-5-6-3 0,2 2 2 0,-1 0-2 0,4 4 3 15,-5-7 10-15,3 4 2 0,0-2 0 16,2 5 7-16,-3-8 3 0,3 8-2 0,-1-5 6 16,1 5 3-16,-1-6 0 0,1 6 0 0,0 0-8 0,-2-6 4 15,2 6 1-15,0 0-2 0,0 0 3 0,0 0 0 16,0 0-4-16,-1-5 0 0,1 5 0 0,0 0 0 15,0 0 3-15,0 0 1 0,0 0 1 16,0 0 1-16,0 0-3 0,0 0 6 0,0 0 1 0,0 0-4 16,0 0 0-16,0 0 5 0,0 0-2 0,0 0 0 15,3-6 1-15,-3 6 1 0,0 0-2 0,0 0 2 16,0 0 1-16,0 0-4 0,0 0-1 0,0 0-2 16,0 0-2-16,0 0-1 0,0 0 0 0,0 0-2 15,0 0-3-15,0 0-3 0,0 0-1 0,0 0 0 16,0 0-2-16,0 0-2 0,0 0 3 0,0 0-3 15,0 0 0-15,0 0-2 0,0 0 2 0,0 0 2 16,0 0 0-16,0 0-3 0,0 0-1 0,0 0 4 16,0 0-2-16,0 0-2 0,0 0-6 0,3 15 7 0,-3-15-1 15,0 6-1-15,0-6 3 0,4 5 2 0,-2-1-3 16,-2-4 2-16,3 5-5 0,-1-1 1 0,-2-4 0 16,5 7-1-16,-2-4 1 0,-2 2 1 0,-1-5-1 15,5 8-1-15,-4-4 3 0,1 0-9 0,-1 1 6 16,1-1 4-16,0 1-6 0,-2-5 2 0,4 12-1 15,-4-7 4-15,0 1-5 0,1-1 5 0,-1-1-2 16,0-4 1-16,0 12-2 0,0-6 0 0,0-6-1 16,-3 9 3-16,1-4-2 0,0 1 0 0,-1-1 2 15,-3-1 1-15,2 2 4 0,-3-1-4 0,0-1 3 16,1 0 2-16,-2-1 3 0,0 2-3 0,0-2 2 16,0-1-10-16,-3 0 8 0,1 0 6 0,0 2-10 15,-1-2 4-15,-1 0-3 0,1-1 2 0,-1-1-7 16,1 0 4-16,-1-1-5 0,2-1 1 0,-2 2 1 15,0-3-3-15,3-1 2 0,-2-1 1 0,4 2-2 16,-2-2 1-16,1-2-4 0,1 2 7 0,0-1-2 16,3-1-1-16,-2 1-2 0,3-2-2 0,-1 0-11 0,2 0-8 15,-1-1-13-15,3 0-10 0,0-1-28 0,0-3-35 16,3 2-45-16,1 2-29 0,1-2-26 16,0-1-63-16,1 1-161 0,1 1-464 0,-1 0 205 0</inkml:trace>
          <inkml:trace contextRef="#ctx0" brushRef="#br0" timeOffset="-82995.7347">-4952 3459 182 0,'4'-6'246'0,"-2"2"-4"0,0-1-9 0,-2 5-10 16,4-5-16-16,-4 5-20 0,4-4-18 0,-4 4-16 15,2-4-19-15,-2 4-19 0,0 0-29 0,0 0-45 0,0 0-50 16,0 0-53-16,0 0-59 0,0 0-217 0,0 0-366 16,0 0 162-16</inkml:trace>
          <inkml:trace contextRef="#ctx0" brushRef="#br0" timeOffset="-83151.9617">-4918 3532 137 0,'0'0'200'0,"0"0"-6"0,0 0-14 16,0 0-16-16,0 0-9 0,7 7-7 0,-7-7-11 0,2 5-11 16,-2-5-5-16,2 5-10 0,-2-5-7 0,0 7-9 15,0-7-7-15,0 7 0 0,0-7-5 0,0 6 1 16,0-6-1-16,-4 7-5 0,2-3-2 0,-1-2-7 16,-1 1 2-16,4-3-8 0,-6 6-4 0,2-5-6 15,-2 1-7-15,0 0-3 0,1-1-6 0,-1 1-2 16,-1-1-4-16,0 0-3 0,1-1-11 0,-1 0-11 15,1-2-18-15,0 0-13 0,2 0-21 0,4 2-29 16,-8-7-29-16,4 4-36 0,1-2-29 0,1 1-44 16,0-1-158-16,2 5-403 0,-1-10 179 0</inkml:trace>
          <inkml:trace contextRef="#ctx0" brushRef="#br0" timeOffset="-83464.4531">-4770 3576 180 0,'0'0'236'0,"0"0"-8"0,0 0-11 0,6 11-18 15,-6-11-8-15,3 7-11 0,0-2-7 0,0 0-15 16,-2 0-6-16,1 0-12 0,-2 1-10 0,0-6-5 0,0 11-6 16,-1-5-4-16,-1 2-7 0,0 0-14 0,-2-2-4 15,-1 2-11-15,0-3-5 0,-1 0-10 0,-1 5-2 16,-1-5-9-16,1 1-11 0,-2 1-20 0,2-2-20 16,-3 0-33-16,2-1-29 0,0 0-36 0,1-2-32 15,1-1-35-15,-1-1-44 0,1-1-218 0,0 0-461 16,0-2 205-16</inkml:trace>
          <inkml:trace contextRef="#ctx0" brushRef="#br0" timeOffset="-78167.9513">-6057 3726 157 0,'0'0'233'0,"0"0"-8"0,0 0-4 0,0 0-7 16,0 0-13-16,0 0-14 0,0 0-14 0,0 0-19 15,0 0-8-15,0 0-14 0,0 0-13 0,-17 2-9 16,13 0-9-16,-3-2-10 0,1 0-8 0,-2 1-12 0,1-1-9 15,-3 0-19-15,1 0-30 0,1 0-37 0,1-1-56 16,-1 1-69-16,1-2-89 0,-1 1-137 16,1-1-405-16,1-2 180 0</inkml:trace>
          <inkml:trace contextRef="#ctx0" brushRef="#br0" timeOffset="-78839.7862">-5949 3408 227 0,'0'0'234'0,"0"0"-14"0,0 0-13 15,0 0-20-15,0 0-15 0,0 0-12 0,0 0-11 16,-18-2-20-16,11 3-10 0,0 0-9 0,-1 2-15 16,-1-2-10-16,1 2-24 0,-2 0-38 0,3-1-47 0,-1 1-53 15,4-2-69-15,-2 1-177 0,2 1-347 16,1-2 153-16</inkml:trace>
          <inkml:trace contextRef="#ctx0" brushRef="#br0" timeOffset="-78480.4399">-5789 3781 285 0,'0'0'327'0,"0"0"-16"16,0 0-21-16,0 0-16 0,0 0-25 0,7-6-20 15,-7 6-21-15,3-5-21 0,-3 5-21 0,0 0-25 16,2-7-41-16,-2 7-51 0,1-4-72 0,-1 4-84 16,0 0-91-16,0 0-217 0,-7-8-449 0,3 5 198 15</inkml:trace>
          <inkml:trace contextRef="#ctx0" brushRef="#br0" timeOffset="-79089.7598">-5768 3509 2 0,'0'0'218'0,"0"0"-2"0,0 0-10 0,0 0-10 16,6-5-15-16,-6 5-12 0,0 0-13 16,0 0-13-16,0 0-13 0,0 0-7 0,0 0-11 0,0 0-2 15,6 8-8-15,-6-8-7 0,0 0-7 0,2 8-6 16,-2-8-6-16,0 6 0 0,0-6-8 0,-1 9-7 16,1-9-8-16,0 9-2 0,-1-6-6 0,1-3-5 15,-2 10 0-15,0-5-6 0,0 0 0 0,-1-1-8 16,1 1 1-16,-2-1-1 0,1 1-5 0,-1-2-5 15,-1 1-1-15,-1-1 1 0,1 1-1 0,0-2-9 16,-1 2-2-16,0-3-16 0,-1-1-3 0,0 0-4 16,0 0-2-16,1 0-6 0,-3-2-5 0,2-1-7 15,0 1 2-15,1-1 2 0,0-1 2 0,-1 2-4 16,2-1 0-16,2-1 3 0,-2 1 2 0,1-2 5 16,2 1 1-16,0 0 0 0,2 4 3 0,-3-10 0 0,2 5 5 15,1 5 0-15,0-8 4 0,0 8-4 16,4-7 5-16,-3 3-3 0,-1 4 6 0,5-7 0 15,-3 6 1-15,-2 1 4 0,5-5 1 0,-5 5 1 0,6-1 7 16,-6 1 2-16,6-1-4 0,-6 1 10 0,5-1 2 16,-5 1 1-16,7 3 2 0,-7-3 1 0,5 4 5 15,-2-3 2-15,-1 3 0 0,0 0 0 0,-2-4 3 16,3 7-4-16,-3-2 1 0,0-5 1 0,2 8-1 16,-2-8 0-16,-3 9 0 0,3-9 2 0,-3 7-5 15,0-3-4-15,-1-1 4 0,1 1-4 0,-1-1 0 16,-1-1-2-16,-1 1-2 0,1-1-3 0,0 0 1 15,-3 0-5-15,1-2 0 0,-1 2-2 0,1-3-2 16,-2 1-4-16,0-1 1 0,-1-1-3 0,2 1-4 16,0-2 1-16,0 0 0 0,2-1-1 0,1-1-1 15,-1 2 1-15,2-1 1 0,2-1-2 0,-1 1 0 16,0 0 3-16,1-1 2 0,2 5 3 0,-3-9 0 0,1 6 6 16,2 3 6-16,-2-7 0 0,2 7 2 0,-1-6 3 15,1 6 4-15,0 0-5 0,-2-6 1 16,2 6-6-16,0 0 1 0,0 0 0 0,0 0 0 15,0 0-3-15,0 0-3 0,0 0 2 0,0 0-2 0,0 0-1 16,-2 17 5-16,2-17-4 0,-1 10 2 0,1-2-4 16,-1-1 5-16,-1 0 0 0,0 0 1 0,1-3 0 15,-1 3-2-15,0-2 2 0,0 0-1 0,-2 2 0 16,0-3 2-16,1-1 0 0,-1 1-4 0,-1 0 0 16,1-2 0-16,0 0 3 0,-1-1-3 0,-1-1 1 15,-1-1-2-15,1 1-2 0,0-3 1 0,2 1 0 16,-2-1 0-16,1-1 3 0,0-1-2 0,-1-1 0 15,0 1 3-15,3 0 1 0,-1-1 7 0,0 1-3 16,0-1 3-16,0 2-2 0,1-1-1 0,1 3 2 16,-1-2-3-16,3 4-3 0,-6-3 0 0,6 3-3 15,-7-2-2-15,7 2 0 0,-8 0 1 0,3 3 0 16,0-1-4-16,1 1-9 0,0 0-9 0,1 0-15 16,-2-1-16-16,5-2-29 0,-8 5-16 0,5-1-24 15,0-2-38-15,0 1-19 0,3-3-35 0,-4 5-219 16,4-5-464-16,-2 3 206 0</inkml:trace>
        </inkml:traceGroup>
        <inkml:traceGroup>
          <inkml:annotationXML>
            <emma:emma xmlns:emma="http://www.w3.org/2003/04/emma" version="1.0">
              <emma:interpretation id="{4C7915B6-DF25-4F02-96F0-4F38C22E311D}" emma:medium="tactile" emma:mode="ink">
                <msink:context xmlns:msink="http://schemas.microsoft.com/ink/2010/main" type="inkWord" rotatedBoundingBox="9389,5371 10493,5372 10492,5713 9388,5712"/>
              </emma:interpretation>
              <emma:one-of disjunction-type="recognition" id="oneOf9">
                <emma:interpretation id="interp13" emma:lang="" emma:confidence="1">
                  <emma:literal/>
                </emma:interpretation>
              </emma:one-of>
            </emma:emma>
          </inkml:annotationXML>
          <inkml:trace contextRef="#ctx0" brushRef="#br0" timeOffset="-85964.243">-3578 3528 114 0,'0'0'184'0,"0"0"-8"16,0 0-9-16,0 0-9 0,0 0-7 0,0 0-5 0,0 0-1 15,0 0-12-15,11 11-10 0,-8-10-3 0,0 3-4 16,2-1 1-16,-1-1-4 0,-1 1-7 0,0 1-2 15,2-1-3-15,-3 1 3 0,2 0-5 0,0 0 6 16,-1 0-7-16,-1 0 4 0,1 0-14 0,-1 0-5 16,-2-4-12-16,2 5-2 0,-2-5-6 0,0 7-7 15,0-7-8-15,-3 7-3 0,0-5-13 0,-2 1-24 16,1-1-25-16,-3 2-21 0,1-1-28 0,-5 0-33 16,4 0-28-16,-4-1-27 0,2-1-21 0,2 0-17 15,-2 1-32-15,1-1-152 0,1 0-407 0,0 0 180 16</inkml:trace>
          <inkml:trace contextRef="#ctx0" brushRef="#br0" timeOffset="-85698.6664">-3659 3600 136 0,'0'0'204'0,"0"0"-10"0,-1-6-13 16,1 6-15-16,0 0-11 0,0 0-4 0,0 0-1 15,0 0-4-15,0 0-10 0,0 0-2 16,-4 14-7-16,4-14-6 0,-3 10-8 0,1-5-8 0,-2 3-4 15,1 1-8-15,-2-2-9 0,0 3-7 0,-1 0-8 16,0 0-4-16,-2 1-8 0,1-3-5 0,1 3-6 16,-1-3-15-16,2-2-19 0,-4 3-45 0,0-2-42 15,1 0-52-15,3-2-53 0,-5-1-236 0,2-1-450 16,1 1 200-16</inkml:trace>
          <inkml:trace contextRef="#ctx0" brushRef="#br0" timeOffset="-84964.3374">-3936 3630 118 0,'0'-7'217'0,"0"7"-15"0,0 0-13 0,4-9-12 0,-3 6-15 16,3-2-9-16,-2 0-12 0,2 3-14 0,1-5-10 16,-2 3-5-16,1 3-7 0,-1-4-8 0,2 2-7 15,-1 0-10-15,1 0 3 0,-1 1-8 0,-1 0 0 16,1 1-8-16,1 0-4 0,-5 1-4 0,9-3 1 16,-5 3-4-16,-4 0-6 0,9 1-3 0,-5-1-4 15,-4 0-1-15,9 2-6 0,-7 0 0 0,-2-2 2 16,6 3-7-16,-3 0-2 0,-3-3-2 0,3 5 1 15,-3-5-3-15,1 7 1 0,-1-7-3 0,0 5-2 16,0-5 1-16,-3 8-3 0,3-8-4 0,-6 5 2 16,2-2-5-16,-1 0-3 0,-1-2 5 0,0 2-8 0,-1-1-2 15,0 0-11-15,0-1-10 0,-1 1-9 16,1-2-11-16,-1 0 1 0,-1 0 2 0,2-2 3 16,-1 1 3-16,1-1 0 0,2-1 4 0,0 0 4 0,1 0 4 15,-1 0 0-15,2-1 2 0,0-1 1 0,0 1 2 16,1-1 8-16,0-1 1 0,2 6 4 0,-2-8 3 15,2 4 6-15,0 4 2 0,-1-8 2 0,1 8 7 16,-1-6-2-16,1 6-2 0,-2-6 4 0,2 6-8 16,0 0 0-16,0 0-3 0,0 0 2 0,0 0-1 15,-2-5-3-15,2 5 0 0,0 0 4 0,0 0-3 16,0 0 0-16,0 0 3 0,0 0-3 0,0 0-2 16,0 0 3-16,-2 15-5 0,2-15 6 0,-3 8-4 15,1-4 0-15,-1 0-1 0,0 1-3 0,0-1 4 16,-3 0-2-16,1 2 1 0,-2-3-2 0,1 1 0 15,-1 1 1-15,-1-2-4 0,1 0-6 0,-2 2-5 16,-1-3-5-16,-2 0-5 0,3 0-7 0,1-2-8 0,-2-1 1 16,1 1-2-16,3 0 1 0,-1-1-5 15,-1 0-3-15,2-1 1 0,2 1 2 0,0-2-3 16,0 0-5-16,4 3 2 0,-4-6 5 0,3 2-5 16,1 4 5-16,0 0 5 0,-2-9 4 0,2 9 6 0,3-7 1 15,-3 7 7-15,3-6 5 0,0 3 8 0,-3 3 9 16,5-5 3-16,-2 3 4 0,-3 2 8 15,5-2 5-15,-5 2 3 0,6 1-1 0,-6-1 5 0,6 2 10 16,-1 0 5-16,1 2 3 0,-4 0 2 0,2 1 2 16,-1 2-3-16,0-2 8 0,-1 2-8 0,0 1 3 15,0 1 1-15,-2-1-5 0,-2 1-5 0,-1 0-2 16,0 0-3-16,-3 2-6 0,0-2 1 0,-1-1-8 16,-1 2-17-16,2-4-25 0,-3 1-42 0,1 0-36 15,-3-2-54-15,1 1-44 0,4-3-81 0,-2 0-171 16,1-3-480-16,-2 0 213 0</inkml:trace>
          <inkml:trace contextRef="#ctx0" brushRef="#br0" timeOffset="-84683.1144">-4232 3558 59 0,'0'0'263'0,"0"0"-11"0,0 0-12 0,0 0-6 0,6 9-12 16,-6-9-5-16,3 8-9 0,-3-3-16 0,2 2-3 16,-2 1-13-16,0 1-3 0,0-2-11 0,-2 2-13 15,1-1-11-15,-1 0-14 0,1 0-10 0,-1 1-18 16,-1-1-4-16,-1 0 3 0,-2 0-15 0,1-1-13 16,0 0-14-16,-1-2-26 0,0 0-31 0,-1 0-29 15,0-1-41-15,0 0-70 0,0-1-55 0,-1-3-76 16,1 2-208-16,-1-2-522 0,1-2 232 0</inkml:trace>
          <inkml:trace contextRef="#ctx0" brushRef="#br0" timeOffset="-84308.1406">-4356 3514 58 0,'0'0'228'0,"0"0"-10"0,0 0-14 0,9 7-11 16,-9-7-14-16,2 4-6 0,-2-4-12 0,2 4-4 15,-2-4-11-15,0 0 1 0,3 6-13 0,-3-6-8 16,0 0-2-16,-1 9-8 0,1-9-3 0,0 0-7 16,-6 8 0-16,4-4-8 0,-2-1-4 0,-1 0-13 15,-1-1 0-15,0 2-3 0,-1-1-10 0,1 0 1 16,-1-1-11-16,-2 0-10 0,-1 0-1 0,2 0-6 15,-3 0-2-15,0-1-8 0,1 1 0 0,-2-2-4 16,1 0-3-16,1 0-1 0,2 0-1 0,-3-2-3 16,0 1-2-16,0-1 1 0,0 0-5 0,4 1-1 15,-1-2-4-15,-1 0 3 0,-1-1 0 16,0 0-5-16,2 1 3 0,2-2-11 0,0 1-2 0,1 0-7 16,-1-1-6-16,4 1-6 0,-3-2-24 0,2 0-22 15,2 1-29-15,-1-1-16 0,2 6-30 0,-1-10-29 0,4 2-30 16,1 2-27-16,-1 0-210 0,2 0-477 0,0 1 212 15</inkml:trace>
          <inkml:trace contextRef="#ctx0" brushRef="#br0" timeOffset="-84151.9022">-4488 3419 124 0,'0'0'247'0,"0"0"-6"0,0 0-17 16,0 0-6-16,0 0-20 0,0 0-13 0,0 0-22 15,-22 1-13-15,14 2-16 0,1-3-11 0,-2 1-24 16,2 2-32-16,-4-3-42 0,1 0-75 0,1 0-72 16,2 0-216-16,0-3-366 0,0 1 162 0</inkml:trace>
        </inkml:traceGroup>
        <inkml:traceGroup>
          <inkml:annotationXML>
            <emma:emma xmlns:emma="http://www.w3.org/2003/04/emma" version="1.0">
              <emma:interpretation id="{9747ED05-929B-4938-B4BB-66E251C23C0A}" emma:medium="tactile" emma:mode="ink">
                <msink:context xmlns:msink="http://schemas.microsoft.com/ink/2010/main" type="inkWord" rotatedBoundingBox="10699,5179 13399,5181 13398,5762 10698,5760"/>
              </emma:interpretation>
              <emma:one-of disjunction-type="recognition" id="oneOf10">
                <emma:interpretation id="interp14" emma:lang="" emma:confidence="1">
                  <emma:literal/>
                </emma:interpretation>
              </emma:one-of>
            </emma:emma>
          </inkml:annotationXML>
          <inkml:trace contextRef="#ctx0" brushRef="#br0" timeOffset="-96322.9298">-620 3412 187 0,'0'0'250'16,"0"0"-17"-16,0 0-11 0,0 0-22 0,0 0-9 0,0 0-13 16,0 0-1-16,0 0-5 0,0 0-14 0,0 0-8 15,0 0-5-15,0 18-4 0,0-18-5 0,1 13-14 16,0-6-8-16,-1-3-7 0,1 5-14 0,-1-1-4 16,1 0-8-16,0 2-9 0,0-2-4 0,-1 0-9 15,0 0 0-15,1 2-18 0,-1-4-28 0,-1 2-39 16,0 1-58-16,-1-2-66 0,1 0-72 0,-1 1-274 15,1-4-538-15,-2 0 238 0</inkml:trace>
          <inkml:trace contextRef="#ctx0" brushRef="#br0" timeOffset="-96026.0869">-699 3537 155 0,'0'0'205'16,"0"0"-11"-16,0 0-5 0,0 0-15 0,0 0-7 0,0 0-13 15,0 0-14-15,0 0-12 0,0 0-10 0,3 19-13 16,-3-19-6-16,0 6-8 0,0-6-3 0,-1 7-3 16,1-7-5-16,-1 6-3 0,1-6-3 0,-2 5 0 15,2-5-1-15,-4 7-2 0,1-6-1 0,3-1-4 16,-5 3-5-16,0-2-4 0,5-1-7 0,-11 2-6 15,5-4-5-15,-2 2-3 0,0-2-7 0,0-1-5 16,2 0-17-16,-1 1-19 0,1 0-24 0,0-2-36 16,1-1-56-16,1-1-67 0,1 0-236 0,-1 0-466 15,1 0 207-15</inkml:trace>
          <inkml:trace contextRef="#ctx0" brushRef="#br0" timeOffset="-95838.6029">-725 3419 233 0,'0'0'290'0,"3"-4"-14"0,-3 4-23 0,0 0-29 0,3-3-25 16,-3 3-20-16,0 0-29 0,0 0-33 0,0 0-54 16,0 0-69-16,0 0-66 0,0 0-71 15,0 0-152-15,-10 14-317 0,7-13 141 0</inkml:trace>
          <inkml:trace contextRef="#ctx0" brushRef="#br0" timeOffset="-94526.1983">-1149 3576 172 0,'2'-7'202'0,"1"2"3"15,-3 5-20-15,3-8-12 0,-2 3-7 0,0 0-10 16,1 0-10-16,1 1-10 0,-3 4-16 0,4-5-9 15,-1 1-9-15,-3 4-11 0,5-4-9 16,-3 0-6-16,-2 4-7 0,5-2-9 0,-5 2-7 0,5-2-1 16,-5 2-5-16,7 0-2 0,-7 0-11 0,6 0-3 15,-6 0-2-15,6 3-1 0,-3-2 2 0,-3-1-8 16,6 1 1-16,-2 3-3 0,-1-3-3 0,0 2 2 16,-3-3 2-16,0 0 2 0,5 6 4 0,-5-6 7 15,0 5 2-15,0-5 9 0,0 0-5 0,-6 7 1 16,3-3-4-16,-2-3 3 0,1 2-7 0,-2-1 1 15,-1 1-9-15,1 0-1 0,0-2 0 0,0 0-1 16,-2 1-6-16,1 0 3 0,1-2-6 0,0 3 1 16,0-2-2-16,-1 0-1 0,2 0-3 0,0 0 1 15,1 1 0-15,4-2-3 0,-6 3 2 0,6-3-1 0,-5 3-2 16,5-3 3-16,-3 4 1 0,1 0 4 16,2-4 12-16,-2 7 5 0,0-1 3 0,2-6-1 15,-1 10-1-15,1-4 1 0,0 2-2 0,0-1 1 0,0 2 4 16,1 0-3-16,-1 1-3 0,0-2 4 0,-1 3-7 15,1-2-3-15,0 5 2 0,-2-3-5 0,2-2 1 16,-2 4 0-16,-1-4-15 0,1-1-22 0,-2 4-34 16,-1-2-44-16,-1-1-67 0,1-3-82 0,1 0-320 15,-1 0-607-15,1-2 269 0</inkml:trace>
          <inkml:trace contextRef="#ctx0" brushRef="#br0" timeOffset="-95026.1652">-1010 3764 42 0,'0'0'336'0,"6"4"-22"0,-6-4-37 0,0 0-27 16,0 0-28-16,9-9-26 0,-6 6-40 0,-3 3-63 16,3-5-76-16,-3 5-74 0,2-8-102 0,-1 4-123 15,-1 4-304-15,0 0 134 0</inkml:trace>
          <inkml:trace contextRef="#ctx0" brushRef="#br0" timeOffset="-95166.7739">-880 3537 254 0,'0'0'242'0,"0"0"-13"0,0 0-28 0,0 0-11 16,0 0-23-16,0 0-14 0,0 0-12 0,0 0-13 16,16-4-12-16,-16 4-14 0,6-1-11 0,-6 1-11 15,5 0-5-15,-5 0-9 0,6 0-5 0,-6 0-5 16,5 0-7-16,-5 0-4 0,6 1-2 0,-6-1-8 16,3 2-4-16,-3-2-4 0,4 2-6 0,-4-2-3 15,3 3-5-15,-3-3-6 0,4 4-7 0,-4-4-12 16,3 5-6-16,-3-5-6 0,4 4-8 0,-3-1-1 15,-1-3-12-15,3 7 0 0,-3-7-3 0,0 6 3 0,0-6 2 16,1 7 2-16,-1-7 4 0,1 7 5 0,-1-7 5 16,-1 7 5-16,1-7 1 0,-1 6 3 15,1-6 3-15,0 0 2 0,0 8 1 0,0-8 7 16,1 5 1-16,-1-5 4 0,0 0 3 0,4 3 7 0,-4-3-6 16,5 3 2-16,-5-3 0 0,6 0 4 0,-6 0-4 15,7 1 5-15,-4 0 1 0,-3-1 2 0,7-1 2 16,-7 1 2-16,7 0-1 0,-7 0 5 0,0 0-4 15,5 1 4-15,-5-1 0 0,0 0-5 0,0 0 2 16,0 0-3-16,0 0 0 0,0 0 0 0,0 0-4 16,0 0 3-16,0 0-2 0,-19 3 4 0,13-2-10 15,-1 0 3-15,-1-1-5 0,0 0-1 0,-2 0 1 16,1 1-2-16,1-1 3 0,-2 0-2 0,0 0-2 16,-1 0 1-16,-1-1-1 0,5 1-1 0,-4-3 0 15,1 1 1-15,1 1 1 0,2-2-3 0,1 1 3 16,-1 0-5-16,1-1 7 0,1 1-1 0,1-2 9 15,1 1 5-15,3 3 1 0,-4-9 0 0,3 4 7 16,1 5 11-16,0-14 7 0,0 6 2 0,2-4 2 0,1-2-1 16,1 0 2-16,1-4-2 0,-1 4 1 15,1 0 0-15,2 0-3 0,-2 3-8 0,1 0-1 16,-1 2-5-16,-2 2-3 0,0 2-2 0,-1-1-5 0,-1 2-6 16,-1 4-7-16,5-3-24 0,-5 3-30 0,0 0-40 15,0 0-59-15,0 0-65 0,0 0-245 16,5 12-493-16,-5-7 219 0</inkml:trace>
          <inkml:trace contextRef="#ctx0" brushRef="#br0" timeOffset="-93729.3801">-1542 3591 137 0,'0'0'273'0,"5"-17"-18"0,-5 17-13 0,0 0-16 16,0 0-15-16,0 0-7 0,0 0-4 15,0 0-12-15,7 13-17 0,-5-8-8 0,-2-5-12 0,0 12-12 16,-1-5-12-16,1 2-1 0,-2-1-19 0,1 1-9 16,1 0-8-16,-2 0-8 0,-1-2-8 0,-1 3-9 15,-2-3-6-15,1 1-15 0,1 0-19 0,-2-2-24 16,0 0-27-16,0 0-39 0,1-2-47 0,0 0-51 16,0-1-49-16,2-1-268 0,3-2-520 0,-5 1 230 15</inkml:trace>
          <inkml:trace contextRef="#ctx0" brushRef="#br0" timeOffset="-93994.9793">-1356 3459 165 0,'0'0'212'0,"0"0"-9"16,0 0-15-16,0 0-15 0,0 0-5 0,0 0-13 16,0 0-6-16,0 0-3 0,0 0-9 0,7 14-10 15,-7-14-5-15,0 8-1 0,0-2-4 0,0 0-6 16,0-6-8-16,-1 14-5 0,1-7-14 0,-2 0 0 15,1 1-11-15,-2 0-7 0,2 1-6 0,-1 0-5 16,-1-1-4-16,1 0-1 0,-1 1-8 0,0-2-7 16,-1 0-2-16,2-1-1 0,-2 0-5 0,1-1 1 15,1 0-2-15,-2 0-4 0,1-2-3 0,3-3 3 0,-6 4-6 16,6-4 1-16,-5 2-4 0,1-1 4 16,4-1 2-16,0 0 1 0,-8-4-2 0,3 1 1 15,3 0 4-15,-2-3 0 0,0 2 1 0,1-3 7 0,-1 0-2 16,1 0-2-16,1-2 0 0,0 1 4 0,1-4-2 15,0 0 1-15,1 3-8 0,1-3 0 0,0-2-4 16,-1 0-1-16,3 1 0 0,-1 4 0 0,0-1-2 16,0 1-4-16,0 2-1 0,0 1-5 0,0 2-9 15,-1 0-15-15,-1 4-17 0,1-6-29 0,-1 6-38 16,0 0-42-16,0 0-58 0,0 0-54 0,0 0-250 16,0 0-548-16,-6 18 242 0</inkml:trace>
          <inkml:trace contextRef="#ctx0" brushRef="#br0" timeOffset="-93432.5257">-1131 3228 32 0,'0'0'211'0,"0"0"-3"16,0 0-8-16,0 0-5 0,0 0 0 16,0 0-19-16,-16 12-5 0,12-5-14 0,-5 4-9 0,3-2-11 15,-5 8-10-15,1-3-6 0,-2 1-12 0,3-3-11 16,-3 2-9-16,-1 0-8 0,1 1-26 15,-2-3-45-15,1 0-71 0,4-4-94 0,-5 3-229 0,0-2-416 16,4 0 184-16</inkml:trace>
          <inkml:trace contextRef="#ctx0" brushRef="#br0" timeOffset="-91338.9185">-2287 3426 165 0,'0'0'237'0,"0"0"-17"0,0 0-19 15,0 0-16-15,0 0-15 0,0 0-17 16,-13-4-11-16,13 4-14 0,-10 1-15 0,4 0-10 16,-2 2-11-16,1-3-18 0,0 2-27 0,1 1-47 0,-1-1-57 15,3-1-81-15,0 1-169 0,4-2-330 0,-5 2 146 16</inkml:trace>
          <inkml:trace contextRef="#ctx0" brushRef="#br0" timeOffset="-91510.7881">-1940 3556 4 0,'0'0'212'0,"0"0"-1"15,7 8-19-15,-7-8-13 0,0 0-15 0,0 6-10 16,0-6-14-16,0 0-16 0,-1 10-6 0,1-10-12 16,-3 7-8-16,3-7-13 0,-3 5-7 0,3-1-8 15,0-4-5-15,-3 8-14 0,0-4 1 0,-1-1-3 16,2-1-8-16,-2 1-6 0,4-3-11 0,-7 3-15 16,3-1-7-16,4-2-4 0,-8 0-8 0,4 0-9 15,4 0 0-15,-7-4-5 0,3 1 4 0,4 3 0 16,-4-8-3-16,2 6 5 0,0-3 4 0,2 5 2 15,-2-8-1-15,1 2 5 0,1 6 3 0,1-9 7 16,-1 9 4-16,1-7 8 0,-1 7 9 0,0-7 3 16,0 7 4-16,1-6-2 0,-1 6 2 0,0 0-7 0,0 0 0 15,2-7-1-15,-2 7-5 0,0 0-3 0,0 0 6 16,0 0-6-16,0 0 0 0,0 0 0 16,0 0 0-16,0 0-5 0,0 0-2 0,0 0 1 0,-10 18 2 15,8-15-3-15,0 1 0 0,2-4-1 0,-4 6-1 16,-2-3-2-16,2 1-3 0,0-1 0 0,0-1-8 15,4-2-5-15,-9 3-3 0,5-1-2 0,0 0-3 16,4-2-5-16,-9 0 4 0,9 0-5 0,-7-5-2 16,7 5 4-16,-5-4 1 0,1 2 5 0,4 2 0 15,-3-8 4-15,2 4-4 0,1 4 7 0,-3-7 12 16,3 7-3-16,-1-9 7 0,1 9 1 0,0-7 8 16,0 7 2-16,0 0 4 0,0-8-1 0,0 8 4 15,2-5 1-15,-2 5-3 0,0 0-3 0,0 0-5 16,0 0 1-16,0 0 3 0,0 0-5 0,0 0 0 15,0 0-4-15,0 0-1 0,0 0-1 0,0 0 3 16,0 0-1-16,0 0 0 0,-5 17-3 0,2-13 0 16,3-4 0-16,-6 7-7 0,2-4 3 0,1 1-6 0,-2-1-2 15,2-1-5-15,-2 0-5 0,5-2 0 16,-6 5-7-16,3-4-4 0,3-1 0 0,-8 0 3 16,8 0 0-16,-6-1 3 0,1-2 4 0,5 3 0 0,-5-4 2 15,2 0-3-15,-1 1 4 0,4 3 7 0,-5-6 0 16,2 1 3-16,-1 1 7 0,4 4 13 0,-3-6 10 15,0 3 5-15,3 3 0 0,-3-5 6 0,3 5 9 16,-3-5 3-16,3 5-4 0,0 0 6 0,0-7-3 16,0 7 2-16,0 0 1 0,0 0 4 0,0 0-6 15,-2-6 4-15,2 6 0 0,0 0 2 0,0 0-4 16,0 0 0-16,0 0-6 0,0 0 3 0,0 0-6 16,0 0-4-16,0 0-1 0,0 0 4 0,0 0-6 15,0 0 3-15,0 0-7 0,6 16 1 0,-6-16-2 0,0 5 0 16,0-5-5-16,0 0 0 0,-3 10 0 15,3-10 4-15,0 7-7 0,0-7 2 0,-3 7-8 16,3-7 6-16,-3 7 2 0,2-4-5 0,-3 3-2 16,0-3 5-16,-2 1-4 0,2-1 3 0,-2 1-4 0,0-1 2 15,-1-1-5-15,1 0 1 0,-2 1 2 16,0-1-7-16,0-1 4 0,0 0-2 0,-3-1-2 16,0 1 1-16,0-1 0 0,-1-1-4 0,1 1 0 0,-1-3 4 15,1 2-8-15,-1-2 4 0,-1 0 1 0,2-2 0 16,2 0-1-16,0 2-1 0,-1-2-2 0,2-1 0 15,1 1-2-15,2 0-6 0,-1-1-13 0,2 0-12 16,1 0-14-16,1 0-17 0,0-1-20 0,1 0-22 16,1 7-26-16,2-13-26 0,1 6-13 0,-1 1-17 15,2-1-24-15,1 2-33 0,-1 0-144 0,1-1-419 16,0 2 187-16</inkml:trace>
          <inkml:trace contextRef="#ctx0" brushRef="#br0" timeOffset="-92495.0989">-1842 3583 83 0,'0'0'228'0,"0"0"-7"0,0 0-6 0,-6 11-10 15,6-11-9-15,0 7-1 0,0-7-7 0,1 8-2 16,-2-2-10-16,1 2-7 0,-1-1-10 15,1 0-8-15,-2 1-11 0,1 0-12 0,-2 0-7 0,1 1-16 16,-1 0-4-16,-1-1-15 0,-1 3-7 0,-1-2-9 16,0 1-3-16,0 1-13 0,-2-3-19 0,2-1-20 15,-1-1-29-15,1 1-36 0,1-3-55 0,-1 2-47 16,2-4-51-16,-1 2-273 0,1-3-513 0,0 1 227 16</inkml:trace>
          <inkml:trace contextRef="#ctx0" brushRef="#br0" timeOffset="-92634.7081">-1715 3546 225 0,'0'0'250'0,"0"0"-13"0,0 0-18 0,0 0-12 16,-4-1-12-16,4 1-16 0,0 0-15 0,0 0-19 15,0 0-7-15,0 0-15 0,0 0-10 0,0 0-6 16,0 0-3-16,0 0-12 0,0 0-3 0,0 0-7 16,0 0-5-16,6 13-12 0,-6-13 1 0,4 6-8 15,-1-2-5-15,0-2-6 0,-3-2 1 0,3 6-9 16,0-2-3-16,0-1 3 0,-3-3-7 0,3 5-5 15,-3-5 0-15,2 6-8 0,-2-6 1 0,4 2-1 16,-4-2-2-16,2 4-5 0,-2-4 2 0,0 0 3 16,0 0 1-16,2 4-8 0,-2-4-9 0,0 0-24 15,0 0-17-15,-8 2-37 0,1 0-37 0,-1-2-36 16,0-2-47-16,-1 4-70 0,-3-2-160 0,1 0-464 16,-1 0 206-16</inkml:trace>
          <inkml:trace contextRef="#ctx0" brushRef="#br0" timeOffset="-89432.7686">-2559 3575 146 0,'0'0'228'0,"0"0"-13"0,0 0-11 16,0 0-6-16,0 0-13 0,0 0-12 0,7 13-10 15,-7-13-11-15,1 11-9 0,-1-5-8 0,-2 1-2 0,1 1-9 16,-2-1-8-16,-1 1-7 0,0 1-6 0,-1 1-12 16,-1 0-9-16,-1 0-6 0,0-2-8 0,-2 2-5 15,2-1-5-15,1-4-11 0,-3 3-21 0,1-1-35 16,1-2-45-16,-1 0-55 0,0-3-64 0,2 1-89 15,-3 0-144-15,2-3-438 0,-1-2 194 0</inkml:trace>
          <inkml:trace contextRef="#ctx0" brushRef="#br0" timeOffset="-89167.159">-2718 3375 1 0,'0'0'233'0,"0"0"-2"0,0 0-5 16,2 20-11-16,-4-12-6 0,2 1-5 0,-1-1-6 16,1 5-9-16,-1 1-1 0,0-2-18 0,0 1-18 15,0 0-6-15,-1 0-18 0,1-1-11 0,-1-1-10 16,-1 2-9-16,2-3-19 0,-1-2-35 0,-1 0-43 15,0 1-71-15,0-2-72 0,1 2-84 0,-2-2-191 16,2 0-451-16,0 0 200 0</inkml:trace>
          <inkml:trace contextRef="#ctx0" brushRef="#br0" timeOffset="-59341.1985">-2969 3516 34 0,'0'0'207'15,"4"-4"-20"-15,-4 4-10 0,4-3-13 0,-4 3-10 0,5-4-16 16,-1 3-10-16,-4 1-11 0,4-3-11 0,-4 3-9 15,5-2-10-15,-5 2-13 0,5-2-4 0,-5 2-7 16,6-2-2-16,-6 2-12 0,6-2-3 0,-6 2-7 16,0 0-4-16,8 2-2 0,-8-2-4 0,3 2 2 15,-3-2-9-15,0 0-3 0,3 3 0 0,-3-3 0 16,2 6 0-16,-2-6-4 0,0 5 1 16,0-5-6-16,0 7-6 0,0-7-8 0,0 0 3 0,0 8-1 15,0-8 2-15,0 7-3 0,0-7-1 0,0 6-2 16,0-6 3-16,0 0-2 0,0 8 2 0,0-8 0 0,2 4 2 15,-2-4-2-15,2 6 2 0,-2-6-4 16,2 5-1-16,-2-5 2 0,3 3 4 0,-3-3-6 16,3 5 1-16,-3-5 1 0,4 2 3 0,-4-2-5 15,6 3 3-15,-6-3-1 0,5 1 4 0,-5-1-4 0,6 0 2 16,-6 0 1-16,0 0 3 0,7 0 2 0,-7 0-3 16,0 0 2-16,5-1 4 0,-5 1-2 0,0 0-3 15,0 0 2-15,0 0 1 0,0 0 1 0,0 0-3 16,0 0 3-16,-20 5-3 0,13-4-3 0,0-1 0 15,-1 1 2-15,-3 1-1 0,3-1 0 0,-3 1 0 16,1-2 2-16,-1 0 0 0,3 0 2 0,-1 0-2 16,1-2-2-16,-4 0-2 0,2 0 0 0,2 1 0 15,1-1 2-15,-4 0-3 0,3-1 2 0,3 0 0 16,0 0 0-16,-1-1 2 0,1 1-3 0,1-1 5 16,1-1 2-16,1 1 0 0,2 4 6 0,-5-7 2 15,3 2 11-15,1 2 14 0,1 3 0 0,-3-8 5 16,3 8 8-16,0-6 0 0,0 6 2 0,-2-6-5 0,2 6 2 15,0 0-4-15,0 0-7 0,0-7 0 16,0 7-4-16,0 0-6 0,0 0-4 0,0 0-1 16,0 0-4-16,0 0-4 0,0 0 1 0,0 0 0 0,0 0-6 15,0 0 2-15,0 0-4 0,0 0-1 0,0 0 0 16,0 0 2-16,0 0 0 0,0 0 1 16,0 20-5-16,0-20 3 0,0 9-2 0,-3-6-1 15,0 4-2-15,1-2 1 0,-3 2 1 0,2-1 0 0,-2-1-2 16,1 1-2-16,-1-1-1 0,1 0 6 0,-1 0-2 15,1 1-5-15,0-1-1 0,-2 0 2 0,3-1-1 16,-1 1 0-16,2-1-4 0,-1 0-3 0,0-1 2 16,3-3-2-16,-2 8 1 0,1-5 0 0,1-3-2 15,-3 7 2-15,3-7-3 0,0 5 3 0,0-5 1 16,0 0 0-16,0 8-2 0,0-8 3 0,3 5-1 16,0-1 3-16,-3-4-4 0,4 3 4 0,-1-1-3 15,0 1 5-15,-3-3-4 0,5 4 3 0,-1-3-1 16,-4-1 0-16,7 2 0 0,-3-1 1 0,-1 1-4 0,-3-2 10 15,6 4-6-15,-6-4 6 0,4 3 1 16,-4-3 5-16,4 3-1 0,-4-3 0 0,3 3 1 16,-3-3 1-16,1 5 3 0,-1-5 6 0,0 0 0 0,0 0 3 15,-1 7-1-15,1-7 5 0,-4 5-3 0,4-5 2 16,-6 3-2-16,3-1 8 0,-2 0-2 16,-1 0 2-16,-1 1-8 0,1-1 3 0,-1 0-3 0,-1 1-2 15,1-1 5-15,-1 1-8 0,0-2 0 0,-1 1 0 16,1-1-9-16,1 0 7 0,-4 0-5 0,3 0 0 15,1-2-3-15,-3 0 7 0,3 1-9 0,-1-2-1 16,1 0-9-16,0 0 7 0,-1-2 3 0,1 1-5 16,1-1 6-16,0-1-9 0,0 0 4 0,2 0-3 15,-1-1-1-15,2-1-2 0,0 0-10 0,3 1-11 16,-1-2-11-16,2 0-19 0,1-1-15 0,1-1-18 16,1 2-24-16,1-4-10 0,0 4-31 0,0-3-20 15,0 3-11-15,2-1-10 0,-3 1-27 0,0 2-186 16,1-1-435-16,-3 0 192 0</inkml:trace>
          <inkml:trace contextRef="#ctx0" brushRef="#br0" timeOffset="-58762.1309">-3054 3400 16 0,'0'0'223'0,"0"0"-12"15,3-2-11-15,-3 2-13 0,0 0-17 0,0 0-8 16,0 0-3-16,0 0-13 0,0 0-12 0,-18 3-11 16,14-1-10-16,-2 0-9 0,1-1-10 0,-2 0-9 15,1 0-15-15,1 3-35 0,1-3-43 0,4-1-67 0,-9 2-69 16,6 1-191-16,-1-2-362 0,4-1 161 0</inkml:trace>
        </inkml:traceGroup>
        <inkml:traceGroup>
          <inkml:annotationXML>
            <emma:emma xmlns:emma="http://www.w3.org/2003/04/emma" version="1.0">
              <emma:interpretation id="{71609100-1D22-4046-8487-1DB7D17F6A10}" emma:medium="tactile" emma:mode="ink">
                <msink:context xmlns:msink="http://schemas.microsoft.com/ink/2010/main" type="inkWord" rotatedBoundingBox="13545,5364 14272,5365 14271,5686 13544,5685"/>
              </emma:interpretation>
              <emma:one-of disjunction-type="recognition" id="oneOf11">
                <emma:interpretation id="interp15" emma:lang="" emma:confidence="1">
                  <emma:literal/>
                </emma:interpretation>
              </emma:one-of>
            </emma:emma>
          </inkml:annotationXML>
          <inkml:trace contextRef="#ctx0" brushRef="#br0" timeOffset="-98025.9298">-314 3413 152 0,'0'0'242'0,"0"0"-16"0,0 0-17 15,0 0-18-15,0 0-18 0,0 0-18 0,-20-1-21 0,16 1-5 16,-3 1-19-16,2 1-35 0,-1-2-40 0,1 3-49 16,5-3-75-16,-8 2-199 0,3 0-312 0,5-2 138 15</inkml:trace>
          <inkml:trace contextRef="#ctx0" brushRef="#br0" timeOffset="-98182.1823">-209 3526 185 0,'0'0'200'0,"0"0"-9"0,0 0-18 16,0 0-5-16,0 0-5 0,0 0-10 0,0 0-1 16,0 0-7-16,0 0-9 0,3 11-1 0,-3-11-9 15,0 7-6-15,0-7-1 0,0 0-8 0,-2 11-4 16,2-11-5-16,-1 5-9 0,1-5-4 0,-2 8-11 16,0-6-2-16,2-2-2 0,-4 6-3 0,1-2-5 15,0 0-5-15,-1 0 2 0,-1-1-5 0,-1 0-7 16,0 0 3-16,0 0-1 0,1-2 8 0,-2 3-12 15,-1-3-10-15,2 1 17 0,-2-2-16 0,-1 1-6 0,1-1-3 16,-3-1 2-16,3 1-7 0,-4-2-2 0,1 0-8 16,0-2 5-16,-1 0-2 0,0 0-4 15,0 0-6-15,0-1 7 0,1 2-1 0,1-2 2 16,3 1-9-16,1-2 2 0,-2 1-8 0,3 0-11 0,0-1-13 16,1 1-20-16,-1-2-17 0,2 2-18 0,3-2-29 15,-1 1-42-15,1 6-37 0,2-12-33 16,1 4-29-16,-1 4-221 0,0-2-505 0,2-2 225 15</inkml:trace>
          <inkml:trace contextRef="#ctx0" brushRef="#br0" timeOffset="-98588.4034">-91 3565 42 0,'0'0'267'15,"0"0"-4"-15,0 8 4 0,0-8-10 0,-1 8-16 16,1-1-9-16,-1-1-8 0,1 1-19 0,-1 0-5 16,1 2-12-16,-2 0 5 0,0 0-27 0,-1-1-15 0,1 2-12 15,-2-3-21-15,-1 3-11 0,1-1-10 0,-1-1-9 16,1-1-16-16,-2-1-14 0,-1 0-28 0,2 0-14 16,-1-1-39-16,-1-1-36 0,0 0-40 0,0-1-54 15,0 0-51-15,1-3-48 0,0 1-221 0,1 0-510 16,5-1 226-16</inkml:trace>
          <inkml:trace contextRef="#ctx0" brushRef="#br0" timeOffset="-97354.1196">-15 3653 118 0,'0'0'188'0,"0"0"-12"16,0 0-9-16,0 0-8 0,0 0-4 0,0 0-3 16,0 0-3-16,0 0-7 0,0 0-10 0,0 0-8 15,0 0-12-15,0 0-10 0,0 0-12 0,0 0-9 16,13-1-22-16,-13 1-31 0,7-2-48 0,-7 2-67 16,9-3-86-16,-6 2-136 0,3-3-335 0,-1 2 148 15</inkml:trace>
          <inkml:trace contextRef="#ctx0" brushRef="#br0" timeOffset="-99228.9757">226 3623 31 0,'-6'2'209'16,"6"-2"-16"-16,0 0-15 0,0 0-11 0,0 0-15 15,-9-4-12-15,9 4-8 0,-5-1-12 0,5 1-12 16,-4-3-4-16,4 3-4 0,-4-3-12 0,4 3-10 16,-3-5-5-16,3 5 0 0,0 0-11 0,-4-5-3 15,4 5-7-15,0 0-6 0,-2-7-2 0,2 7-4 16,-1-5-8-16,1 5-6 0,0 0 3 0,0 0-4 0,0-8 2 16,0 8-6-16,0 0-3 0,0 0-1 15,3-4-2-15,-3 4-2 0,0 0 4 0,7-4-4 16,-7 4-2-16,6-1 7 0,-6 1-2 0,5 0 2 15,-5 0-2-15,6 0 1 0,-6 0 1 0,7 1 3 0,-7-1-1 16,4 2-4-16,-4-2 5 0,5 2 3 0,-3 1-3 16,-2-3 5-16,0 5-4 0,0-5-1 15,2 6 0-15,-2-6-1 0,-2 10 0 0,2-10 5 0,-3 5-2 16,3-5 1-16,-4 6 1 0,1-2-5 0,0-1-5 16,-3 0 2-16,1-1 0 0,0 0-2 0,0 0-1 15,-2-1 1-15,1 1-3 0,-1-2-1 0,0-1-5 16,0 1 3-16,-1-2-2 0,0 1 0 0,-1-2-7 15,0-1 0-15,1 0 0 0,0 0-3 0,0-3 2 16,1 3 2-16,-1-1-1 0,3-2-1 0,-1 2 0 16,1-1 2-16,1 1 3 0,1 1 12 0,-1 0-5 15,1 0 5-15,1-1 8 0,2 5 6 0,-3-7 8 16,3 7 5-16,-1-5 10 0,1 5-5 0,0 0 5 16,-6-6-13-16,6 6-4 0,0 0-5 0,-3-2-6 15,3 2 0-15,0 0-2 0,0 0-6 0,0 0 3 16,0 0-5-16,0 0 2 0,0 0-7 0,0 0 4 15,3 18-6-15,-3-18 6 0,2 11-4 0,0-6-1 16,-2 1-5-16,2 0 4 0,-1 1-2 0,0-2-2 16,-1 2 4-16,1-3-3 0,-3 3-3 0,2-7 4 15,-3 9-6-15,1-5-15 0,-1-1-12 0,0 1-17 16,3-4-19-16,-7 5-33 0,4-4-50 0,-2 0-54 16,5-1-53-16,-11-1-243 0,7 1-538 0,4 0 238 0</inkml:trace>
          <inkml:trace contextRef="#ctx0" brushRef="#br0" timeOffset="-98947.7441">254 3437 174 0,'0'0'191'0,"0"0"-15"0,0 0-2 0,0 0-6 15,6-1-9-15,-6 1-2 0,0 0-10 0,0 0-7 16,0 0-10-16,0 0-10 0,0 0-14 0,0 0-8 16,-17 3-10-16,17-3-8 0,-12 0-18 0,5 0-24 15,0-1-30-15,-2 1-40 0,2 1-41 0,-1-2-63 16,1 2-194-16,0-1-356 0,1 0 157 0</inkml:trace>
        </inkml:traceGroup>
      </inkml:traceGroup>
    </inkml:traceGroup>
    <inkml:traceGroup>
      <inkml:annotationXML>
        <emma:emma xmlns:emma="http://www.w3.org/2003/04/emma" version="1.0">
          <emma:interpretation id="{29BB3FB9-E2C6-4B3C-AD18-0D072F21B601}" emma:medium="tactile" emma:mode="ink">
            <msink:context xmlns:msink="http://schemas.microsoft.com/ink/2010/main" type="paragraph" rotatedBoundingBox="14251,4646 4701,4702 4697,4050 14247,3994" alignmentLevel="1"/>
          </emma:interpretation>
        </emma:emma>
      </inkml:annotationXML>
      <inkml:traceGroup>
        <inkml:annotationXML>
          <emma:emma xmlns:emma="http://www.w3.org/2003/04/emma" version="1.0">
            <emma:interpretation id="{819B900F-2CB5-4AE3-9B27-CD09817A92EA}" emma:medium="tactile" emma:mode="ink">
              <msink:context xmlns:msink="http://schemas.microsoft.com/ink/2010/main" type="line" rotatedBoundingBox="14251,4646 4701,4702 4697,4050 14247,3994"/>
            </emma:interpretation>
          </emma:emma>
        </inkml:annotationXML>
        <inkml:traceGroup>
          <inkml:annotationXML>
            <emma:emma xmlns:emma="http://www.w3.org/2003/04/emma" version="1.0">
              <emma:interpretation id="{A01AB4BB-7070-4DE7-A7BB-7B2DB3C29DD5}" emma:medium="tactile" emma:mode="ink">
                <msink:context xmlns:msink="http://schemas.microsoft.com/ink/2010/main" type="inkWord" rotatedBoundingBox="6629,4691 4701,4702 4698,4230 6627,4218"/>
              </emma:interpretation>
              <emma:one-of disjunction-type="recognition" id="oneOf12">
                <emma:interpretation id="interp16" emma:lang="" emma:confidence="1">
                  <emma:literal/>
                </emma:interpretation>
              </emma:one-of>
            </emma:emma>
          </inkml:annotationXML>
          <inkml:trace contextRef="#ctx0" brushRef="#br0" timeOffset="-130820.4264">-8373 2480 245 0,'2'7'242'0,"-2"-7"-1"0,0 8-7 0,0-8-5 16,0 9-8-16,0-3-11 0,-1 0-14 0,0 1-7 0,1 1-9 15,-1 0-5-15,-1-1-16 0,0 1-14 0,-1 1-11 16,1-1-17-16,-2 0-8 0,0 0-10 0,0-1-11 16,-1 1-8-16,0-3-7 0,-1 0-30 0,1 0-26 15,-1-1-44-15,0 0-48 0,0-1-64 0,-2 0-65 16,2-1-57-16,-1 0-193 0,-1-1-491 0,2-1 218 15</inkml:trace>
          <inkml:trace contextRef="#ctx0" brushRef="#br0" timeOffset="-130414.2003">-8546 2504 162 0,'-6'3'150'0,"6"-3"-9"0,-7 1-16 16,7-1-14-16,-6 1-5 0,6-1-10 0,-5 0-8 16,5 0-2-16,-7-2-12 0,7 2-2 0,-3-3-9 15,3 3-2-15,-3-4-7 0,3 4-7 0,-2-5-2 16,2 5-4-16,-1-7-4 0,1 7-1 0,0 0-8 15,3-12 8-15,-1 9-3 0,0-2-5 0,0 0 5 16,0 2-1-16,2-1 4 0,-2 0-3 0,-2 4-3 0,5-5 6 16,-1 2-1-16,-2 1 3 0,-2 2 0 15,8-3 0-15,-4 3 1 0,-4 0 1 0,7-2 8 16,-7 2 15-16,8 2 0 0,-4 0 1 0,0 0-1 0,-4-2 10 16,4 8 1-16,-3-3 2 0,2 2 3 0,-2 1 0 15,-2 0 0-15,0 1-8 0,-3-1-2 0,1 3-7 16,0-2-7-16,-4 3-5 0,1-1-3 0,-1-1-3 15,-2 0-9-15,3-2-26 0,-3 1-27 0,0-1-42 16,-1-1-51-16,0-1-53 0,1-1-68 0,-2 0-229 16,4-2-500-16,-2-1 221 0</inkml:trace>
          <inkml:trace contextRef="#ctx0" brushRef="#br0" timeOffset="-133867.0746">-7408 2380 106 0,'0'0'188'0,"0"0"-7"0,0 0-9 0,0 0-4 16,0 0-4-16,12 6-6 0,-12-6-11 0,2 5-6 0,-2-5-10 15,2 4-4-15,-2-4-8 0,3 6-7 16,-3-6-5-16,2 6-5 0,-2-6-7 0,2 5-5 16,-2-5 3-16,1 4 0 0,-1-4 0 0,0 0-6 0,-1 8-4 15,1-8-5-15,-5 4-3 0,5-4-6 16,-6 7 0-16,0-6-9 0,-1 0 2 0,0 1-14 15,-1 1-3-15,-3-2 1 0,2 1-14 0,2 0 0 0,-2-3-10 16,0 2-16-16,0-1-25 0,3-2-22 0,-1 1-24 16,-2-1-30-16,3 1-24 0,2 0-32 0,-2-1-23 15,2 0-17-15,4 2-39 0,-8-4-156 0,5 2-419 16,3 2 186-16</inkml:trace>
          <inkml:trace contextRef="#ctx0" brushRef="#br0" timeOffset="-131539.078">-7402 2266 94 0,'0'0'260'0,"0"0"-1"0,4 1-8 0,-4-1-18 15,0 0-16-15,0 0-18 0,0 0-15 0,0 0-15 16,0 0-6-16,-18 4-16 0,11-3-16 0,0 0-9 15,-2 1-15-15,-1-1-15 0,1-1-24 0,1 1-47 16,0-1-52-16,0 1-80 0,0-3-77 0,1 2-211 0,-2-1-430 16,3-2 190-16</inkml:trace>
          <inkml:trace contextRef="#ctx0" brushRef="#br0" timeOffset="-132210.9276">-7654 2479 174 0,'0'0'227'0,"0"0"-17"0,0 0-20 0,4-11-8 16,-4 11-15-16,2-8-20 0,1 4-3 0,1-1-20 15,0-1-7-15,1-1-14 0,-1-1-11 0,0 2-10 16,1 0-5-16,0 0-9 0,1 1-5 0,-3-1-6 16,1 3-4-16,2-1-10 0,-3 1-5 0,2 0 3 0,-2 1-3 15,1-2-1-15,0 2-3 0,-4 2-5 16,6-1-1-16,-6 1 3 0,6-1-3 0,-6 1-3 15,0 0-2-15,8 2-1 0,-8-2 1 0,1 7-3 0,2-3 0 16,-3-4-1-16,1 7 2 0,-1-7-2 0,-1 9 0 16,1-9 3-16,0 9 0 0,-3-4 4 0,2-1-3 15,1-4-4-15,-3 11 1 0,0-8-2 0,1 1-2 16,-2-1-1-16,1 1-1 0,-1-2-2 0,-2 2 1 16,2-2-3-16,-3 1-1 0,1-2-16 0,-2 0-2 15,2-1-13-15,-1 2-7 0,-1-2-6 0,2 0-8 16,-2 0 0-16,0-1-6 0,1 0 1 0,0-3 5 15,0 1 2-15,2-1 7 0,1 0 1 0,-2-1 7 16,0-1-2-16,3 1 5 0,-2-1 2 0,4-1 3 16,-3-1 6-16,2 1 16 0,0 0 3 0,0-1 7 15,1 1 5-15,0-1 9 0,0 2 8 0,1 6 5 16,-1-9 3-16,0 5-5 0,1 4 1 0,-1-8-4 0,1 8-3 16,0 0-6-16,0 0-2 0,2-8-2 0,-2 8-1 15,0 0 1-15,0 0-4 0,0 0 0 16,0 0-2-16,0 0-1 0,5 16-3 0,-5-16 1 0,0 9-2 15,0-5 1-15,0-4-2 0,-4 10 0 0,0-4-5 16,1 1 3-16,-2-3-1 0,0 2 1 0,-1 0-4 16,-1 0 1-16,1 0 2 0,-3 0-4 0,-1 0 3 15,2-2-1-15,-3-1-3 0,2 1 3 0,0-2-4 16,3 0 0-16,-2 0-1 0,1-1 3 0,0 0-2 16,3-1 1-16,4 0-1 0,-7-2 3 0,7 2-4 15,0 0 1-15,-7-1 1 0,7 1 1 0,0 0-3 16,-5-4 3-16,5 4-4 0,0 0 8 0,0 0-5 0,0 0 1 15,0 0-2-15,0 0 3 0,0 0-3 16,0 0 2-16,0 0-4 0,0 0 4 0,0 0-4 16,14 9 2-16,-11-5-1 0,0 0 1 0,-1-1 1 0,1 2-2 15,-1-1 0-15,1 0 0 0,0 0-1 0,-2 1 3 16,-1-5-4-16,2 10 5 0,-1-6-5 0,-1-4 0 16,1 8-1-16,-1-8 3 0,-2 7-2 0,2-7-4 15,-2 7-5-15,2-7-3 0,-3 6-9 0,1-3 1 16,2-3-3-16,-5 1-3 0,5-1-16 0,-5 2 5 15,5-2 3-15,0 0 2 0,-8-3-1 0,8 3 1 16,-6-6 4-16,3 1 1 0,1 1 3 0,-1-2 3 16,2 1 4-16,0-3-3 0,-1 2 6 0,1-2 4 15,-1 2 9-15,2 6 2 0,-2-13 0 0,2 8 4 16,0 5 8-16,0-9 3 0,0 9-3 0,-1-8 1 16,1 8 0-16,0 0 0 0,1-8-3 0,-1 8-1 15,0 0 1-15,0-6-2 0,0 6-3 0,0 0 2 0,0 0-2 16,0 0 1-16,0 0-3 0,0 0 2 15,0 0-1-15,0 0 1 0,0 0-1 0,0 0 0 16,-3 20 0-16,3-20-1 0,-2 7-1 0,0-3 3 0,2-4-4 16,-3 7 1-16,0-4 5 0,3-3-4 0,-4 8-3 15,1-5 1-15,3-3-4 0,-5 3-1 0,1-2-5 16,4-1-7-16,-7 2-3 0,2-3 3 0,5 1 2 16,-13-2-2-16,8 0-2 0,-1 1 0 0,-1-2 1 15,2-1 3-15,0 0 3 0,0-1-3 0,0 0 5 16,0-1-5-16,2 1 4 0,-1-1 6 0,0 0 0 15,2-1 5-15,0-2 4 0,0 3 9 0,0-1 0 16,0 1 6-16,2 6 10 0,-1-10 5 0,-1 6-3 16,2 4 6-16,0-9-6 0,0 9 0 0,-1-6 3 0,1 6-8 15,0 0-5-15,-2-7 0 0,2 7-6 16,0 0 3-16,0 0-5 0,0 0-1 0,0 0-4 16,0 0 1-16,0 0 2 0,0 0-1 0,0 0-3 0,0 0-1 15,8 15 0-15,-7-11 1 0,0 1-1 0,-1-5 1 16,1 9-2-16,-1-9 2 0,-2 10 1 15,0-6 1-15,-1 3-7 0,0-1 4 0,-2-2 3 0,0 2-6 16,-2-1 1-16,1 1-3 0,-1-2 2 0,-1-1 1 16,1 1-2-16,-1-1-1 0,1 1 1 0,1-3 1 15,0 0-1-15,0 1-1 0,2-1 2 0,4-1-1 16,-8 0-2-16,4 2 0 0,4-2 5 0,0 0-1 16,-8 0-3-16,8 0 4 0,-5 0-6 0,5 0 3 15,0 0-6-15,0 0 8 0,0 0-2 0,0 0-3 16,0 0 3-16,0 0-6 0,0 0 2 0,0 0-2 15,0 0 2-15,7 15 3 0,-3-10-3 0,-2 0 0 16,-1 0 0-16,1-1 0 0,0 2 2 0,-1 0-1 0,0 0 1 16,-1-6-1-16,2 9-2 0,-2-4 7 15,0-5-2-15,-2 10-6 0,2-10 0 0,-1 5-4 16,1-5-12-16,-3 5-3 0,3-5-8 0,-3 2-1 0,3-2-10 16,0 0-1-16,0 0 2 0,-11-4 1 0,11 4 0 15,-5-6-5-15,2 3 1 0,-1-2 4 0,0 0-2 16,0 0 2-16,-1-1 3 0,2 1 0 0,-2-1 6 15,-1 0 2-15,2 2 4 0,0-2 1 0,0 0 4 16,-1 3 0-16,2-1 5 0,-3 0 1 0,2 1-1 16,4 3 2-16,-8-4 1 0,5 1 0 0,3 3 3 15,-7-3-2-15,4 3 3 0,3 0 1 0,-6-3-1 16,6 3 2-16,-7 1 0 0,7-1 4 0,-6 3 1 16,6-3 3-16,-6 3-2 0,2 0 4 0,2-1-1 0,2-2 4 15,-6 7 2-15,3-3 6 0,2 0 1 16,1-4 5-16,-2 9 3 0,1-3 12 0,2 0 6 15,-1 1 3-15,1-1 2 0,0 2 6 0,0-1 2 0,3 1 7 16,-1-1 11-16,0 1-3 0,1 1-2 0,0 0-4 16,-1 1 1-16,0-1 3 0,1 3-8 0,-1 0-5 15,-1 0-9-15,0 0-3 0,0-3-4 0,1 2-3 16,-1-3-1-16,0 2-10 0,-1-2-5 0,0 1-21 16,1-1-36-16,-1 0-49 0,-1-2-43 0,2-2-63 15,-2-4-52-15,1 10-268 0,-1-6-552 0,0-4 244 16</inkml:trace>
          <inkml:trace contextRef="#ctx0" brushRef="#br0" timeOffset="-132007.8305">-7992 2648 199 0,'-12'8'228'0,"6"-8"-17"0,0 1-21 0,1 1-19 16,-3 0-19-16,1 0-15 0,2-1-32 0,-1-1-49 15,6 0-64-15,-8 0-57 0,8 0-165 0,-7-4-248 16,7 4 110-16</inkml:trace>
          <inkml:trace contextRef="#ctx0" brushRef="#br0" timeOffset="-129336.1563">-8784 2427 25 0,'2'5'215'0,"-2"-5"-13"0,0 0-11 0,2 4-16 15,-2-4-9-15,2 6-6 0,-2-6-12 0,2 7-9 16,-2-7-15-16,1 5-8 0,-1-5-8 0,1 6-6 16,-1-6-3-16,-2 7-9 0,2-7-5 0,-3 7-8 15,3-7-7-15,-3 5-4 0,3-5-8 0,-3 6-7 16,1-3-3-16,2-3-7 0,-6 4-4 0,3-2-6 15,3-2-6-15,-7 1-8 0,7-1-11 0,-7 0-4 16,7 0 0-16,-7-3-3 0,7 3-1 0,-6-4-1 16,3 0-4-16,1 0 4 0,2 4 1 0,-5-10-2 15,2 3 2-15,1 0 1 0,1 0-4 0,-1-3 5 16,2 2-3-16,-3-1 5 0,2-3 1 0,-1 0 4 16,1 0 9-16,0 2 1 0,0 1 3 0,0-1-1 0,1 0 8 15,-2 1 6-15,2 3 9 0,0 1 6 0,0 5-5 16,0-11-4-16,0 11-4 0,-1-8 4 15,1 8-5-15,0-7-4 0,0 7-2 0,0 0-1 0,1-6-6 16,-1 6-1-16,0 0-3 0,0 0-3 0,0 0 5 16,0 0-2-16,0 0 0 0,0 0-2 0,0 0 0 15,0 0 0-15,0 0 4 0,0 23-2 0,0-16-2 16,0 0 0-16,-1-1-2 0,1 3 1 0,0 0-2 16,-1 0 0-16,0-1 1 0,-2 1-2 0,2-1-3 0,-1 0 3 15,-2 1-2-15,2-1 2 0,-1 0-1 16,-1-1-5-16,0 0 2 0,0 0-4 0,0 0 4 15,-2-2-2-15,2 0-7 0,0-2-5 0,-1 0-2 0,1 0-10 16,1-1-2-16,-2 0-6 0,5-2-4 0,-7 1-2 16,7-1 3-16,-8-1 1 0,8 1 4 0,-8-4 2 15,3-1 5-15,1 0-4 0,0-1 8 0,2 2-1 16,-3-2 2-16,3 1-1 0,0-1 6 0,0 0 2 16,2 6 4-16,-4-8 3 0,2 3-3 0,2 5 3 15,-1-7 5-15,1 7-2 0,-2-6 6 0,2 6-1 16,0 0-3-16,-1-6 0 0,1 6-3 0,0 0 0 15,0 0-2-15,0 0-3 0,0 0 6 0,0 0-4 16,0 0 5-16,0 0 0 0,0 0-1 0,0 0-4 16,0 0-1-16,-1 18 4 0,1-18-1 0,-2 9 2 15,-1-5 0-15,0 1-3 0,-1 0 2 0,1 1-5 0,-3 0-4 16,0-1-13-16,0 0-2 0,-1-1-1 0,-1-1 2 16,2 2-2-16,-2-3 0 0,3 0 2 15,-2 0 3-15,3-2 3 0,4 0 3 0,-6 1 3 0,6-1 7 16,-5 0 1-16,5 0 6 0,0 0 0 0,-6-2 7 15,6 2 3-15,0 0 5 0,-3-5 2 0,3 5 5 16,0 0-6-16,0 0 3 0,-3-3-3 0,3 3 1 16,0 0-5-16,0 0-2 0,0 0 4 0,0 0-1 15,0 0-4-15,0 0 2 0,0 0-4 0,4 17-2 16,-4-17-1-16,0 11 6 0,2-6 2 0,-2 2 0 16,0 2-5-16,-2-1 2 0,0 1-4 0,1 0 3 15,1 0 2-15,-2-2-2 0,0 1-6 0,0 1 6 16,0-3 0-16,0 1-4 0,0 1-4 0,1-2-13 15,-1 1-13-15,0-1-19 0,0-1-21 0,2-5-20 16,-3 9-22-16,2-6-25 0,1-3-13 0,-2 7-23 16,2-7-28-16,-2 4-2 0,2-4-1 0,0 0 2 0,0 0 3 15,-1 5 15-15,1-5 21 0,0 0 15 0,0 0 18 16,0 0-97-16,0 0-233 0,0 0 104 0</inkml:trace>
          <inkml:trace contextRef="#ctx0" brushRef="#br0" timeOffset="-127633.1614">-8819 2662 297 0,'0'0'337'0,"0"0"-17"0,0 0-15 15,0 0-24-15,0 0-19 0,0 0-28 0,0 0-20 16,4-21-21-16,-2 18-20 0,-2 3-16 0,3-6-24 16,-3 6-39-16,2-4-66 0,-2 4-89 0,0 0-119 15,-3-8-285-15,3 8-503 0,-5-6 222 0</inkml:trace>
          <inkml:trace contextRef="#ctx0" brushRef="#br0" timeOffset="-129133.0364">-8964 2628 19 0,'0'0'211'16,"0"0"-2"-16,6-1 2 0,-6 1-8 0,0 0-12 0,0 0-5 15,0 0-7-15,0 0-12 0,0 0-17 16,0 0-10-16,-15 5-19 0,9-2-11 0,-1-2-14 0,1 1-12 16,-1 0-22-16,-2-1-26 0,1-1-42 0,2 2-41 15,-3-2-60-15,3 0-90 0,-2 0-140 0,0-2-364 16,1-1 162-16</inkml:trace>
          <inkml:trace contextRef="#ctx0" brushRef="#br0" timeOffset="-128382.101">-9224 2442 88 0,'0'0'183'0,"0"0"-10"0,0 0-2 0,0 0-12 16,0 0-11-16,0-7-1 0,0 7-10 0,0 0-6 15,0-8-7-15,0 8-9 0,0 0-3 0,0 0-13 16,1-8-6-16,-1 8-9 0,1-4-11 0,-1 4-4 0,0 0-10 16,1-5-3-16,-1 5-5 0,0 0-7 0,0 0-5 15,2-4-7-15,-2 4 0 0,0 0-5 16,0 0-1-16,0 0-4 0,0 0-3 0,0 0-5 0,0 0 0 15,3-5 0-15,-3 5-2 0,0 0-2 0,0 0-5 16,0 0 2-16,0 0 0 0,0 0-4 0,0 0 1 16,0 0-1-16,0 0-4 0,0 0 1 0,0 0 3 15,0 0-3-15,0 0 0 0,0 0 0 0,0 0-1 16,0 0-2-16,0 0 0 0,0 0 0 0,0 0 1 16,0 0 0-16,9 6-1 0,-9-6 1 0,0 0 3 15,0 0-1-15,0 0 0 0,3 4-3 0,-3-4 0 16,0 0 3-16,0 0-2 0,0 0 2 0,0 0 0 15,0 0 0-15,0 0 1 0,0 0 3 0,0 0 1 16,0 0 4-16,0 0 6 0,-3 10 8 0,3-10 5 16,0 0 2-16,-4 5-2 0,4-5-3 0,-3 2 0 0,3-2-3 15,-5 5-2-15,5-5-2 0,-4 3 2 0,4-3-8 16,-4 3 1-16,4-3-1 0,-5 2 1 16,5-2-1-16,-4 3-6 0,4-3 2 0,-5 2 3 0,5-2-2 15,-4 3 0-15,4-3-5 0,-3 3 5 0,3-3-1 16,-5 2 2-16,5-2 1 0,-5 2-1 0,5-2-2 15,-5 2 3-15,5-2-4 0,0 0 2 0,-4 3-2 16,4-3 1-16,0 0-4 0,-5 3 0 0,5-3 4 16,-4 3-9-16,4-3 3 0,-5 6-4 0,4-3-1 15,1-3 4-15,-3 8 4 0,0-4-8 0,0 3-3 16,2-3 5-16,-1 3-2 0,0-2 2 0,0 0 1 16,-1 3 3-16,1-1-1 0,1 1-6 0,-1-1 0 0,1 1 1 15,0 1 1-15,0 0 5 0,0-1-2 0,1 0 1 16,0 1-2-16,0 1-7 0,1 0-12 0,-1-2-24 15,0-1-34-15,0 2-27 0,0-1-32 0,0-2-31 16,0-1-23-16,0-5-198 0,-2 8-418 0,2-8 185 16</inkml:trace>
        </inkml:traceGroup>
        <inkml:traceGroup>
          <inkml:annotationXML>
            <emma:emma xmlns:emma="http://www.w3.org/2003/04/emma" version="1.0">
              <emma:interpretation id="{93879FB5-D14C-415D-838F-F629E7D7BF62}" emma:medium="tactile" emma:mode="ink">
                <msink:context xmlns:msink="http://schemas.microsoft.com/ink/2010/main" type="inkWord" rotatedBoundingBox="7790,4661 6780,4667 6778,4203 7787,4197"/>
              </emma:interpretation>
              <emma:one-of disjunction-type="recognition" id="oneOf13">
                <emma:interpretation id="interp17" emma:lang="" emma:confidence="1">
                  <emma:literal/>
                </emma:interpretation>
              </emma:one-of>
            </emma:emma>
          </inkml:annotationXML>
          <inkml:trace contextRef="#ctx0" brushRef="#br0" timeOffset="-135273.1647">-6905 2695 27 0,'0'0'246'0,"0"0"-7"0,0 0-7 16,0 0-10-16,0 0-13 0,0 0-6 0,-8 10-15 0,8-10-14 15,-8 2-17-15,5 1-7 0,-3-1-20 0,6-2-10 16,-7 1-13-16,2-1-22 0,5 0-34 0,-7 0-46 16,7 0-72-16,0 0-83 0,-8-2-238 0,8 2-421 15,0 0 186-15</inkml:trace>
          <inkml:trace contextRef="#ctx0" brushRef="#br0" timeOffset="-135773.1879">-6937 2407 219 0,'0'0'231'0,"0"0"-21"0,0 0-18 0,0 0-10 15,0 0-10-15,0 0-13 0,0 0-9 0,0 0-11 0,0 0-8 16,7 9-9-16,-4-4-8 0,0-1-7 0,-1 1-11 15,-1 0-9-15,1 0-5 0,-1 1-3 0,0-1 1 16,-1-5-5-16,0 10-8 0,0-10-6 0,-2 11-6 16,0-6-3-16,-1 1-6 0,-1-1-5 0,0 2-5 15,-2-3-6-15,-1 1 1 0,2-1-3 0,-2 1-5 16,0-2-4-16,3 0-3 0,-4 0-3 0,2-2-5 16,2 0 1-16,4-1-2 0,-10 2 3 0,10-2-5 15,-6 0 4-15,6 0-6 0,-6-1 0 0,6 1 0 16,0 0-1-16,-6-3 2 0,6 3 0 0,0 0 5 15,0 0-4-15,-4 0-1 0,4 0-2 0,0 0 1 16,0 0 2-16,0 0-2 0,0 0 3 0,0 0 2 0,0 0-1 16,0 0 0-16,0 0-1 0,0 0 8 0,0 0 4 15,0 0-1-15,10 13-2 0,-8-9 0 16,-2-4 0-16,3 6 1 0,-1-3-1 0,1 0 1 0,-3-3-2 16,3 7 1-16,-3-7 3 0,3 5 5 0,-3-5-2 15,1 7 3-15,-1-7 1 0,0 8-1 0,0-8-1 16,0 0 3-16,-2 7-3 0,2-7 0 0,-3 5 1 15,0-1-2-15,0-1 1 0,-1 2 0 0,0-2-3 16,-2-1 4-16,0 0-7 0,0 2-4 0,0-2 1 16,-1 1 3-16,-2-1-2 0,-1 1 1 0,0-1-1 15,0-1 8-15,-3 0-17 0,1 0 2 0,-1-1 6 16,1-1-2-16,0 0-6 0,1-1 4 0,-1 0 1 16,0 0-6-16,2-3 5 0,2 2 1 0,1-1 0 0,1-1-1 15,1 1-10-15,1-1 8 0,-1-1-1 0,1-1 4 16,2 1-9-16,-1-1-5 0,2-1-22 15,1 0-12-15,0-1-22 0,0 2-14 0,0 1-28 0,0-2-26 16,2 1-42-16,0 1-37 0,3-1-33 0,-1 2-55 16,0-1-165-16,1 0-497 0,0 0 220 0</inkml:trace>
          <inkml:trace contextRef="#ctx0" brushRef="#br0" timeOffset="-135601.2882">-7143 2419 182 0,'1'-5'261'0,"-1"5"-11"0,3-7-5 16,-2 2-12-16,-1 5-11 0,4-7-18 0,-3 4-8 16,-1 3-19-16,5-6-17 0,-5 6-16 0,3-4-15 15,-3 4-18-15,0 0-14 0,0 0-24 0,3-3-26 16,-3 3-37-16,0 0-42 0,0 0-36 0,0 0-44 0,0 0-32 16,0 0-63-16,2 12-156 0,0-6-394 0,-1-1 174 15</inkml:trace>
          <inkml:trace contextRef="#ctx0" brushRef="#br0" timeOffset="-134773.2648">-6237 2603 99 0,'0'0'337'0,"0"0"-19"16,0 0-26-16,0 0-22 0,0 0-28 0,0 0-23 15,0 0-18-15,0 0-26 0,0 0-36 0,0 0-44 16,0 0-63-16,0 0-69 0,0 0-87 0,0 0-101 16,0 0-115-16,0 0-366 0,0 0 162 0</inkml:trace>
          <inkml:trace contextRef="#ctx0" brushRef="#br0" timeOffset="-136648.1236">-6233 2414 121 0,'-2'-5'224'0,"2"5"-23"0,0 0-15 0,0 0-15 0,0 0-10 15,0 0-13-15,0 0-17 0,0 0-11 0,0 0-6 16,0 0-11-16,0 0-5 0,4 17-7 0,-4-17-6 16,1 9-9-16,-1-9-4 0,-2 6-4 0,2-6-8 15,-1 10-4-15,1-10-9 0,-3 7-4 0,1-3-3 16,-1-2-3-16,3-2-4 0,-5 6-4 0,2-3-8 15,-1-1-12-15,4-2-9 0,-9 1-16 0,4-1-5 16,-2 0-4-16,0 0-9 0,1-1-10 0,-1-2 0 16,1 1 5-16,0-1 1 0,0-1 8 0,-1 0-3 15,4 1 3-15,-3-2 5 0,3 0 5 0,-2-2 10 16,2 3 2-16,-1-3 9 0,2 3 12 0,0 1 13 16,-1-2 7-16,3 5 1 0,-3-9 7 0,1 4 5 0,2 5 8 15,-1-7 8-15,1 7 0 0,-1-6 4 0,1 6 0 16,0 0-4-16,0 0-1 0,-2-7-5 0,2 7-9 15,0 0-3-15,0 0-2 0,0 0-5 0,0 0 3 16,0 0-8-16,0 0-3 0,0 0 1 0,0 0 4 16,0 0-4-16,0 0 3 0,0 0-4 0,4 21-3 15,-3-17-1-15,0 1-5 0,-1-5 4 0,3 11-2 16,-1-6-7-16,-1 1 2 0,0-2-2 0,-1 2-4 16,0-6 0-16,1 10 1 0,-1-4 0 0,0-6-2 15,-2 11 0-15,1-6-2 0,-1-1-1 0,2-4 3 0,-4 8-5 16,2-5-2-16,-1 1 2 0,-2-3 1 15,1 2-4-15,-2-2 3 0,1 3-6 0,-1-4-7 16,-1 0-9-16,1 2-1 0,-1-2-3 0,0-2-1 0,0 2-3 16,0-4-3-16,1 2-2 0,-1-1 3 0,-1-1-9 15,2-1 1-15,1 1-2 0,1-3 1 0,0 2 0 16,1-2-6-16,1 2 11 0,1-2 3 0,0 1 0 16,1-2 0-16,0 1 5 0,0 7 6 0,4-11-3 15,-3 6 2-15,2 1 1 0,-1 0 4 0,2 0 2 16,-1 0 3-16,1 1 1 0,0 0 3 0,0 1 2 15,1 0 2-15,1 0 0 0,-2 0 6 0,2 0 3 16,-1 2 1-16,0-2-1 0,-5 2 5 0,8 2 0 16,-8-2 1-16,7 0 0 0,-4 2 7 0,-3-2-4 15,5 5 0-15,-5-2 2 0,0-3 1 0,1 7-3 16,-1-7 2-16,-1 8-6 0,1-8 9 0,-3 9-6 0,1-3-3 16,1-2 2-16,-3 0-1 0,-1 2-1 0,0-2 1 15,-1 1-5-15,0-1 1 0,1-2 0 16,-2 2-5-16,0-1 3 0,0-1-3 0,-1 0-7 0,1-1-1 15,-1 0-3-15,0-1 3 0,0-1-10 0,-1-1 5 16,-1-1-4-16,2-1 0 0,-2 0 2 0,3-1 6 16,-1 0-6-16,1 0 2 0,2-2-1 0,0 2 4 15,0-2 0-15,1 1 2 0,-1-2-3 0,3 1 11 16,-1 3 1-16,2-1 3 0,1 5-3 0,-2-9 5 16,2 9-1-16,-1-7 1 0,1 7-3 0,0-8 5 15,0 8 0-15,0 0-6 0,2-7 2 0,-2 7 5 16,0 0-5-16,3-2-3 0,-3 2-1 0,0 0 2 15,0 0 1-15,0 0 0 0,0 0-1 0,7 12-3 0,-6-7 1 16,0-1 0-16,0 1-1 0,-1-5 3 16,0 10-2-16,0-4 1 0,-1 1-1 0,-1-2-2 15,-1 1-3-15,1 0 4 0,-3-1-2 0,0 1-2 0,-1-1 0 16,0-1-1-16,-4 0-5 0,2 0-3 0,1 0-3 16,-1-3-2-16,0 2-3 0,-1-2 1 0,1 1 1 15,1-2 4-15,0 0 1 0,1 0 1 0,6 0-3 16,-9-3 5-16,4 2 0 0,5 1 7 0,-8-3 2 15,8 3 6-15,-6-2 6 0,3 0 5 0,3 2 4 16,-5-3 8-16,5 3-1 0,0 0-1 0,-4-3-4 16,4 3-1-16,0 0-4 0,0 0-3 0,0 0 0 15,0 0-1-15,0 0 7 0,2 14-7 0,-2-14 1 16,3 10 4-16,-1-3-3 0,0 0-1 0,1 2 5 16,-2 0-3-16,1 1 0 0,-3 2-2 0,1 0 0 15,-3 0-3-15,1 2 0 0,-1-1-1 0,-3-2 2 16,2 1-8-16,-1-3 1 0,-1 0 0 0,1-2-8 0,-1 0-5 15,1-1-8-15,-1-1-15 0,2-2-20 0,-1-1-22 16,2 1-39-16,3-3-44 0,-8 1-45 16,8-1-43-16,-5-4-263 0,5 4-544 0,-4-8 241 0</inkml:trace>
          <inkml:trace contextRef="#ctx0" brushRef="#br0" timeOffset="-136413.7651">-6601 2247 130 0,'0'0'227'0,"0"0"-11"0,0 0-7 15,0 0-14-15,0 0-15 0,0 0-10 0,-14 7-14 0,14-7-21 16,-8 3-6-16,2-2-12 0,-1 2-13 0,1-2-12 15,-2 2-18-15,1-1-29 0,1 0-45 0,-3 1-54 16,2-2-65-16,-1 1-216 0,-2 0-362 0,1-1 160 16</inkml:trace>
        </inkml:traceGroup>
        <inkml:traceGroup>
          <inkml:annotationXML>
            <emma:emma xmlns:emma="http://www.w3.org/2003/04/emma" version="1.0">
              <emma:interpretation id="{7CC2F598-0980-48DB-B924-AF6DC754D081}" emma:medium="tactile" emma:mode="ink">
                <msink:context xmlns:msink="http://schemas.microsoft.com/ink/2010/main" type="inkWord" rotatedBoundingBox="10552,4615 7977,4630 7975,4222 10549,4207"/>
              </emma:interpretation>
              <emma:one-of disjunction-type="recognition" id="oneOf14">
                <emma:interpretation id="interp18" emma:lang="" emma:confidence="1">
                  <emma:literal/>
                </emma:interpretation>
              </emma:one-of>
            </emma:emma>
          </inkml:annotationXML>
          <inkml:trace contextRef="#ctx0" brushRef="#br0" timeOffset="-143178.8905">-4289 2412 9 0,'4'-2'224'0,"-4"2"-5"0,0 0-13 0,0 0-9 16,0 0-2-16,0 0-12 0,5 9-11 0,-5-9-13 15,1 7-14-15,-1-7-7 0,0 8-7 0,0-8-6 16,-2 9-10-16,1-4-10 0,1-5-5 0,-3 10-9 15,1-5-13-15,-2-1-9 0,3-1-4 0,-2 2-4 16,0-1-8-16,0-1-2 0,0 1-8 0,0-2-6 16,3-2-1-16,-9 4-7 0,4-2-5 0,5-2-8 0,-8 1-6 15,4-1-5-15,4 0-7 0,-8-4-3 16,2 1-3-16,1 0-10 0,0 0-1 0,-2-3 2 16,4 2-3-16,-1-1-2 0,1-2-2 15,0 0 0-15,0 1 1 0,2 1 1 0,-1-1 3 0,1 1-1 16,1 5 1-16,-2-12 6 0,0 8-3 0,2 4 5 15,-1-8 0-15,1 8 3 0,-1-8 0 0,1 8-3 0,-2-4-2 16,2 4 6-16,0 0-4 0,-1-7 7 0,1 7-7 16,0 0 0-16,-7-2 3 0,7 2-1 0,0 0-2 0,-8-2 2 15,8 2-4-15,-6 2 4 0,6-2 4 0,-5 1 1 16,5-1-6-16,-7 3 4 0,4-1-1 0,3-2 0 16,-6 5 2-16,3-3 1 0,3-2-1 0,-5 5-1 15,4 0-2-15,1-5 3 0,-4 6 1 0,3-2-4 16,1-4-2-16,0 0 0 0,-1 8-3 0,1-8-1 15,2 7-1-15,-2-7 1 0,2 6-2 0,-2-6 0 16,5 5 2-16,-3-2 3 0,-2-3 0 0,6 4-1 16,-3-2 2-16,-3-2-2 0,5 4 9 0,-2-3-7 15,-3-1 3-15,5 3 2 0,-5-3 2 0,6 2 1 0,-6-2 5 16,0 0 9-16,3 3 2 16,-3-3 2-16,0 0-1 0,0 0 2 0,0 0 1 0,0 0-5 15,0 0 3-15,0 0 8 0,0 0-2 0,0 0 1 0,-15 3 0 0,11-2 7 16,-3 0-1-16,0 1 2 0,1-1 2 0,-1 0 3 15,0 0-1-15,1 1-4 0,-2 3 0 16,1-1-3-16,-1 0-1 0,2 1 6 0,-4 2-1 0,4-2 1 16,-1 2 0-16,1-1 6 0,-3 3-5 0,2-1 0 15,1-1-6-15,-1 1 6 0,3-1-8 0,0 2 2 16,1-1-3-16,-1 2-3 0,2-2 1 0,0 1-3 16,2-1-1-16,1-1 1 0,0 1-6 0,2-1 0 15,1 1 0-15,1-3-8 0,0 0-15 0,0 1-16 16,1-2-29-16,1-1-27 0,1-1-39 0,2-1-37 15,3-2-46-15,0 1-65 0,-2-2-146 0,1-1-449 16,0 0 198-16</inkml:trace>
          <inkml:trace contextRef="#ctx0" brushRef="#br0" timeOffset="-142960.1644">-4318 2599 40 0,'0'0'250'0,"0"0"-4"0,0 0-14 0,0 0-15 15,0 0-16-15,0 0-11 0,0 0-17 0,0 0-13 16,0 0-14-16,-17 1-17 0,12-1-11 0,-2 0-14 0,1 0-13 16,0 0-20-16,-2 0-38 0,1-1-53 0,-2 1-63 15,3-2-80-15,-4 1-194 0,3 1-385 0,-1-3 172 16</inkml:trace>
          <inkml:trace contextRef="#ctx0" brushRef="#br0" timeOffset="-142038.336">-4686 2285 152 0,'0'0'214'0,"0"0"-10"0,0 0-20 0,0 0-6 15,0 0-9-15,0 0-10 0,-9-5-19 0,9 5-10 16,-8 1-14-16,8-1-11 0,-12 3-10 0,6-3-10 15,-1 3-9-15,3-3-19 0,-2 1-26 0,0 0-44 16,0 0-45-16,1-1-55 0,5 0-206 0,-12 1-345 16,5-2 153-16</inkml:trace>
          <inkml:trace contextRef="#ctx0" brushRef="#br0" timeOffset="-142288.3338">-4732 2406 126 0,'0'0'204'0,"0"0"-14"0,0 0-14 0,4-3-7 15,-4 3-12-15,0 0-12 0,0 0-12 0,0 0-11 16,7 9-16-16,-7-9-8 0,2 4-5 0,-2-4-6 15,1 8-5-15,-1-8-6 0,-1 8-8 0,1-8-3 16,-4 8-8-16,1-4-5 0,0 1 0 0,-1-3-6 16,0 2-11-16,2 1-1 0,-3-2 0 0,1 1-8 15,-1-1-1-15,0-2-11 0,0 3-3 0,1-3-8 0,0 0 0 16,4-1 2-16,-7 0 1 0,7 0 0 16,-6 0 1-16,6 0-4 0,-8-1-1 0,8 1 14 0,-4-3 6 15,4 3 1-15,-5-3 10 0,5 3 1 0,-4-5 12 16,4 5 7-16,-3-3 0 0,3 3 1 0,0 0 2 15,-2-4-11-15,2 4-7 0,0 0 0 0,0 0-3 16,0 0-2-16,0 0-3 0,0 0-4 0,0 0 3 16,0 0-2-16,0 0-5 0,3 19 1 0,-1-14 3 15,0 1-6-15,-1 2 3 0,0-1-1 0,0 0 3 16,-1 1-2-16,-1-1 3 0,0 2-5 0,-1-3 2 16,1 2-5-16,-2-1 2 0,0-1-6 0,-2 2-4 15,1 1 3-15,-1-3-4 0,0 0-9 0,-1-1-13 0,-1 2-17 16,2-4-25-16,-1 2-30 0,-1-2-21 15,2 1-37-15,0-3-26 0,0-1-39 0,5 0-24 0,-11 0-186 16,6-1-452-16,1-1 199 0</inkml:trace>
          <inkml:trace contextRef="#ctx0" brushRef="#br0" timeOffset="-147669.1255">-3501 2407 223 0,'0'0'239'0,"-3"-3"-9"0,3 3-7 0,0 0-12 16,-4-2-12-16,4 2-13 0,0 0-14 0,0 0-14 15,0 0-14-15,0 0-8 0,0 0-8 0,0 0-7 16,0 0-4-16,0 0-8 0,0 0-11 0,0 0-8 15,0 0-8-15,0 0-3 0,13 12-5 0,-11-10-10 16,2 1-2-16,-1 0 3 0,1-1-12 0,-1 1-6 16,1 1 2-16,-1-1-1 0,-3-3-12 0,4 6 6 15,-2-3-8-15,-2-3-2 0,3 6-2 0,-3-6 3 16,2 5 0-16,-2-5 3 0,0 0-3 0,-2 9-2 16,2-9-8-16,-7 7 4 0,4-5-1 0,-3 1-6 15,2-2 3-15,0 2-22 0,-2 0-28 0,-1 0-32 16,1-1-34-16,-1-1-50 0,0 2-45 0,1-3-54 0,-1 4-61 15,2-4-166-15,-4 0-508 0,2 0 225 0</inkml:trace>
          <inkml:trace contextRef="#ctx0" brushRef="#br0" timeOffset="-147387.8953">-3631 2467 97 0,'0'0'232'0,"0"0"-8"0,0 0-15 0,0 0-15 15,0 0-5-15,0 0-4 0,0 0-4 0,0 0-5 0,0 0-3 16,0 0-6-16,0 0-13 0,-2 12-7 0,2-12-12 16,-1 7-5-16,1-7-8 0,-1 8-8 0,0-4 1 15,1-4-7-15,-4 9-10 0,2-4-12 0,-1 2-8 16,1 1 0-16,0-1-16 0,-2 1-4 0,1-1-3 15,-2 2-4-15,-1 2-6 0,0-4-6 0,-1 2-4 16,-1 1-11-16,0 0-21 0,0-3-22 0,-1 1-23 16,3-2-38-16,-1-1-40 0,0 0-52 0,0 0-52 15,1-2-45-15,-1 2-204 0,0-2-513 0,2 0 226 16</inkml:trace>
          <inkml:trace contextRef="#ctx0" brushRef="#br0" timeOffset="-143919.3913">-3809 2365 16 0,'0'0'240'0,"0"0"-12"0,0 0-11 0,0 0-12 16,0 0-12-16,0 0-15 0,-3-5-15 0,3 5-15 16,0 0-11-16,0 0-15 0,0 0-12 0,0 0-4 15,0 0-15-15,0 0-1 0,0 0-5 0,0 0-4 16,0 0-7-16,0 0-5 0,1 14-9 0,-1-14-5 0,0 8-5 15,0-8-2-15,-1 9-5 0,-1-5-3 16,-1 3-8-16,1-2 3 0,0-2-9 0,0 3 0 16,2-6-3-16,-4 8-1 0,1-5-7 0,0 1-8 0,3-4-9 15,-3 5-7-15,0-2-8 0,3-3-6 0,-4 4-11 16,4-4-13-16,-5 3-7 0,5-3-4 16,-6 0 1-16,6 0 0 0,-7-3-2 0,7 3 2 0,-8-4 6 15,5 1 5-15,-1 1 6 0,4 2-1 0,-8-8 9 16,6 5-2-16,0-1 6 0,0-1 5 0,2 5 3 15,-4-7 6-15,2 4 4 0,2 3 6 0,-3-6 8 16,3 6-2-16,-2-6 9 0,2 6 2 0,-2-4 0 16,2 4 1-16,0 0-2 0,-2-6 1 0,2 6-2 15,0 0 2-15,0 0-7 0,0 0-2 0,0 0-2 16,0 0 3-16,0 0-2 0,0 0-1 0,0 0 0 16,0 0-5-16,0 0 6 0,0 0-3 0,0 0-3 15,0 0 4-15,0 0 1 0,-3 17-5 0,2-14 0 16,1-3-5-16,-4 8-4 0,1-6-7 0,0 1-6 15,3-3-6-15,-6 4-6 0,3 0 0 0,3-4-2 16,-6 3-1-16,2-1 1 0,4-2 0 0,-7 0 7 0,7 0 5 16,-7 0 3-16,7 0 3 0,0 0 0 0,-5-4 6 15,5 4 5-15,-2-5 7 0,2 5 6 0,-3-7 11 16,2 2-2-16,1 5 1 0,-2-9 2 0,2 9 8 16,0-7 0-16,0 7 1 0,-1-8 2 0,1 8 0 15,-1-6 4-15,1 6 2 0,0 0-2 0,-2-7-3 16,2 7-3-16,0 0-4 0,0 0-1 0,-3-2 1 15,3 2-4-15,0 0 0 0,0 0-3 0,0 0-2 16,0 0-5-16,-4 14 5 0,4-14-3 0,-3 6 1 16,1-2-1-16,-1 1-2 0,3-5-3 0,-5 7 5 15,2-4-6-15,0 1 7 0,0 0-5 0,-3 0-4 16,0 1-2-16,1-4 0 0,-1 2-3 0,0 0-1 16,0 0 0-16,0-2 2 0,1 0-5 0,-1-1 3 15,-1 1-3-15,0-2 1 0,2 2 5 0,5-1 0 16,-7 0-3-16,7 0 3 0,-8-1 2 0,8 1 1 15,-7-1-2-15,7 1 11 0,-4-2 0 0,4 2 11 16,0 0 10-16,-5-2 9 0,5 2 7 0,0 0 3 0,0 0-5 16,0 0-4-16,0 0-2 0,0 0-1 0,0 0 1 15,0 0 4-15,0 0-3 0,-1 9-3 0,1-9-3 16,1 11-1-16,-1-11 2 0,1 12 2 0,0-5 1 16,0 2 5-16,-1 0-5 0,-2 0-3 0,0 1-4 15,0 2 2-15,-2-1-1 0,-1 1-6 0,-2-2 1 16,2-2-4-16,0 4-2 0,-2-3-4 0,2-2-17 15,-1 0-15-15,-2 0-26 0,1-2-37 0,1 1-40 16,0-2-46-16,0-1-49 0,-1-1-231 0,2 0-481 16,0-2 213-16</inkml:trace>
          <inkml:trace contextRef="#ctx0" brushRef="#br0" timeOffset="-140850.9124">-4969 2640 87 0,'0'0'254'0,"0"0"-18"0,-15 3-8 16,10-2-9-16,5-1-10 0,-7 0-14 0,1 1-12 16,-1-1-21-16,1 2-12 0,6-2-18 0,-9 0-14 15,2 0-10-15,3 1-12 0,4-1-25 0,-9-1-31 16,9 1-45-16,-6 0-55 0,6 0-62 0,-5-6-60 16,5 6-172-16,-2-5-382 0,2 5 169 0</inkml:trace>
          <inkml:trace contextRef="#ctx0" brushRef="#br0" timeOffset="-140225.9857">-5031 2349 112 0,'0'0'175'0,"0"0"-8"16,0 0-9-16,0 0-7 0,0 0-6 0,0 0-6 16,0 0-1-16,0 0-3 0,0 0-4 0,0 0-3 15,0 0-4-15,0 0-2 0,0 0-9 0,0 0-7 0,0 0 0 16,0 0-8-16,0 0-5 0,0 0 1 0,0 0-1 15,0 0-5-15,0 0-3 0,0 0-7 16,11 6-13-16,-11-6-2 0,3 5-6 0,-3-5-7 0,2 5-5 16,0-2-3-16,-2-3-4 0,2 9-4 15,-1-6-4-15,0 3-9 0,-1-6-7 0,0 8-13 16,-2-4-19-16,0 1-26 0,-1-1-47 0,0 3-41 0,-1-2-64 16,-1 0-78-16,-2 1-140 0,1-1-449 0,-2-2 198 15</inkml:trace>
          <inkml:trace contextRef="#ctx0" brushRef="#br0" timeOffset="-141335.2793">-5028 2390 120 0,'0'0'150'0,"0"0"-13"0,0 0-12 15,0 0-10-15,0 0-16 0,0 0-9 0,0 0-6 16,2 5-15-16,-2-5 3 0,0 0-9 0,-3 11 0 16,3-11-5-16,-3 6-8 0,2-2-2 0,-2-1-5 15,3-3-2-15,-6 6-5 0,1-4-4 0,1 1 0 16,-1 0-5-16,0 0-4 0,0-2-4 0,1 2 0 0,4-3-4 16,-9 3-1-16,5-3 0 0,0 2-2 15,4-2 0-15,0 0 2 0,-7-1-1 0,7 1 1 0,0 0 10 16,-9-1 10-16,9 1 9 0,0 0 8 0,-4-1 3 15,4 1 7-15,0 0-2 0,0 0 0 0,0 0-3 16,0 0-2-16,0 0-6 0,0 0-2 0,0 0-2 16,0 0 1-16,0 0-1 0,0 0 1 0,0 0-4 15,0 0 1-15,13 8-1 0,-11-6 1 0,2 1 2 16,-4-3 6-16,6 6 2 0,-3-4 4 0,1 2-6 16,-1-1-2-16,-3-3-2 0,4 5-5 0,-4-5 0 15,3 4-1-15,-1-1-1 0,-2-3-1 0,2 6-3 16,-2-6 5-16,-1 7 1 0,1-7 0 0,0 8 0 15,0-8 3-15,-3 7-12 0,3-7 2 0,-1 6-4 16,1-6 1-16,-6 7-7 0,3-4-2 0,0-1 3 0,-2 1-2 16,2 0-4-16,-3-1-4 0,0 1 3 0,-2 0-3 15,-1-2-1-15,-1 2 0 0,0-1-1 0,-2 1 0 16,1 0-4-16,1-1 0 0,-1-2 1 0,3 1 0 16,0 0-2-16,-2-2 0 0,2 2-1 0,-2-2-4 15,2 0-1-15,0 0-1 0,2-2 0 0,0 2 6 16,1-4-8-16,-1 2 2 0,0-1 0 0,1-1-3 15,2 1 4-15,-2-3 0 0,4 3 3 0,-2-4-7 16,2 4-6-16,0-5-9 0,2 2-9 0,-1-2-14 16,2 1-23-16,0-1-33 0,1 2-29 0,0-2-29 15,1 1-29-15,0 1-33 0,2-1-25 0,-2 3-209 16,0-2-487-16,1 2 216 0</inkml:trace>
          <inkml:trace contextRef="#ctx0" brushRef="#br0" timeOffset="-141210.2964">-5203 2347 194 0,'2'-7'263'0,"1"5"-11"0,-3 2-14 0,2-8-13 15,-2 8-14-15,4-4-19 0,-4 4-23 0,0 0-13 16,3-4-21-16,-3 4-11 0,0 0-17 0,5-2-28 16,-5 2-36-16,0 0-47 0,0 0-60 0,0 0-65 15,0 0-237-15,5 9-395 0,-5-9 175 0</inkml:trace>
          <inkml:trace contextRef="#ctx0" brushRef="#br0" timeOffset="-139444.7941">-5374 2471 209 0,'4'4'252'0,"-4"-4"-18"16,0 0-11-16,-1 9-13 0,1-9-18 0,-1 7-8 16,1-7-9-16,-3 11-5 0,1-4-12 0,0 0-10 0,0 2-17 15,-2-3-3-15,0 3-13 0,0-3-6 0,-1 3-11 16,-2-1-10-16,0-1-9 0,1 1-6 16,0-3-9-16,-2 0-7 0,1 0-11 0,-1-1-13 0,1 1-21 15,-2-2-23-15,0 0-35 0,-2 1-43 0,3-2-42 16,0-2-44-16,4 0-56 0,-2-2-187 0,6 2-453 15,-7-5 202-15</inkml:trace>
          <inkml:trace contextRef="#ctx0" brushRef="#br0" timeOffset="-139210.4389">-5413 2340 92 0,'0'0'292'0,"5"-5"-7"0,-2 2-10 0,-3 3-17 0,4-5-13 16,-4 5-16-16,0 0-22 0,3-4-23 0,-3 4-13 15,0 0-17-15,0 0-17 0,3-3-29 0,-3 3-28 16,0 0-45-16,0 0-40 0,0 0-55 0,0 0-44 16,0 0-57-16,0 0-70 0,0 0-135 0,0 0-395 15,-13 8 175-15</inkml:trace>
          <inkml:trace contextRef="#ctx0" brushRef="#br0" timeOffset="-138694.843">-5580 2462 45 0,'0'0'217'0,"-4"5"-12"15,4-5-19-15,-2 4-14 0,2-4-12 0,-3 5-16 16,3-5-14-16,-2 7-12 0,2-7-12 0,1 7-10 0,-1-7-13 16,1 9-2-16,-1-9-11 0,0 8-6 0,0-8-8 15,3 6-2-15,-3-6-7 0,1 5-9 0,-1-5 2 16,5 4-1-16,-5-4-8 0,3 2-1 0,-3-2 0 16,0 0-7-16,6 0-2 0,-6 0-2 0,0 0-4 15,0 0 1-15,5-8-2 0,-3 4 0 0,-2 4-5 16,2-6 2-16,-2 6-3 0,1-8 2 0,-1 8-2 15,1-8 0-15,-1 8 1 0,-1-8 0 0,1 8 3 16,0-7-2-16,0 7 0 0,-2-7 0 0,2 7-2 16,-3-5 2-16,3 5-2 0,-5-2 0 0,5 2-2 15,-7-1-2-15,7 1-3 0,-8 1 2 0,8-1-2 16,-9 2 2-16,5-1 2 0,-3 0-1 0,2 2-1 0,-3-1 0 16,1 1 2-16,0 0-2 0,-1 0-3 0,2-3 0 15,-1 3-2-15,0-2-3 0,2 1 8 0,0-1 1 16,0 0 1-16,-1-1-1 0,6 0 0 0,-8 0-2 15,8 0-2-15,-4-2 11 0,4 2-2 0,-6-3 11 16,6 3 1-16,-3-6 9 0,3 6 5 0,0-11 7 16,0 4 3-16,0 0 2 0,2-1 1 0,0-1-1 15,1-3 3-15,0 0-3 0,1 0-2 0,-1 0-1 16,1-3-6-16,-1 1-3 0,3 0-8 0,-2 0 2 16,0 1-4-16,0 4 0 0,0-2-5 0,0 4-3 15,-1 2-8-15,0-2-18 0,-1 3-29 0,-2 4-40 16,0-6-44-16,0 6-63 0,0 0-31 0,0 0-232 15,0 0-485-15,0 0 215 0</inkml:trace>
          <inkml:trace contextRef="#ctx0" brushRef="#br0" timeOffset="-138272.9933">-5804 2412 230 0,'-1'6'253'0,"1"-6"-12"0,0 0-9 16,1 7-12-16,-1-7-8 0,3 7-8 0,-1-3-13 15,-2-4-11-15,1 7-15 0,1-2-10 0,-1-1-6 16,1 2-4-16,1-1-11 0,-2-1-9 0,-1 2-9 16,2 0-1-16,-2-1-2 0,1 2-5 0,-1-1-6 15,0-6-9-15,-1 11-5 0,1-5-9 0,-2-1 1 16,2 3-12-16,-1-2 13 0,-1 0-26 0,0 0 4 0,0 0-4 15,-1-2-6-15,0 1 0 0,0 1 7 0,0-3-18 16,0 0 1-16,-1 1-8 0,-2-1 4 16,0 0 0-16,0 0-10 0,-1 0 13 0,-1-3-25 0,0 2 8 15,-3 1 7-15,0-2-15 0,0 1 8 0,0-1-9 16,-2-1 5-16,1 0-5 0,-1-1-1 0,1 1-4 16,0-2 1-16,1-1 9 0,0-1-13 0,0 0 5 15,4 1-5-15,-2-4 4 0,1 3 3 0,4-2-5 16,0-1-5-16,0-1 1 0,1 0-17 0,2-1-7 15,1 0-6-15,1-3-14 0,1 2-19 0,1-2-24 16,1-1-29-16,1 1-30 0,-1 0-34 0,0 1-31 16,1-1-47-16,0 6-46 0,-2-2-234 0,1 1-579 15,1 0 256-15</inkml:trace>
          <inkml:trace contextRef="#ctx0" brushRef="#br0" timeOffset="-138116.747">-5959 2360 236 0,'0'0'301'16,"2"-5"-11"-16,-2 5-28 0,2-5-23 0,-2 5-24 15,0 0-19-15,0-6-31 0,0 6-37 0,0 0-55 16,0 0-77-16,1-6-81 0,-1 6-251 0,0 0-364 16,0 0 161-16</inkml:trace>
        </inkml:traceGroup>
        <inkml:traceGroup>
          <inkml:annotationXML>
            <emma:emma xmlns:emma="http://www.w3.org/2003/04/emma" version="1.0">
              <emma:interpretation id="{73706B94-623B-4D59-A7C9-CE582868D3AA}" emma:medium="tactile" emma:mode="ink">
                <msink:context xmlns:msink="http://schemas.microsoft.com/ink/2010/main" type="inkWord" rotatedBoundingBox="11642,4552 10730,4557 10729,4255 11641,4250"/>
              </emma:interpretation>
              <emma:one-of disjunction-type="recognition" id="oneOf15">
                <emma:interpretation id="interp19" emma:lang="" emma:confidence="1">
                  <emma:literal/>
                </emma:interpretation>
              </emma:one-of>
            </emma:emma>
          </inkml:annotationXML>
          <inkml:trace contextRef="#ctx0" brushRef="#br0" timeOffset="-149325.2213">-3086 2464 192 0,'5'-1'193'0,"-5"1"-8"15,0 0-5-15,0 0-9 0,0 0-8 0,0 0-12 0,0 0-12 16,0 0-10-16,0 0-4 0,0 0-11 0,0 0-16 16,-17 0-3-16,17 0-2 0,-9 0-10 0,4 0-4 15,5 0-8-15,-10 0-11 0,3 0-3 0,-1 0-4 16,3 1-7-16,-3 0-3 0,2 1-7 0,-2-2-4 16,1 0-16-16,1 0-9 0,-1 0-19 15,0 0-26-15,7 0-18 0,-8 0-16 0,8 0-30 0,-5 0-19 16,5 0-26-16,0 0-24 0,0 0-145 0,0 0-341 15,0 0 150-15</inkml:trace>
          <inkml:trace contextRef="#ctx0" brushRef="#br0" timeOffset="-148840.9089">-3113 2431 30 0,'0'0'175'0,"0"0"-7"15,0 0-18-15,0 0-7 0,0 0-4 0,0 0-10 16,0 0-8-16,0 0-7 0,-10-7-9 0,10 7-8 0,0 0-5 15,-12 4-4-15,7-4-6 0,1 2-9 0,4-2-5 16,-9 2-9-16,4-1-5 0,1 0-2 0,4-1-10 16,-8 2-2-16,5-2-2 0,3 0-5 0,-8 0-11 15,8 0-8-15,-5 1-18 0,5-1-13 0,0 0-15 16,-8-1-5-16,8 1-20 0,-5 0-10 0,5 0-12 16,0 0-11-16,-6-4-7 0,6 4 6 0,-2-4-5 15,2 4 13-15,0 0 5 0,-1-6 4 0,1 6 11 16,0 0 9-16,1-9 11 0,-1 9 16 0,0 0 11 15,2-9 18-15,-2 9 20 0,1-5 7 0,-1 5 10 16,2-5 11-16,-2 5-5 0,0-6 20 0,0 6 6 16,0 0 3-16,0 0 2 0,-1-9 5 0,1 9 3 15,0 0-1-15,0 0 5 0,-1-6-1 0,1 6-5 16,0 0 0-16,0 0-2 0,0 0 1 0,0 0-2 0,-6-1 0 16,6 1-1-16,0 0 5 0,0 0 3 0,-9 7 0 15,5-4-1-15,2-1-1 0,-5 3-3 16,3-2 0-16,0 3-3 0,-2-1-1 0,2 2 7 0,-2-3-10 15,2 3-2-15,-1-2-1 0,1 1-3 0,1-1-8 16,1 1 9-16,0-1-16 0,0 0 4 0,0 0-6 16,1 0-6-16,1-5 2 0,-1 10-16 0,1-10 5 15,1 9-5-15,-1-5-3 0,3 0 0 0,-1 0-4 16,2-1-3-16,0 2-9 0,1 0-28 0,3-1-22 16,-1 1-45-16,2 2-46 0,0 1-55 0,-2 0-61 15,2-1-65-15,-1 1-220 0,-1-2-574 0,-1 0 254 16</inkml:trace>
          <inkml:trace contextRef="#ctx0" brushRef="#br0" timeOffset="-150840.7649">-2377 2353 140 0,'0'0'200'15,"0"0"0"-15,0 0-21 0,0 0-6 0,-5-3-10 16,5 3-9-16,0 0-5 0,0 0-12 0,0 0-6 0,-11 5-12 16,7-4-9-16,4-1-8 0,-8 3-5 0,4-1-8 15,4-2-6-15,-7 4-11 0,3-1-7 16,2 0-5-16,-2 1-4 0,1-1-7 0,0 1-3 15,0 0-6-15,1 0-5 0,2-4-4 0,-5 8-1 0,5-4-5 16,-2 0 2-16,2-4-7 0,-1 9-1 0,1-9-5 16,1 9-3-16,1-5-8 0,-2-4 3 0,2 7-2 15,1-6-1-15,1 2-3 0,-1 0 4 0,3-2-4 16,-2 1 4-16,0-1-4 0,-4-1 2 0,11 1-2 16,-4-1 3-16,-2 0-3 0,-1 0 0 0,-4 0 0 15,8-1 0-15,-8 1 0 0,6 0 5 0,-6 0-1 16,5-1-4-16,-5 1-3 0,0 0 4 0,0 0-2 15,0 0 2-15,0 0 0 0,0 0 2 0,0 0-5 16,0 0 3-16,0 0 3 0,-16 4-4 0,11-3-4 16,1 0 5-16,-4 0-1 0,2 1 3 0,-2 2 0 15,2-3-3-15,-3 1 1 0,-1 0 3 0,1-2-7 16,-1 2 3-16,-1 0 1 0,4 1 1 0,-2-3-3 0,0 1-6 16,-1-1 7-16,2 0 3 0,1 0-1 0,-1-1 2 15,1 1-3-15,2-3 3 0,1 1-1 16,0-1-2-16,0-1 7 0,1 0 2 0,1 0 9 0,0-2 4 15,2 6 0-15,-1-13 12 0,1 6-2 0,3-1 3 16,-2-1-2-16,3 0-5 0,-1-3 2 0,1 0-1 16,-2 3-2-16,2-1 1 0,0 2-1 0,-1 0 1 15,-1 1 0-15,1 2-7 0,-1 1-1 0,0-1 0 16,-2 5-4-16,3-6-6 0,-3 6-21 0,0 0-19 16,2-4-31-16,-2 4-29 0,0 0-32 0,0 0-39 15,0 0-35-15,0 0-60 0,0 0-164 0,0 0-455 16,-14 6 202-16</inkml:trace>
          <inkml:trace contextRef="#ctx0" brushRef="#br0" timeOffset="-150200.1891">-2663 2307 271 0,'-2'-3'265'0,"2"3"-14"0,0 0-19 15,0 0-18-15,0 0-15 0,-2-5-10 0,2 5-11 0,0 0-12 16,0 0-9-16,0 0-7 0,0 0-4 0,0 0-11 16,0 0-13-16,-2 16-8 0,2-16-5 0,0 10-9 15,0-5-1-15,0 2-12 0,2 0 0 0,-2 1-18 16,0-3-2-16,0 3-10 0,0-1-5 0,0 1-7 15,-2 0-2-15,1 1-6 0,0-2-1 0,-2 2-5 16,-1-1 0-16,1-1-5 0,0 2-1 0,-2-2-3 16,0 0-2-16,-1 1 5 0,2-2-11 0,-2-1-2 15,1 1-3-15,-1 0 5 0,1-1-7 0,0-1-1 16,2 0 4-16,0 0-4 0,0-1 1 0,-1 1-5 0,4-4-2 16,-3 5-3-16,1-1-3 0,2-4-4 0,-3 4 1 15,3-4 7-15,-1 7-5 0,1-7 2 16,0 0-3-16,0 0-2 0,2 8 4 0,-2-8-3 15,4 5 3-15,-1-4 0 0,-3-1 6 0,8 3-4 0,-3 0 1 16,0-1-3-16,-1 1 0 0,0-2 3 0,1 2-1 16,-2-1-2-16,-3-2 1 0,6 3 1 0,-6-3 5 15,4 3-1-15,-4-3 2 0,3 3 4 0,-3-3 3 16,0 0 1-16,-1 6-2 0,1-6 5 0,0 0-4 16,-4 7 16-16,-1-3-12 0,0-2-3 0,2 1 4 15,-3-1-2-15,0 1 4 0,-1-2-5 0,-1 2-8 16,-2-1 7-16,0-1-3 0,2 1 5 0,-4-2 1 15,0 0 2-15,0 0 2 0,0-2-5 0,-2 1 4 16,2-1-3-16,-1 1-2 0,1-4 1 0,0 2-1 16,0 0 1-16,2-1 0 0,3-1 0 0,-1 1-3 15,3-2-4-15,2 0 2 0,1-2 1 0,0 1-10 16,2-3-6-16,2 1-13 0,1 1-12 0,0-2-15 16,1 2-31-16,1-1-35 0,-1 3-32 0,1-3-54 15,3 3-46-15,-2-2-66 0,-2 2-186 0,1 1-538 16,0 0 238-16</inkml:trace>
        </inkml:traceGroup>
        <inkml:traceGroup>
          <inkml:annotationXML>
            <emma:emma xmlns:emma="http://www.w3.org/2003/04/emma" version="1.0">
              <emma:interpretation id="{950A9CA2-9EA5-4DA7-965C-ACF50F32062E}" emma:medium="tactile" emma:mode="ink">
                <msink:context xmlns:msink="http://schemas.microsoft.com/ink/2010/main" type="inkWord" rotatedBoundingBox="14251,4646 11792,4660 11788,4009 14247,3994"/>
              </emma:interpretation>
              <emma:one-of disjunction-type="recognition" id="oneOf16">
                <emma:interpretation id="interp20" emma:lang="" emma:confidence="1">
                  <emma:literal/>
                </emma:interpretation>
              </emma:one-of>
            </emma:emma>
          </inkml:annotationXML>
          <inkml:trace contextRef="#ctx0" brushRef="#br0" timeOffset="-158529.2464">-145 2436 221 0,'0'0'259'0,"0"0"-13"0,0 0-17 16,0 0-17-16,0 0-14 0,7 13 2 0,-5-8-3 15,-1 2-12-15,-1-1-9 0,1 2-11 0,-2 0-7 16,0 0-6-16,-3 1-10 0,1 4-16 0,-1-1-3 15,-2-1-10-15,0 1-19 0,-2-2-7 0,1-1-12 16,-1 0-21-16,-1-1-37 0,2-2-46 0,2 0-55 0,-1-2-56 16,2-1-70-16,-1-1-72 0,-1 2-166 0,1-3-484 15,5-1 214-15</inkml:trace>
          <inkml:trace contextRef="#ctx0" brushRef="#br0" timeOffset="-158123.0037">-249 2384 211 0,'2'-4'223'0,"-2"4"-13"16,0 0-12-16,5-1-10 0,-5 1-9 0,0 0-14 15,6 7-9-15,-6-7 0 0,3 4 2 0,-3-4-16 16,3 8-11-16,-3-8-3 0,0 8-12 0,0-4-3 15,0-4-8-15,-3 9 6 0,1-4-16 0,-1 1-9 16,-1 0-7-16,0-2-5 0,0 2-5 0,0-1-3 16,-2-1-4-16,0 0 0 0,0 0-5 0,-1 0 4 15,0-1-8-15,-3-1-8 0,3 0-4 0,-2 0 2 16,-2-3-6-16,2 2-6 0,-2-2-5 0,0 1 6 16,0-3-3-16,1 1-7 0,-2-1-1 0,0-1 1 15,3 1-7-15,-3-2-1 0,0 1 0 0,1-2 0 16,0 1 0-16,2-1-5 0,1 0 2 0,1 1-25 15,2 0-14-15,1 0-17 0,0-1-26 0,1 1-26 16,2 0-37-16,1 5-37 0,0 0-33 0,4-18-34 16,1 11-44-16,0 2-153 0,1-1-472 0,2 1 209 15</inkml:trace>
          <inkml:trace contextRef="#ctx0" brushRef="#br0" timeOffset="-157998.0134">-318 2317 66 0,'0'0'220'0,"0"0"-12"0,0 0-18 0,-16-2-21 16,16 2-9-16,-10 1-13 0,2 0-18 0,1-2-15 15,1 3-25-15,-2 0-47 0,2 0-60 0,2-1-65 16,0 1-157-16,4-2-258 0,0 0 115 0</inkml:trace>
          <inkml:trace contextRef="#ctx0" brushRef="#br0" timeOffset="-158904.1908">237 2304 44 0,'0'0'246'15,"0"0"-13"-15,0 0-8 0,0 0-19 0,0 0-14 0,0 0-13 16,0 0-13-16,0 0-13 0,0 0-12 0,0 0-15 15,-15-1-15-15,10 1-8 0,-1 2-13 0,-1-1-18 16,1 0-26-16,-1 0-35 0,-2-1-33 16,2 3-57-16,-1-3-38 0,2 0-59 0,-2 3-149 0,-1-2-353 15,1 1 156-15</inkml:trace>
          <inkml:trace contextRef="#ctx0" brushRef="#br0" timeOffset="-159154.1941">208 2463 47 0,'0'0'198'16,"0"0"-12"-16,0 0 2 0,0 0-13 0,0 0-13 15,0 0-6-15,0 0-11 0,0 0-9 0,0 0-9 0,0 0-10 16,0 0-3-16,0 0-11 0,0 0-11 0,0 0-9 16,-14-8-9-16,14 8-9 0,-6-2-4 0,6 2-6 15,-6-2-3-15,6 2-7 0,-3-3-3 0,3 3-5 16,-6-3-1-16,6 3-6 0,0 0 0 0,-6-3-10 15,6 3 2-15,-2-4-5 0,2 4-3 0,0 0-9 16,0 0-4-16,0 0 2 0,0 0-3 0,4-11 2 16,-4 11-2-16,3-4-2 0,-3 4 2 0,5-4 0 15,-5 4 0-15,5-1 1 0,-5 1-3 0,6-2 3 16,-6 2-2-16,5-1-1 0,-5 1 1 0,0 0-4 16,7 1 5-16,-7-1 0 0,4 2-1 0,-4-2-1 15,4 5-3-15,-4-5 2 0,3 3 6 0,-3-3-5 16,3 4 2-16,-3-4 2 0,3 6-1 0,-3-6 3 15,1 5 0-15,-1-5 5 0,-1 7 3 0,1-7 0 16,-2 5 0-16,2-5-2 0,-5 6 0 0,3-4-1 16,2-2-2-16,-7 4 3 0,3-2-6 0,0-1 2 15,-1 2-1-15,5-3 1 0,-9 2 0 0,3-1-3 16,0 0-7-16,-2-1-6 0,2-1-4 0,-2 1-6 16,0-1 6-16,0-1-3 0,1-1 3 0,-3-1 2 0,1 0-2 15,-1-2-2-15,1 0 6 0,2 1 0 16,-1-1 5-16,2 1 1 0,0 0 7 0,2 0 8 15,0-1 13-15,2 2 5 0,-1 1 8 0,3 3 5 0,-3-7 6 16,3 7 5-16,-3-5 4 0,3 5-3 0,-3-5 2 16,3 5-6-16,0 0-6 0,-3-5 3 0,3 5-13 15,0 0-2-15,0 0 2 0,0 0-2 16,0 0 7-16,0 0-16 0,0 0-1 0,7 16-5 0,-4-12 2 16,0 2-3-16,-1 0 8 0,2 1-11 0,-3 0-3 15,1-1 1-15,0 1-2 0,-1 1 0 0,0-3 0 16,1 0-2-16,-2 1 1 0,0-6-2 0,0 9 4 15,0-4-3-15,0-5-4 0,-4 7-5 0,4-7-12 16,-6 4-20-16,2-3-25 0,0 1-43 0,4-2-46 16,-9 2-46-16,9-2-49 0,-8-2-214 0,8 2-495 15,-6-4 219-15</inkml:trace>
          <inkml:trace contextRef="#ctx0" brushRef="#br0" timeOffset="-157435.5615">-13 2526 137 0,'0'0'169'0,"0"0"2"0,0 0 2 0,0 0-2 16,0 0-4-16,0 0-1 0,0 0-6 0,0 0-13 15,0 0-12-15,13-7-13 0,-13 7-10 0,6-3-17 16,-2 1-36-16,2-2-40 0,-3 1-58 0,3 0-57 15,-2 1-89-15,1-1-96 0,-1 1-304 0,-4 2 135 16</inkml:trace>
          <inkml:trace contextRef="#ctx0" brushRef="#br0" timeOffset="-154420.1486">-617 2289 35 0,'0'0'267'0,"0"0"-7"16,0 0-11-16,0 0-10 0,0 0-15 0,0 0-13 0,0 0-13 15,0 0-13-15,0 0-12 0,0 0-7 0,-22 0-13 16,15 0-16-16,-1 1-15 0,2-1-14 0,-1 0-11 15,7 0-25-15,-11-1-44 0,11 1-57 0,-7 1-82 16,7-1-75-16,-4-3-247 0,4 3-470 0,-4-3 208 16</inkml:trace>
          <inkml:trace contextRef="#ctx0" brushRef="#br0" timeOffset="-156748.1203">-645 2399 105 0,'0'0'264'0,"0"0"-16"0,0 0-20 0,0 0-12 16,0 0-19-16,0 0-15 0,0 0-15 0,0 0-7 15,0 0-13-15,0 0-9 0,0 0-4 0,0 0-6 16,0 0-13-16,0 0-8 0,0 0-11 0,8 12-3 0,-8-12-7 16,3 8-9-16,-1-3-2 0,0-1-13 0,-2 2-4 15,0-6-4-15,4 8-7 0,-2-4 0 16,-2-4-9-16,1 6-3 0,-1-6 3 0,0 7-1 0,0-7 4 15,0 0-6-15,-4 8 1 0,1-7-2 0,-2 1-5 16,0-2 0-16,-2 2-14 0,0-1 4 0,0 0 1 16,0 0-4-16,-1 0-16 0,1-1-13 0,0 0-12 15,0-1-23-15,1 0-36 0,-1-1-47 0,1 0-52 16,1 0-55-16,1-1-251 0,-2 2-529 0,2 0 234 16</inkml:trace>
          <inkml:trace contextRef="#ctx0" brushRef="#br0" timeOffset="-155123.241">-833 2488 147 0,'0'0'198'0,"0"0"-6"0,-5-5-9 15,5 5-5-15,0 0-7 0,0 0-9 0,0 0-11 16,0-7-12-16,0 7-7 0,0 0-13 0,0 0-2 16,6-11-7-16,-4 9-1 0,1-2-11 0,-3 4-4 15,7-7-4-15,-4 5-7 0,1-1-8 0,0-2-2 16,0 3-5-16,0-2-2 0,2 3-9 0,0-3-6 16,-2 3 1-16,0-2-6 0,1 2-8 0,-5 1 3 15,7-2-7-15,-7 2-3 0,7 0 0 0,-3 0-5 16,-4 0-1-16,0 0-5 0,8 2-1 0,-8-2 0 15,4 5 3-15,-3-2-1 0,-1-3-2 0,3 5 0 16,-3-5 0-16,0 9-4 0,0-9 6 0,-2 8-4 16,2-8-4-16,-3 7 0 0,0-3-1 0,1 1 0 15,-2-1-3-15,-1-1 2 0,1 0-2 0,-2 0-2 16,0 0 0-16,0-1-8 0,0-1-11 0,0 2-4 0,-1-3-8 16,-1 1-7-16,2-1-15 0,-2-1 0 15,1-2-2-15,0 2 4 0,-1-2 3 0,3-2 2 16,-1 2 1-16,0-2 7 0,2-1-3 0,0 1 8 0,-1 0 5 15,2-2 1-15,1-1 13 0,1 3 3 0,-1-2 9 16,2 0 6-16,0 7 4 0,0-12 3 0,0 7 3 16,0 5 3-16,2-8 3 0,-2 8-1 0,1-7-2 15,-1 7-1-15,1-4-5 0,-1 4 3 0,0 0-6 16,0 0-2-16,4-2 2 0,-4 2-1 0,0 0-2 16,0 0 0-16,0 0-8 0,0 0 5 0,3 12 0 15,-3-12 0-15,0 0-5 0,-4 9 4 0,2-4-5 16,0-1 0-16,-1 1-1 0,0-2 4 0,-1 1 0 15,-2 0-2-15,1 0-2 0,-2-1 2 0,1 1-2 16,-3 0 1-16,2-2-1 0,-1 0-8 0,-3 0-5 16,0 0 4-16,3 1-9 0,-1-3 3 0,2 0-1 15,-1 0 5-15,2 0-3 0,-1 0 4 0,1-2-3 0,6 2 2 16,-9-3 1-16,6 1 4 0,3 2 1 16,-6-3 6-16,6 3 0 0,-2-5-2 0,2 5 1 15,0 0 1-15,0 0 0 0,0 0 6 0,0 0-6 0,0 0 2 16,0 0-1-16,0 0 1 0,0 0-2 0,10-3-1 15,-10 3 1-15,0 0-1 0,9 8-4 0,-6-5 2 16,-2 2 3-16,1-1-2 0,-2-4 4 0,3 8-5 16,-3-8 1-16,0 8 2 0,1-2-2 0,-1-6 2 15,-2 6-4-15,2-6 2 0,-1 8-9 0,1-8-3 16,-3 7-7-16,2-4-5 0,1-3-6 0,-5 2-2 16,1 0-6-16,4-2-1 0,0 0-2 0,-7 1 5 15,7-1-2-15,0 0 8 0,-6-4 2 0,6 4 4 16,-5-7 4-16,3 4 2 0,2 3 3 0,-4-9-4 15,2 4-1-15,0-1 10 0,2 0 5 0,0 6 6 16,-2-10 1-16,1 5 8 0,1 5 6 0,1-10 0 16,-1 10 6-16,1-9 3 0,-1 9 0 0,1-5-1 0,-1 5 2 15,0 0-2-15,0-8-5 0,0 8-3 0,0 0 2 16,0 0-5-16,2-5 2 0,-2 5-4 16,0 0-5-16,0 0 4 0,0 0-3 0,0 0-1 15,0 0 0-15,0 0 2 0,0 0-1 0,0 0 0 0,-6 18-4 16,6-18-1-16,-3 7-1 0,3-7-4 0,-2 7-5 15,-1-4 0-15,0 1-4 0,-1-2-3 0,0 1-1 16,0-2-8-16,4-1-4 0,-8 4 0 0,4-2-3 16,4-2-1-16,-8 0 1 0,8 0 0 0,-10-3 1 15,5 3-1-15,-1-4-7 0,1 1 9 0,-1-1 0 16,1-1 3-16,-1 0 2 0,2 0 3 0,-2-1 2 16,2-2 4-16,-1 2 1 0,0-1 2 0,2 0 8 15,0 0 5-15,0-1 8 0,2 4 10 0,-2-2 4 16,1 2 5-16,2 4 2 0,-2-7 1 0,2 7 1 15,-2-6-1-15,2 6-3 0,-1-5 2 0,1 5-9 16,0 0-4-16,0 0-1 0,0 0 0 0,0 0-3 16,0 0-3-16,0 0 0 0,0 0 1 0,0 0-4 0,0 0 4 15,0 0-2-15,0 0-3 0,0 0 1 0,0 19 1 16,0-19-3-16,-1 9-3 0,0-5 3 0,0 2-3 16,1-6 1-16,-3 9 1 0,-1-5 2 0,2 1-4 15,-3 0 1-15,-1-1 2 0,1 1-6 0,-1-1 6 16,0-2-2-16,-1 2 2 0,0-1-5 0,1-1 1 15,-1-1-3-15,1 1 3 0,-1-1 1 0,2-1-1 16,5 0 4-16,-8 0-4 0,8 0 1 0,-7-2 0 16,7 2-3-16,-6-2 0 0,6 2 4 0,-5-2 6 15,5 2-1-15,-3-3 5 0,3 3 2 0,0 0 1 16,-4-4-3-16,4 4-2 0,0 0-4 0,0 0 1 16,0 0-4-16,0 0 4 0,0 0-5 0,0 0 0 15,0 0 2-15,8 15-2 0,-5-11 6 0,0 0-5 16,0 0-6-16,0 3 1 0,1-1 1 0,-2-2-3 15,-1 1 3-15,0-2 4 0,-1-3-5 0,2 8-1 16,-2-8 1-16,0 6-2 0,0-6-7 0,0 0-6 16,-3 7-4-16,3-7-2 0,-4 2 0 0,4-2-7 0,-5 1 0 15,5-1 3-15,0 0-2 0,-9-5 3 0,9 5 1 16,-4-4 5-16,1 1-3 0,3 3 5 16,-4-6 1-16,2 0-4 0,-1 3 9 0,3 3 1 0,-4-8-2 15,2 5 3-15,-1-1-2 0,3 4 7 0,-3-9-6 16,2 6 3-16,-2-2-2 0,3 5 3 0,-6-6-1 15,3 2 3-15,3 4 1 0,-7-5-1 0,4 3-3 16,-3 0 3-16,0-1 0 0,2 2 1 0,4 1-1 16,-10-2 0-16,3 4 3 0,0-2 1 0,1 1 5 15,-2 0 1-15,4 0-4 0,-2 1 2 0,1-1 4 16,5-1 0-16,-5 4 1 0,2 0 3 0,0 0 5 16,2 0 3-16,1-4-2 0,-3 10 6 0,4-5 3 15,-1-5 2-15,2 10 9 0,-1-1 11 0,2-3 5 0,0 4 2 16,-1-1-1-16,2 3 7 0,-2 1 3 15,3-1 2-15,-3 0-7 0,0-1-1 0,0 2-3 16,1-1-9-16,-3-1-3 0,2 2-3 0,-1-4-5 0,0 1-11 16,-1-2-34-16,0 1-36 0,0 0-51 0,-1 0-52 15,1 0-73-15,1-2-79 0,-1-2-222 0,0-5-563 16,0 8 250-16</inkml:trace>
          <inkml:trace contextRef="#ctx0" brushRef="#br0" timeOffset="-154920.1299">-1208 2644 173 0,'0'0'302'0,"0"0"-14"0,0 0-24 0,0 0-15 15,0 0-25-15,0 0-15 0,0 0-25 0,0 0-19 0,-16 1-13 16,10 1-16-16,-2-2-27 0,0 0-22 0,2 1-50 15,0 0-47-15,6-1-53 0,-8-2-51 0,3 2-64 16,5 0-191-16,-4-3-400 0,4 3 177 0</inkml:trace>
          <inkml:trace contextRef="#ctx0" brushRef="#br0" timeOffset="-152043.798">-1350 2051 194 0,'0'0'204'0,"0"0"-9"16,0 0-5-16,0 0 0 0,0 0-7 0,0 0-8 15,0 0-9-15,-12 8-6 0,7-3-7 0,0-1-2 0,-2 4-10 16,-1-1-9-16,-2 1-10 0,-1 1-12 16,2 1-7-16,-5 0-12 0,-3 0-3 0,1 2-4 15,4-4-14-15,-2 1-5 0,2-2-8 0,1 1-5 0,0 0-16 16,1-2-26-16,2 0-22 0,-1 0-30 0,2 0-35 15,0-4-44-15,2 2-21 0,-2-1-33 0,5 0-35 16,-2-1-181-16,-1 0-423 0,5-2 187 0</inkml:trace>
          <inkml:trace contextRef="#ctx0" brushRef="#br0" timeOffset="-151887.5533">-1555 2135 174 0,'0'0'172'0,"0"0"-16"16,0 0-10-16,-18 5-12 0,13-1-17 0,-2-1-8 16,0-1-11-16,-2 1-33 0,2 0-36 0,-1-1-51 0,1 0-79 15,1 0-79-15,0 1-194 0,2-1 85 0</inkml:trace>
          <inkml:trace contextRef="#ctx0" brushRef="#br0" timeOffset="-153313.7668">-1602 2291 50 0,'0'0'217'0,"0"0"-10"0,0 0-9 15,0 0-7-15,0 0-7 0,0 0-11 0,0 0-14 16,3 20-2-16,-2-15-4 0,0 1-8 0,1-2-9 0,-2 2-11 16,1 0-10-16,1 1 0 0,-2 0-11 15,2 0 1-15,-4 1-7 0,2-1-8 0,0 1-3 16,0 0-7-16,-1-1-9 0,-1 0-6 0,1 1-6 0,-3-1-7 16,2 0-1-16,-1-1-11 0,0-2-2 0,1 0-1 15,-1 1-13-15,0 1-7 0,-1-3-8 0,1 1-12 16,-3-2-2-16,1-2-4 0,5 0-7 0,-11 1-9 15,5-1 3-15,-1-2-3 0,0-1 3 0,-1 0 1 16,0 1 4-16,1-4 1 0,1 1 1 0,1 0 2 16,1 0 0-16,0 0 3 0,-1-1 2 0,2 2 0 15,2-1 3-15,-2-1 3 0,3 6 2 0,-3-9-1 16,2 6 2-16,1 3 2 0,-2-8 0 0,2 8 5 16,-2-6-2-16,2 6 5 0,0 0-4 0,0 0-3 15,0-7 2-15,0 7 1 0,0 0-1 0,0 0 0 16,0 0-1-16,0 0 2 0,0 0 1 0,0 0-2 15,0 0-3-15,2 21 2 0,-2-21-2 0,-3 9 3 16,0-3-2-16,0 1 1 0,-2-2-4 0,1 1 0 0,0 0-8 16,-2-1 0-16,0 0-2 0,-2 0 2 0,2-1-6 15,-1-1-1-15,0 0 0 0,0-1-1 16,1-1 1-16,0-1 5 0,-1 2-2 0,3-2 1 0,4 0 1 16,-10-1-1-16,6 0 5 0,4 1 1 0,-6-3 4 15,6 3 6-15,-4-4 3 0,4 4 8 0,0 0 3 16,-5-3 5-16,5 3-3 0,0 0 3 0,0 0-11 15,-3-3 6-15,3 3 2 0,0 0-5 0,0 0 6 16,0 0-6-16,0 0 0 0,0 0 0 0,5 15 1 16,-3-11 0-16,-2-4 2 0,1 11 2 0,1-5-3 15,-3 3 4-15,0-2 0 0,1 1-4 0,-3 0-1 16,-2 3-1-16,1 0 0 0,-2-1-4 16,-1 0 2-16,1 0-1 0,-1 0-11 0,1-4-8 0,-2 2-13 15,2-1-18-15,-1-2-23 0,1 1-33 0,-1-1-34 16,2-1-37-16,-1 0-48 0,4-1-58 0,-3 0-167 15,2-1-471-15,3-2 209 0</inkml:trace>
          <inkml:trace contextRef="#ctx0" brushRef="#br0" timeOffset="-153090.6027">-1738 2617 137 0,'0'0'248'0,"0"0"-14"0,0 0-18 15,0 0-14-15,0 0-16 0,-13 5-19 0,8-5-12 16,5 0-20-16,-10 1-13 0,5 0-15 0,-4-2-25 16,3 2-30-16,-1-2-53 0,0 1-59 0,1-2-68 15,-3-1-181-15,1 2-335 0,2-2 148 0</inkml:trace>
          <inkml:trace contextRef="#ctx0" brushRef="#br0" timeOffset="-152543.7461">-1963 2416 88 0,'0'0'184'0,"-7"2"-12"15,7-2-14-15,-8 1-21 0,8-1 8 0,-10 3-12 0,6-1-9 16,0 0-12-16,-2 3-6 0,0-2-13 16,1 0-10-16,0 2-5 0,-1-2-8 0,2 1-8 15,0-2-8-15,1 1-5 0,0 1-6 0,-1-2 0 0,4-2-4 16,-5 4-2-16,5-4-9 0,-3 6-2 15,3-6 1-15,-1 4 2 0,1-4-1 0,0 0 4 0,0 0 1 16,0 0 2-16,3 10 2 0,-3-10 0 0,3 4 7 16,-3-4 4-16,5 3-2 0,-5-3-1 0,6 4 1 15,-4-3-5-15,1 1 10 0,-3-2 6 0,6 2 5 16,-6-2-4-16,6 3-8 0,-2 0-2 0,-4-3 1 16,5 4-5-16,-2-2-5 0,-3-2-3 0,4 4-3 15,-4-4 5-15,2 6-6 0,-2-6 5 0,1 6 6 16,-1-6-3-16,-1 7-3 0,1-7-2 0,-5 7-1 15,5-7 0-15,-5 6 0 0,2-3-4 0,-2-2-1 16,2 2-1-16,-1 0-6 0,-4-1 1 0,4 1-2 16,-5 0-2-16,2-2-3 0,-1 0-2 0,-4 1 0 0,5-1-2 15,-2 0 2-15,-1 0-3 0,2-1-5 0,-1 0 0 16,-1 0 2-16,-2 0-3 0,1-1 4 16,0-1-6-16,-1-1 1 0,2-1-3 0,3 0-2 0,-1-1-2 15,2-1 2-15,0 1-11 0,2-3-5 0,0 1-11 16,1-2-4-16,1 0-9 0,2-3-25 0,2 0-28 15,0 0-34-15,3 1-29 0,1-1-44 0,1-1-58 16,0 2-198-16,3 0-494 0,3-1 219 0</inkml:trace>
        </inkml:traceGroup>
      </inkml:traceGroup>
    </inkml:traceGroup>
    <inkml:traceGroup>
      <inkml:annotationXML>
        <emma:emma xmlns:emma="http://www.w3.org/2003/04/emma" version="1.0">
          <emma:interpretation id="{9E97568E-EAA4-4AB1-8775-1E7657E5BBBE}" emma:medium="tactile" emma:mode="ink">
            <msink:context xmlns:msink="http://schemas.microsoft.com/ink/2010/main" type="paragraph" rotatedBoundingBox="14306,3442 10728,3467 10725,3045 14303,3019" alignmentLevel="1"/>
          </emma:interpretation>
        </emma:emma>
      </inkml:annotationXML>
      <inkml:traceGroup>
        <inkml:annotationXML>
          <emma:emma xmlns:emma="http://www.w3.org/2003/04/emma" version="1.0">
            <emma:interpretation id="{C30D8BC4-EBA1-4077-BC01-1E51559A899F}" emma:medium="tactile" emma:mode="ink">
              <msink:context xmlns:msink="http://schemas.microsoft.com/ink/2010/main" type="line" rotatedBoundingBox="14306,3442 10728,3467 10725,3045 14303,3019"/>
            </emma:interpretation>
          </emma:emma>
        </inkml:annotationXML>
        <inkml:traceGroup>
          <inkml:annotationXML>
            <emma:emma xmlns:emma="http://www.w3.org/2003/04/emma" version="1.0">
              <emma:interpretation id="{73305B17-19CC-4E74-B0A9-217F0550EF6C}" emma:medium="tactile" emma:mode="ink">
                <msink:context xmlns:msink="http://schemas.microsoft.com/ink/2010/main" type="inkWord" rotatedBoundingBox="12313,3435 10728,3446 10725,3045 12310,3034"/>
              </emma:interpretation>
              <emma:one-of disjunction-type="recognition" id="oneOf17">
                <emma:interpretation id="interp21" emma:lang="" emma:confidence="1">
                  <emma:literal/>
                </emma:interpretation>
              </emma:one-of>
            </emma:emma>
          </inkml:annotationXML>
          <inkml:trace contextRef="#ctx0" brushRef="#br0" timeOffset="-172403.2318">-2824 1119 35 0,'0'0'231'0,"0"0"-18"16,0 0-22-16,0 0 5 0,0 0-12 0,0 0-4 15,0 0-8-15,0 0-12 0,0 0-8 0,4 18-8 16,-4-14-7-16,3 1-6 0,-3 1-6 0,4-1 5 16,-2 3-12-16,2-1-2 0,-1 0-9 0,-1 2-9 15,0-2-10-15,-1 1-10 0,-1-1-7 0,0 1-4 16,-1 1-6-16,-1-2-3 0,-1 2-6 0,0 0-7 16,-2-1-9-16,-2 2 0 0,2-3-2 0,-3 1-3 15,0 2-5-15,-1-2-5 0,2-2 0 0,1 0 4 16,-1 0-4-16,2-1 3 0,0 1-8 0,-1-1-4 15,2 1-3-15,0-3-3 0,1 1-4 0,-1-1-3 16,2 1-10-16,2-4 3 0,-5 7-3 0,5-7 9 0,-2 6-1 16,2-6 1-16,-2 6-3 0,2-6 0 0,0 0-1 15,0 0 5-15,3 9-2 0,-3-9-1 16,5 3 4-16,-2 0-1 0,1 0-1 0,-1-2 1 16,2 1 1-16,-2 0-4 0,4 1 2 0,-1-1 1 0,-3 1 0 15,4-1 2-15,-2-1-1 0,-1 2-3 0,0-1 3 16,-1 0 0-16,0 1-4 0,-3-3 5 0,5 5-1 15,-5-5 3-15,1 4-3 0,-1-4-1 0,0 0 5 16,-4 10-4-16,4-10 5 0,-6 6 2 0,1-3 3 16,-1 0-4-16,-1 0 7 0,-1 0-1 0,-3-2-2 15,2 3-1-15,-3-3-5 0,0 1-1 0,0-2 2 16,1 1 0-16,-8 0 0 0,6-2-1 0,-3 1 1 16,-2-3 2-16,1-1-5 0,0-1 8 0,1 2-6 15,4-2 0-15,1 1-1 0,3-2 2 0,-3-1 0 16,4 3 1-16,0-2 2 0,2-2 8 0,1 2-16 15,2-2-1-15,1 0 5 0,1-1-3 0,0-1-7 16,2 2-12-16,0-4-27 0,2 0-19 0,0 0-42 0,0 0-43 16,3 0-54-16,1 0-52 0,0 1-232 0,2 1-527 15,-1-1 234-15</inkml:trace>
          <inkml:trace contextRef="#ctx0" brushRef="#br0" timeOffset="-173028.1869">-2512 1243 36 0,'-9'3'158'0,"6"-1"-18"0,-1 1-10 0,0 0-12 16,1 0-9-16,-1-1-12 0,1 2-13 0,-1-1-2 0,0 1-12 15,1-1-9-15,3-3-6 0,-5 8-7 16,1-5-5-16,3 2-5 0,1-5-7 0,-3 8 3 16,1-6-4-16,2-2-12 0,0 0-4 0,0 8 6 0,0-8-11 15,0 0-10-15,5 7 5 0,-5-7 1 0,6 3 6 16,-2-3-6-16,2 1 1 0,-6-1 0 0,8 1 0 15,-3-1 1-15,0 1 10 0,-5-1 4 0,10 1 2 16,-6-1-2-16,-4 0 1 0,8-1 6 0,-8 1-4 16,5 1 6-16,-5-1-4 0,4 1-2 0,-4-1 0 15,0 0-2-15,5 1 2 0,-5-1 0 0,0 0-1 16,0 0 6-16,0 0-5 0,0 0 2 0,0 0 6 16,0 0 6-16,0 0-1 0,0 0-1 0,-11 9 3 15,8-7-5-15,-3 0-2 0,-2 0 0 0,1 1 4 16,0 0-3-16,-2 0-6 0,1 0 0 0,1 0-2 15,-2 0-5-15,0 2 2 0,-2-4-1 0,2 2-5 16,-2 0-6-16,1-3 4 0,-1 2-10 0,2-2 9 0,0 0-6 16,-3-2-1-16,1 2 3 0,3 0 0 0,1-3-3 15,-2 0 2-15,3 3-1 0,2-4-2 16,-2-1 4-16,3 2 5 0,1-2-5 0,-1-1 13 0,3 6 6 16,0-10 0-16,0 1-1 0,2 0 3 0,1-3 0 15,-2 0-2-15,4 0 1 0,-1-3-1 0,1-3 1 16,-1 0-2-16,1-1-7 0,-1 6-2 0,1 0-1 15,-1 2-1-15,-1 4 0 0,0-1-3 0,-2 4-3 16,1-1-9-16,-2 5-24 0,2-6-22 0,-2 6-43 16,0 0-44-16,0 0-54 0,0 0-229 0,0 0-449 15,0 0 199-15</inkml:trace>
          <inkml:trace contextRef="#ctx0" brushRef="#br0" timeOffset="-174731.3253">-1725 1267 199 0,'0'0'198'0,"0"0"-15"0,0 0-15 15,0 0-5-15,0 0-10 0,0 0-6 0,5-1-11 16,-5 1-14-16,0 0-7 0,0 0-9 0,0 0 0 15,0 0-5-15,0 0 0 0,5 9-5 0,-5-9-7 16,3 4-6-16,-3-4-2 0,3 5-9 0,-3-5-5 16,0 7-5-16,2-3-9 0,-2-4-1 0,2 7-5 0,-1-3-3 15,-1-4-5-15,1 8-4 0,0-5-4 16,-1-3-4-16,1 8-2 0,-1-8-2 0,1 6 0 16,-1-6-3-16,0 7-6 0,0-7 5 0,0 0-4 0,-1 8 1 15,1-8-1-15,-4 7-4 0,2-5-1 0,2-2-3 16,-8 4 0-16,4-2-9 0,-2-1-3 0,0 1-9 15,-1-1-9-15,2 1-8 0,-2-1-8 0,1-1-10 16,0-1-3-16,-3 1-13 0,3-2-3 0,-3 1-5 16,2-1-3-16,1-1 6 0,0 1 0 0,-2 0-2 15,3 0 2-15,-1-2 5 0,1-1 14 0,2 2-1 16,3 3 1-16,-7-4 6 0,5 0 3 0,2 4 10 16,-3-7-4-16,1 4 6 0,2 3 7 0,-1-6 2 15,1 6-3-15,0 0 12 0,1-9 3 0,-1 9 10 16,4-5 2-16,-4 5 8 0,5-4 3 0,-5 4-3 15,4-3 1-15,-4 3 4 0,3-2 3 0,-3 2 5 16,0 0 5-16,6-1-4 0,-6 1 3 0,0 0-4 16,0 0-1-16,7 4 4 0,-7-4-1 0,0 0 0 0,3 4 0 15,-3-4-1-15,1 4 0 0,-1-4-3 0,0 0 1 16,-1 8-2-16,1-8-1 0,0 0-4 16,-4 9 3-16,1-5-2 0,0-1-6 0,3-3 0 0,-6 7 1 15,3-5-4-15,-1 1 1 0,-1 1-1 0,-2-1 1 16,2-1-6-16,-1 1 3 0,0 0-9 0,0-2-6 15,-1-1-10-15,1 2-13 0,-2-2 1 0,3-1 1 16,-3 1-5-16,4-1-6 0,4 1 4 0,-11-2 3 16,7-1 4-16,-1 0 1 0,2 0 7 0,-2 0-3 15,1-2 8-15,1 1 4 0,0-1 6 0,-1 2 6 16,4 3 8-16,-2-8 4 0,0 4 8 0,2 4 3 16,-3-7 1-16,3 7 2 0,-1-5-4 0,1 5-2 15,0 0-2-15,0 0 1 0,0 0 1 0,4-10-4 16,-4 10-1-16,0 0-1 0,3-2-4 0,-3 2 7 15,0 0-2-15,0 0-6 0,0 0 5 0,0 0 1 16,0 0-4-16,0 0 4 0,0 0-4 0,1 14 3 0,-1-14-2 16,0 0-2-16,-4 10-4 0,2-6 4 15,2-4-1-15,-5 5-4 0,3-1-1 0,-1 0-3 16,3-4-1-16,-7 5-6 0,4-2-6 0,-2-1-4 0,2 0-3 16,3-2 3-16,-6 3-5 0,2-1 2 0,4-2-2 15,-9 0 1-15,9 0-1 0,-6-1 4 0,6 1 2 16,-7-3-4-16,4 0 8 0,3 3 5 0,-4-4 5 15,4 4-2-15,-4-8 2 0,3 5 4 0,1 3 10 16,-2-9 7-16,2 9 2 0,2-8 8 0,-2 8 9 16,2-7 7-16,-2 7 3 0,3-8-8 0,-2 4-2 15,-1 4-4-15,2-5-6 0,-2 5-3 0,0 0-5 16,2-3 3-16,-2 3-3 0,0 0-3 0,0 0-3 16,0 0 0-16,0 0-1 0,0 0 0 0,0 0-1 15,-1 17-2-15,1-17 0 0,-3 8-1 0,1-4-7 16,-1 0 5-16,0 0 1 0,0 0 1 0,0 0-6 15,-2-1-2-15,1 1-7 0,-1 0-2 0,-1-1-8 16,1 0-8-16,-1 0 0 0,1 0-4 0,-1-3-9 0,1 2 2 16,5-2-4-16,-8 0-2 0,8 0 6 15,-9-2 2-15,9 2 0 0,-6-4 6 0,3 1 5 16,0-1 3-16,3 4 5 0,-4-6 11 0,2 2 13 0,2 4 3 16,-4-7 5-16,3 4 3 0,1 3 8 0,-2-8 1 15,2 8 5-15,-1-5-1 0,1 5-1 0,0 0-2 16,0 0-1-16,0-9-1 0,0 9-2 0,0 0-3 15,0 0 5-15,0 0 1 0,3-4 6 0,-3 4 3 16,0 0-3-16,0 0 3 0,0 0-5 0,0 0 6 16,0 0-2-16,10 9 6 0,-8-7 0 0,-2-2-1 15,4 4 0-15,-1-1 0 0,-3-3-4 0,4 6 0 16,-3-3 0-16,-1-3-2 0,3 6-3 0,-1-3 0 16,0 1-3-16,-2-4-1 0,3 8-7 0,-3-4 4 15,0-4-6-15,2 7 4 0,-2-7-5 0,1 7-4 16,0-2 1-16,1-1-1 0,-2-4-5 0,3 9 0 15,-3-5-2-15,0-4 1 0,2 8-3 0,-1-4 2 16,-1-4-2-16,0 8 5 0,0-8 0 0,-2 9-2 0,2-9-3 16,-1 7 3-16,-2-2-2 0,0-2 0 15,1 2 2-15,2-5-1 0,-5 7-6 0,2-2 4 16,-1-1 1-16,-1 3-5 0,-1-4 4 0,3 0-5 0,-3 1 6 16,1-1-5-16,-1 0 2 0,-1 0 1 0,0 0-1 15,-2-1 1-15,-1 0-5 0,-1 0 4 0,0-1-4 16,0 1 3-16,-1-2-1 0,-1 2-1 0,0-4-3 15,1 1 3-15,0-1-2 0,0 1 3 0,1-2 1 16,1-2-11-16,0-1 9 0,4 2-7 0,0-3 6 16,0 2-5-16,2-2 1 0,0 0-3 0,2-1-11 15,-1-1-10-15,2-1-10 0,1 1-4 0,0 0-25 16,2-3-16-16,0 3-33 0,-1 0-28 0,3 1-52 16,-1-1-24-16,3 2-46 0,-3-1-177 0,3 2-480 15,0 0 213-15</inkml:trace>
          <inkml:trace contextRef="#ctx0" brushRef="#br0" timeOffset="-174200.1179">-1769 1147 132 0,'1'-2'310'0,"-1"2"-15"16,4-5-10-16,-4 5-25 0,0 0-22 0,4-5-18 16,-4 5-29-16,2-2-25 0,-2 2-22 0,0 0-37 15,0 0-41-15,0 0-60 0,0 0-65 0,0 0-81 16,0 0-231-16,0 0-401 0,0 0 178 0</inkml:trace>
          <inkml:trace contextRef="#ctx0" brushRef="#br0" timeOffset="-170043.962">-1848 1159 56 0,'0'0'264'0,"0"0"-13"0,0 0-11 0,0 0-22 15,-5-1-14-15,5 1-18 0,0 0-15 0,0 0-15 16,0 0-11-16,0 0-15 0,0 0-16 0,0 0-14 15,0 0-35-15,0 0-53 0,0 0-69 0,0 0-74 16,0 0-223-16,0 0-384 0,0 0 170 0</inkml:trace>
          <inkml:trace contextRef="#ctx0" brushRef="#br0" timeOffset="-168747.2468">-2815 1104 19 0,'0'0'138'0,"0"0"-9"0,0 0-7 0,0 0-12 0,0 0-4 16,0 0-15-16,0 0 1 0,0 0-4 15,0-8 0-15,0 8-4 0,0 0-1 0,0 0-2 0,0 0-6 16,0 0 2-16,0 0-5 0,0 0 3 0,0 0-3 16,3-7-2-16,-3 7-2 0,0 0 0 0,0 0 2 15,0 0-3-15,0 0-8 0,0 0 3 0,0 0-7 16,0 0 3-16,0 0-2 0,0 0-1 0,0 0 1 15,0 0-4-15,0 0 0 0,0 0-3 0,0 0-6 16,0 0-3-16,0 18-7 0,0-18-3 0,-1 8-3 16,1-8-13-16,1 10-17 0,0-2-26 0,-1 0-32 15,0 0-25-15,2-1-29 0,0 1-36 0,-1 0-65 16,0-1-122-16,0 2-366 0,0-2 162 0</inkml:trace>
          <inkml:trace contextRef="#ctx0" brushRef="#br0" timeOffset="-168216.0393">-3279 1346 91 0,'0'0'342'0,"0"0"-11"16,0 0-3-16,0 0-11 0,-6-3-15 0,6 3-18 15,0 0-24-15,0 0-12 0,0 0-23 0,0-8-20 16,0 8-17-16,0 0-20 0,0 0-17 0,0 0-21 16,0 0-39-16,0 0-50 0,0 0-79 0,0 0-96 0,0 0-141 15,0-9-268-15,0 9-587 0,0 0 259 16</inkml:trace>
        </inkml:traceGroup>
        <inkml:traceGroup>
          <inkml:annotationXML>
            <emma:emma xmlns:emma="http://www.w3.org/2003/04/emma" version="1.0">
              <emma:interpretation id="{617FCFEF-7A22-442E-B7B4-BFA03C876B8F}" emma:medium="tactile" emma:mode="ink">
                <msink:context xmlns:msink="http://schemas.microsoft.com/ink/2010/main" type="inkWord" rotatedBoundingBox="13207,3449 12553,3454 12550,3134 13205,3129"/>
              </emma:interpretation>
              <emma:one-of disjunction-type="recognition" id="oneOf18">
                <emma:interpretation id="interp22" emma:lang="" emma:confidence="1">
                  <emma:literal/>
                </emma:interpretation>
              </emma:one-of>
            </emma:emma>
          </inkml:annotationXML>
          <inkml:trace contextRef="#ctx0" brushRef="#br0" timeOffset="-178215.4513">-857 1249 30 0,'0'0'167'0,"0"0"-23"0,-7 0-6 0,7 0-11 16,0 0-14-16,-7 2-5 0,3 0-12 0,4-2-1 15,-4 2-12-15,4-2-2 0,-3 4 3 0,0 0-5 16,3-4-2-16,-3 4-6 0,3-4-3 0,-2 5-8 15,2-5 2-15,-1 8-9 0,1-8 1 0,-3 7-10 16,3-7-4-16,2 7-2 0,-2-7-1 0,1 8-7 16,2-6-2-16,-3-2-4 0,4 7 3 0,-1-3-6 15,0-1 0-15,0 1-5 0,2-1 0 0,-1-2 2 16,-4-1-6-16,5 4 2 0,-5-4 1 0,4 2 1 0,-4-2 5 16,4 3 3-16,-4-3-2 0,0 0-2 0,0 0 1 15,0 0-3-15,0 0-3 0,0 0 0 16,0 0-4-16,-14 0-1 0,6-1 2 0,1 0-4 0,-3 0 0 15,2 0 0-15,-4-1-2 0,-1 0-3 0,1 1 3 16,1 1 0-16,0-3-2 0,2 3-2 0,2 0 2 16,1-1-3-16,0-1-1 0,1 2 3 0,5 0-2 15,-9-2 3-15,5 1-1 0,4 1-2 0,0 0 8 16,-8 0 1-16,8 0 7 0,0 0 0 0,0 0 1 16,-5 0 2-16,5 0-1 0,0 0 7 0,0 0 9 15,0 0 4-15,0 0 4 0,0 0-4 0,0 0 4 16,6 15 1-16,-4-12 1 0,1 1-4 0,0 3 5 15,0 0 3-15,0-1-6 0,-3 0 1 0,2 2-2 16,-2 1-5-16,-2 0 2 0,1 0-2 0,-3 2-5 16,-1 3-1-16,-1-5 2 0,0 2-8 0,0-3-3 15,2 1 1-15,-1-4-5 0,-1 2-14 0,0 0-12 0,2-4-23 16,-2 2-21-16,1-1-27 0,-2-2-27 0,2 1-29 16,1-3-34-16,4 0-30 0,-9 1-47 15,9-1-160-15,-10-4-438 0,6 2 194 0</inkml:trace>
          <inkml:trace contextRef="#ctx0" brushRef="#br0" timeOffset="-177996.7136">-1030 1197 220 0,'0'0'263'0,"3"-5"-17"0,-3 5-21 16,2-6-17-16,-2 6-25 0,4-4-16 0,-4 4-19 16,3-3-15-16,-3 3-35 0,0 0-33 0,0 0-45 15,0 0-52-15,0 0-67 0,0 0-71 0,0 0-110 16,0 0-302-16,0 0 134 0</inkml:trace>
          <inkml:trace contextRef="#ctx0" brushRef="#br0" timeOffset="-176699.9385">-815 1245 84 0,'0'0'137'0,"0"0"-4"16,5 1-6-16,-5-1 0 0,0 0-11 0,0 0-4 0,0 0 3 16,0 0-6-16,0 0 1 0,4 2-1 0,-4-2-1 15,0 0 3-15,0 0-1 0,0 0 2 0,0 0-6 16,0 0-2-16,0 0-16 0,0 0-6 0,0 0-7 16,0 0-8-16,0 0-9 0,-15 1-3 0,15-1-9 15,-8 0-12-15,8 0-12 0,-9-1-24 0,5 0-25 16,4 1-29-16,-9 0-42 0,5-1-50 0,4 1-207 15,-7 0-384-15,7 0 171 0</inkml:trace>
          <inkml:trace contextRef="#ctx0" brushRef="#br0" timeOffset="-177606.1145">-1178 1277 50 0,'0'0'227'15,"0"0"-11"-15,0 0-6 0,-1 7-9 0,1-7-12 16,0 0-8-16,0 8-8 0,0-8-15 0,1 7-8 15,-1-7-11-15,1 7-3 0,-1-7-10 0,1 8-6 16,-1-8-5-16,1 8-9 0,0-4-5 0,-1-4 0 16,0 8-2-16,0-8-3 0,0 7-6 0,0-7-11 15,-2 5-9-15,2-5-1 0,-3 7 9 0,1-4-9 16,0 2-2-16,2-5-3 0,-7 4-6 0,4-1-1 16,-3 0-3-16,0 1-4 0,-1-2-5 0,0 1 0 0,-1-1-6 15,0-1-13-15,-1 1 12 0,-1 1-5 16,-1-1-2-16,0-1-1 0,-1-1-2 0,1 1-2 15,0-1 9-15,-3 0-16 0,2-2-2 0,-2 1-1 0,2-1-2 16,0 0-7-16,-1-2 6 0,2 0-4 0,-1 3 2 16,4-2-5-16,-1-2-10 0,1 1-7 0,1 1-17 15,1-2-8-15,1 1-19 0,1-1-8 0,3 1-16 16,-1-4-29-16,2 0-35 0,3 1-32 0,0-2-30 16,2-1-51-16,0 2-248 0,3-2-546 0,-1-1 241 15</inkml:trace>
          <inkml:trace contextRef="#ctx0" brushRef="#br0" timeOffset="-177402.9788">-1298 1186 215 0,'0'0'244'0,"3"-4"-16"0,-3 4-17 15,0 0-17-15,0 0-17 0,0 0-12 0,0 0-11 16,0 0-10-16,-14-2-15 0,14 2-15 0,0 0-10 15,-10 3-10-15,4 0-10 0,-1-3-16 0,2 3-23 0,1-1-23 16,-2-1-38-16,0 1-53 0,6-2-53 0,-6 2-68 16,6-2-143-16,-6 2-360 0,6-2 159 0</inkml:trace>
        </inkml:traceGroup>
        <inkml:traceGroup>
          <inkml:annotationXML>
            <emma:emma xmlns:emma="http://www.w3.org/2003/04/emma" version="1.0">
              <emma:interpretation id="{CE538E79-EFE4-46FD-9E57-30C24EF0B96F}" emma:medium="tactile" emma:mode="ink">
                <msink:context xmlns:msink="http://schemas.microsoft.com/ink/2010/main" type="inkWord" rotatedBoundingBox="14306,3428 13430,3435 13427,3039 14303,3033"/>
              </emma:interpretation>
              <emma:one-of disjunction-type="recognition" id="oneOf19">
                <emma:interpretation id="interp23" emma:lang="" emma:confidence="1">
                  <emma:literal/>
                </emma:interpretation>
              </emma:one-of>
            </emma:emma>
          </inkml:annotationXML>
          <inkml:trace contextRef="#ctx0" brushRef="#br0" timeOffset="-180387.1559">25 1308 62 0,'0'0'199'0,"0"0"-5"0,0 0-2 0,0 0-16 16,0 0-11-16,0 0-18 0,0 0-7 0,0 0-13 15,0 0-9-15,0 0-9 0,1 15-9 16,-1-15-13-16,0 0-8 0,-1 7-4 0,1-7-11 0,-2 5-5 16,2-5-5-16,-4 4-3 0,4-4-8 0,-6 5-7 15,3-3-6-15,3-2-20 0,-5 3-4 0,1-2-5 16,4-1-5-16,-5 2-7 0,5-2-4 0,-6 1 1 16,6-1-5-16,0 0 1 0,-8-3 5 0,8 3-4 15,-5-4 2-15,5 4-4 0,-3-5 4 16,3 5 5-16,-3-6-1 0,3 6 5 0,-3-6 0 0,1 2 3 15,2 4-10-15,-1-7 9 0,1 7 4 0,-1-7 3 16,1 7 8-16,0 0 3 0,1-9 2 0,-1 9-4 16,2-5 5-16,-2 5-2 0,0 0-5 0,3-5 1 15,-3 5-7-15,0 0 4 0,5-1-6 0,-5 1 7 16,0 0-1-16,0 0-1 0,0 0 0 0,0 0-3 16,0 0 2-16,-1 14-2 0,1-14-1 0,-1 8 4 15,1-8 0-15,-3 8-4 0,1-4 0 0,-2 0-5 16,2-1-1-16,-1 0-7 0,-1 0 0 0,0-2 1 15,-1 1-8-15,0 1-10 0,0-1 8 0,1 0-8 16,4-2-6-16,-9 1-1 0,5-1 0 0,4 0 4 16,-9 0-3-16,5-2 8 0,4 2-5 0,-7-4 6 15,4 0-2-15,3 4 10 0,-5-4-7 0,2 0 3 16,3 4 8-16,-3-6 4 0,3 6-1 0,-3-7 6 16,3 7 4-16,-1-8 8 0,1 8 6 0,-2-7 5 15,2 7 2-15,-1-6 4 0,1 6 3 0,0 0 1 16,0-8 3-16,0 8-6 0,0 0 4 0,-1-5-5 0,1 5-5 15,0 0 1-15,0 0-4 0,0 0-4 0,0 0 3 16,0 0-4-16,0 0-3 0,0 0 1 16,0 0-5-16,0 0-3 0,0 0 5 0,0 0 1 15,0 0-8-15,0 0 3 0,0 0 5 0,0 0-2 0,0 0-4 16,-6 13 1-16,6-13-2 0,-3 7 1 0,0-3-1 16,0-1-1-16,0 1 3 0,1 1-6 0,-2-2 2 15,4-3-7-15,-5 6-2 0,2-3 1 16,0 1 0-16,-1-2-3 0,0 1 0 0,0-1 4 0,-1-1-6 15,2 1 2-15,-3-1-5 0,6-1-2 0,-10 0 6 16,5 0-6-16,-1 0 7 0,0-2-1 0,0 0-1 16,0 0 3-16,-1-1-1 0,2-1 3 0,0 0-3 15,0 1 5-15,2-1-4 0,0 1 6 0,-1-2 5 16,2 1 2-16,2 4-1 0,-4-9 10 0,3 5 2 16,1 4 5-16,-2-9 6 0,2 9 2 0,1-8 1 15,-1 8 1-15,1-8 6 0,-1 8-4 0,1-4 1 16,-1 4-8-16,0 0 2 0,0 0-1 0,0 0 0 15,1-6 0-15,-1 6-4 0,0 0 5 0,0 0-4 16,0 0-3-16,0 0 3 0,0 0-6 0,3 15 2 16,-3-15-4-16,-1 9 1 0,1-9-1 0,-3 9-4 15,1-6 2-15,-1 2-4 0,-1 1 1 0,0-2-1 16,-1 1-1-16,-2-1-1 0,0-1 0 0,1 1 3 16,-1-2-8-16,1 0 3 0,1 1-5 0,-1-2 6 15,1-1-3-15,5 0 1 0,-11 1-1 0,7-1 1 16,4 0-2-16,-7 0 4 0,7 0-1 0,-6 0-1 15,6 0 6-15,0 0 2 0,-6 0-4 0,6 0 2 16,0 0-3-16,0 0 2 0,0 0-6 0,0 0 2 16,0 0-2-16,0 0 3 0,-4 2 2 0,4-2-1 0,0 0 5 15,0 0 1-15,0 0 4 0,0 0 3 16,10 9 3-16,-8-6 0 0,-2-3 0 0,5 8-1 16,-3-7-1-16,1 2-1 0,0 2 1 0,0-2-2 15,-2 1-1-15,2 1 2 0,-1-2-3 0,1 1-4 0,-2 0 3 16,1 0 4-16,0 1-4 0,-2-5 3 0,1 8 0 15,0-3 2-15,-1-5-1 0,-1 7 0 16,1-7 6-16,-2 9 1 0,0-6 0 0,2-3 10 16,-4 8-7-16,1-4-1 0,0 0-6 0,-1-1 4 0,0-2-2 15,-1 4-5-15,-3-2-2 0,2 0 0 0,-1-1 2 16,0 1-8-16,-1-1 0 0,1 1-2 0,-1-3 0 16,-2 3 1-16,-2-1 2 0,1-1-5 0,0-1 2 15,0 0-2-15,3 0 0 0,-3-2-1 0,1-2-1 16,2 3-1-16,-3-1-1 0,1-3 2 0,2 1 2 15,0 1-3-15,0-1-4 0,2-1 2 0,-2 2 5 16,1-3-2-16,1 1-5 0,1-3-11 0,2 1-9 16,-1 1-18-16,2-1-17 0,1-1-25 0,0 2-35 15,0 0-41-15,3-2-58 0,-2 0-62 0,0 8-175 16,6-15-488-16,-3 7 216 0</inkml:trace>
          <inkml:trace contextRef="#ctx0" brushRef="#br0" timeOffset="-179715.3333">-35 1173 30 0,'5'-1'220'0,"-5"1"-5"0,0 0-10 16,0 0-8-16,0 0-14 0,0 0-9 16,0 0-22-16,0 0-5 0,0 0-11 0,0 0-10 15,0 0-11-15,-20 4-11 0,13-4-8 0,3 1-8 16,-2-1-15-16,0 1-6 0,6-1-10 0,-9 1-23 0,4-1-21 16,5 0-40-16,-7 1-56 0,7-1-70 0,-6-2-209 15,6 2-392-15,0 0 174 0</inkml:trace>
          <inkml:trace contextRef="#ctx0" brushRef="#br0" timeOffset="-179574.7054">-87 1112 150 0,'2'-7'232'16,"-2"7"-16"-16,1-7-23 0,-1 7-17 0,0-6-18 15,0 6-22-15,0 0-28 0,1-6-47 0,-1 6-52 16,0 0-59-16,0 0-63 0,0 0-100 0,-5-3-231 15,5 3 102-15</inkml:trace>
          <inkml:trace contextRef="#ctx0" brushRef="#br0" timeOffset="-179277.8713">-248 1140 62 0,'0'0'250'0,"0"0"-16"0,0 0-21 16,0 0-16-16,0 0-16 0,0 0-15 0,-20 4-14 15,14-2-17-15,-2-1-9 0,-3 2-15 0,3-1-11 16,-1 0-13-16,1 0-21 0,0-1-36 0,0 0-58 16,3-1-65-16,5 0-89 0,-8 0-120 15,8 0-326-15,-6-3 145 0</inkml:trace>
          <inkml:trace contextRef="#ctx0" brushRef="#br0" timeOffset="-180184.0522">-488 1245 239 0,'0'0'297'16,"3"-5"-9"-16,-3 5-17 0,5-5-27 0,-5 5-17 15,2-2-23-15,-2 2-18 0,3-3-24 0,-3 3-17 0,0 0-25 16,7-3-41-16,-7 3-45 0,5 0-77 15,-5 0-78-15,0 0-81 0,0 0-153 0,12 1-386 16,-12-1 171-16</inkml:trace>
          <inkml:trace contextRef="#ctx0" brushRef="#br0" timeOffset="-181887.0554">245 1246 160 0,'0'0'172'0,"0"0"-9"0,0 0-14 0,0 0-2 15,0 0-9-15,0 0-6 0,8 12-10 0,-8-12-4 16,6 5-8-16,-3-2-7 0,-1 0-6 0,2 0-8 0,-1 3-7 16,1-1-4-16,-1-1-4 0,0 0-3 15,0 1-4-15,0 0-6 0,-2-1-1 0,-1-4-7 16,4 9-5-16,-3-5 3 0,-1-4 5 0,-1 8-1 15,1-8-3-15,-2 9-4 0,0-6 0 0,-1 4-6 0,0-3-8 16,0-1-3-16,-1 0-9 0,-2 0-20 0,0 0-29 16,0-2-45-16,-3 1-51 0,3-2-41 0,-1 0-228 15,-2 1-424-15,2-2 188 0</inkml:trace>
          <inkml:trace contextRef="#ctx0" brushRef="#br0" timeOffset="-181621.4504">160 1143 95 0,'-2'-6'237'0,"2"6"-4"0,0 0-10 0,0 0-9 16,0 0-9-16,0 0-10 0,0 0-12 0,0 0-6 15,0 0-12-15,1 25 1 0,-2-17-3 0,1 1-5 16,0 1-5-16,-1-1-17 0,0 0-8 0,-1 3-14 16,1-2-14-16,-1-1-2 0,0 3-13 0,0-2-9 15,0-1-20-15,0 0-33 0,1 0-38 0,-1 1-55 16,1-2-61-16,0 0-69 0,-1-1-62 0,1-1-190 16,-1 1-487-16,0-2 215 0</inkml:trace>
        </inkml:traceGroup>
      </inkml:traceGroup>
    </inkml:traceGroup>
    <inkml:traceGroup>
      <inkml:annotationXML>
        <emma:emma xmlns:emma="http://www.w3.org/2003/04/emma" version="1.0">
          <emma:interpretation id="{1A1AE369-F223-4B7F-BFFC-09E884F6D393}" emma:medium="tactile" emma:mode="ink">
            <msink:context xmlns:msink="http://schemas.microsoft.com/ink/2010/main" type="paragraph" rotatedBoundingBox="14186,2314 10430,2342 10427,1927 14183,1899" alignmentLevel="1"/>
          </emma:interpretation>
        </emma:emma>
      </inkml:annotationXML>
      <inkml:traceGroup>
        <inkml:annotationXML>
          <emma:emma xmlns:emma="http://www.w3.org/2003/04/emma" version="1.0">
            <emma:interpretation id="{7FBEF7D7-D487-40F0-8F49-C6E5A0B6BF83}" emma:medium="tactile" emma:mode="ink">
              <msink:context xmlns:msink="http://schemas.microsoft.com/ink/2010/main" type="line" rotatedBoundingBox="14186,2314 10430,2342 10427,1927 14183,1899"/>
            </emma:interpretation>
          </emma:emma>
        </inkml:annotationXML>
        <inkml:traceGroup>
          <inkml:annotationXML>
            <emma:emma xmlns:emma="http://www.w3.org/2003/04/emma" version="1.0">
              <emma:interpretation id="{CAC5F9E8-DCE6-4ED8-80BB-74309497A0AC}" emma:medium="tactile" emma:mode="ink">
                <msink:context xmlns:msink="http://schemas.microsoft.com/ink/2010/main" type="inkWord" rotatedBoundingBox="11196,2305 10430,2311 10427,1948 11193,1942"/>
              </emma:interpretation>
            </emma:emma>
          </inkml:annotationXML>
          <inkml:trace contextRef="#ctx0" brushRef="#br0" timeOffset="-184183.8381">-2829 113 81 0,'-6'0'195'0,"6"0"-4"0,0 0-16 0,-9 1-14 16,9-1-6-16,-7 4-15 0,3-2-7 0,-2-1-8 16,3 2-13-16,-3-2-9 0,3 2-8 0,-1 0-13 15,0-1-6-15,4-2-6 0,-7 5-8 0,6-1-5 16,-2-1-4-16,3-3-17 0,-2 7 5 0,2-7-5 16,0 8 1-16,0-8-4 0,1 7-12 0,-1-7 3 15,5 7-5-15,-2-5-1 0,0 2-2 0,2-3-8 16,-1 1-1-16,1 0-1 0,0 0 2 0,1-2-2 15,-2 1-1-15,-4-1 1 0,9 0-1 0,-4 0-2 16,-5 0 0-16,7 0 0 0,-2 0 1 0,-5 0 0 16,6-1 6-16,-6 1 6 0,0 0-1 0,4 1-2 0,-4-1-2 15,0 0 2-15,0 0-2 0,0 0-2 0,0 0 0 16,0 0 4-16,0 0 0 0,-18 0 4 16,12 0-3-16,0 0 1 0,0 0 3 0,-2 1 2 0,0 1-2 15,0-2-2-15,0 0 2 0,-1 1-3 0,0-1-2 16,2 0 2-16,-2 0-1 0,3 0 1 0,-1 0-4 15,0 0 1-15,1-1-5 0,-1 1 2 0,1-3-1 16,2 2-7-16,4 1 7 0,-9-4-2 0,5 1 4 16,-1-1-5-16,2-1 3 0,2 1-1 0,-2-3 3 15,1 0 3-15,1-1 13 0,-1-1-3 0,0 0 2 16,2 0 0-16,1-5-4 0,0 2 0 0,1-1-3 16,-1 1-2-16,2-2-1 0,0 2-5 0,0 0 2 15,-1 3-2-15,1 1-6 0,-1 0-17 0,0 4-20 16,0 0-29-16,-2 4-35 0,2-5-30 0,-2 5-38 15,0 0-27-15,0 0-210 0,0 0-435 0,0 0 193 16</inkml:trace>
          <inkml:trace contextRef="#ctx0" brushRef="#br0" timeOffset="-183527.6373">-3124 45 33 0,'0'0'247'0,"0"0"-11"0,0 0-15 0,0 0-12 16,-2-5-11-16,2 5-16 0,0 0-9 0,0 0-15 15,0 0-10-15,0 0-12 0,0 0-5 0,0 0-9 16,0 0-5-16,0 0-2 0,-2 16-7 0,2-16-11 0,2 10-3 15,-1-5-8-15,0 1-8 0,1-1-8 16,-2 3-4-16,0-1-7 0,0-1-5 0,0 0-9 16,-1 1 3-16,-1 1-10 0,-1-1-1 0,2 0-8 0,-2 2 1 15,0-2-1-15,0 2-3 0,-2-3-5 0,0 2 0 16,-2 2-4-16,2-2 4 0,-3 1-6 16,1-4 2-16,1 1-3 0,0 0-4 0,0-1 0 15,-1 0-1-15,1 1 1 0,0 0-2 0,0-3-1 0,0 0-1 16,1 1-4-16,2 0 4 0,-1-1-2 0,4-3 1 15,-5 4-3-15,5-4 2 0,-4 3-4 0,4-3 3 16,0 0 0-16,-1 5 1 0,1-5-3 0,0 0-4 16,0 0 6-16,0 0-2 0,6 9 0 0,-4-6 3 15,1 0-6-15,-3-3 7 0,7 4-3 0,-4-2-5 16,1 0 4-16,0 0-1 0,-1 1 3 0,0-1-5 16,-3-2 1-16,6 4-2 0,-3-1 9 0,0-1-5 15,-3-2-1-15,5 3-2 0,-5-3 0 0,2 5 0 16,-2-5 0-16,1 5 0 0,-1-5 3 0,0 0 4 15,0 0-2-15,-3 9-1 0,3-9 0 0,-5 7 1 16,1-6-2-16,-3 3 3 0,1-2 0 0,-1 0-3 16,-2 0 1-16,1-1-5 0,-4 1 7 0,1-2 1 0,-1 2-4 15,0-2 6-15,-1-1-6 0,1-1 0 0,-5 3-2 16,6-3 4-16,-2-2-1 0,2 0-2 0,0 0 0 16,1 0 2-16,2 0 2 0,1 0-4 0,0-2 1 15,1 1 2-15,-1-2 0 0,3 0-6 0,-1 1 5 16,1-2-6-16,2 0 4 0,1 0 0 0,0 0-11 15,1 0-2-15,2 0-19 0,0-1-20 0,2 0-34 16,-1 1-40-16,3 1-40 0,-1 0-43 0,2-2-51 16,0 4-198-16,0-2-495 0,-2 2 219 0</inkml:trace>
          <inkml:trace contextRef="#ctx0" brushRef="#br0" timeOffset="-183230.7192">-3583 216 287 0,'0'0'377'0,"4"-4"-17"0,-1 1-13 0,-3 3-30 15,6-5-39-15,-4 3-33 0,1-1-18 0,-3 3-20 16,7-3-42-16,-7 3-66 0,3-1-83 0,-3 1-116 16,0 0-148-16,0 0-182 0,0 0-466 0,0 0 207 15</inkml:trace>
        </inkml:traceGroup>
        <inkml:traceGroup>
          <inkml:annotationXML>
            <emma:emma xmlns:emma="http://www.w3.org/2003/04/emma" version="1.0">
              <emma:interpretation id="{2546A655-1CE7-4D3F-B0C2-CB3C0965537D}" emma:medium="tactile" emma:mode="ink">
                <msink:context xmlns:msink="http://schemas.microsoft.com/ink/2010/main" type="inkWord" rotatedBoundingBox="12286,2311 11367,2318 11364,1920 12283,1913"/>
              </emma:interpretation>
              <emma:one-of disjunction-type="recognition" id="oneOf20">
                <emma:interpretation id="interp24" emma:lang="" emma:confidence="1">
                  <emma:literal/>
                </emma:interpretation>
              </emma:one-of>
            </emma:emma>
          </inkml:annotationXML>
          <inkml:trace contextRef="#ctx0" brushRef="#br0" timeOffset="-189495.9272">-2050-12 31 0,'3'-7'322'16,"-3"7"-20"-16,2-7-25 0,-2 7-29 0,2-6-23 15,-2 6-34-15,3-5-43 0,-3 5-60 0,0 0-92 16,0 0-115-16,0 0-167 0,0 0-308 0,0 0 137 16</inkml:trace>
          <inkml:trace contextRef="#ctx0" brushRef="#br0" timeOffset="-189949.0124">-2065 121 37 0,'0'0'187'0,"0"0"-8"0,0 0-7 0,0 0-1 0,5 11-2 15,-5-7-8-15,0-4-12 0,2 8-11 0,-2-3-9 16,0-5-12-16,0 10-7 0,0-10-8 0,-2 10-3 16,0-5-10-16,-1 1-6 0,1-1-10 0,0-1-2 15,-2 2-6-15,1-1-8 0,-2-1-6 0,0 0-2 16,0 1-6-16,0-2-7 0,-1 0-3 0,2-1-3 16,-3 0-3-16,2 0-2 0,-1-1-8 0,-2 0-3 15,2-2-10-15,0 1-11 0,0-1 0 0,6 1-11 16,-11-4-5-16,5 0 1 0,1 1-5 0,-3-2 0 15,4 1 0-15,-1-1-2 0,1 0 6 0,1 2-2 0,0-2 5 16,3 5-2-16,-1-8 5 0,1 8-2 0,1-8 1 16,-1 8 5-16,1-8-5 0,-1 8 8 0,4-6 3 15,-2 3 3-15,-2 3 3 0,6-4 4 16,-6 4 4-16,4-3 6 0,-4 3 2 0,5-2 3 0,-5 2-4 16,6-1-1-16,-6 1-3 0,0 0 2 0,7 1 7 15,-7-1 2-15,5 5 3 0,-5-5-3 0,2 4-2 16,-1 0 1-16,-1-4 0 0,0 6 0 0,0-6 2 15,0 0-3-15,-3 11 1 0,1-6-4 0,-1-1 0 16,0-1 2-16,-1 1-7 0,2 0 1 0,-5-2-6 16,1 1-3-16,1 1 2 0,-2-3-6 0,2 1-4 15,-3 0-5-15,2-2-4 0,-1 1-3 0,1-2-4 16,-3 1 4-16,3-1-8 0,0 0 11 0,-1-2-2 16,1 1 0-16,0-1 2 0,2-1 3 0,-1 1-3 15,1 0 7-15,4 3-3 0,-4-5 0 0,4 5 7 16,-4-5 3-16,4 5 6 0,-3-7 2 0,3 7 3 15,-1-4 0-15,1 4-2 0,0 0 8 0,0-7-4 0,0 7-1 16,0 0-1-16,0 0 0 0,0 0-2 0,0 0 1 16,3-5-5-16,-3 5-3 0,0 0 4 0,0 0 1 15,0 0-4-15,0 0-1 0,0 0 2 0,0 0 1 16,0 0 0-16,0 0-1 0,1 16-3 0,-1-16 1 16,0 0-8-16,-6 8-2 0,3-5-6 0,0 0 1 15,-1-1-2-15,-1 2-7 0,2-1-7 0,-3 0-4 16,0-1-3-16,1 1-5 0,0-2-3 0,2 0 5 15,3-1 1-15,-9 2-4 0,9-2 5 0,-7-2 5 16,7 2 3-16,-5-3 1 0,5 3 4 0,-4-5 2 16,2 1 5-16,2 4-2 0,-1-8 13 0,1 8 4 15,1-9 6-15,-1 9 12 0,0-8 2 0,0 8 1 16,2-8-3-16,-1 4 5 0,-1 4 5 0,0-6 1 16,0 6 0-16,0 0-5 0,1-8-2 0,-1 8-3 15,0 0 0-15,0 0-1 0,0 0-5 0,0 0-2 16,0 0 1-16,0 0-6 0,0 0-2 0,0 0-7 15,-4 19-7-15,2-15-1 0,2-4-4 0,-5 7-2 0,3-2-9 16,0-1 1-16,-2 0-12 0,1-1 0 0,-3 1-2 16,1-1-2-16,0-1-2 0,-1 1-12 15,-1-1 9-15,1-1 3 0,-1 0 6 0,1-1 5 0,6 0 9 16,-9-2-1-16,3 0 2 0,3 1 3 0,3 1 9 16,-7-4 7-16,3 2 11 0,4 2 7 0,-4-4 2 15,4 4 5-15,-3-3 5 0,3 3 12 0,0 0 3 16,-4-5 7-16,4 5 4 0,0 0 6 0,0 0-5 15,-1-6 1-15,1 6 0 0,0 0 0 0,0 0-7 16,0 0-1-16,0 0-3 0,11 0-2 0,-11 0-2 16,0 0 0-16,9 5 4 0,-6-2 3 0,0-1-3 15,0 1 3-15,0 1-7 0,1 0 2 0,-1 0-7 16,-1-1 1-16,1 1 0 0,0 0 5 0,1 4 6 16,-1-3 4-16,-1 2-9 0,0-3-2 0,0 2-1 15,1 2-6-15,-2-3-2 0,-1 1 1 0,1-1-3 16,-1-5 2-16,-1 11 4 0,-2-5-6 0,2-1 6 15,-2 2-3-15,0-1 0 0,-1 0-1 0,-2 0 3 0,0 1-5 16,0-2 2-16,0 0 0 0,-1-2-5 0,-1 1-1 16,-2 0-3-16,1-3-2 0,2 2-1 15,-5-2-4-15,0 1 4 0,0-2 0 0,0-2 7 0,1 2-12 16,-2-4-8-16,3 2 1 0,-2-1 5 0,2-4-3 16,1 3-10-16,-1-1 3 0,1-4-14 0,3 3-14 15,0-2-14-15,0-1-10 0,3 0-35 0,0 1-32 16,3-2-38-16,0 0-34 0,3-4-40 0,0 1-239 15,3-1-508-15,3-1 225 0</inkml:trace>
          <inkml:trace contextRef="#ctx0" brushRef="#br0" timeOffset="-189652.1863">-2206 18 39 0,'2'-4'307'0,"-2"4"-20"0,3-6-21 0,-3 6-24 15,6-4-20-15,-3 1-23 0,0 1-21 0,-3 2-30 16,3-6-29-16,-3 6-43 0,4-2-55 0,-4 2-64 16,5-1-76-16,-5 1-205 0,0 0-351 0,8-1 155 15</inkml:trace>
          <inkml:trace contextRef="#ctx0" brushRef="#br0" timeOffset="-191323.9408">-1727 153 15 0,'0'0'182'0,"0"0"-8"16,0 0-20-16,0 0-17 0,-10 14-11 0,9-10-8 15,-1 0-11-15,-1 1-13 0,1-1 3 16,-2 1-6-16,1 1-2 0,-1-2-3 0,0 0-3 0,0 0-3 16,1 0-4-16,-1-2 6 0,0 1-7 0,-1 0-3 15,5-3-6-15,-6 2-3 0,2-2 3 0,4 0-1 16,0 0 5-16,-11-4 2 0,7 3-8 0,1-2 9 15,0-2 1-15,-1 1-5 0,2 0-4 0,-1-1 0 16,0 1 3-16,0-2-3 0,2 1-5 0,-1 0-2 16,2 5-2-16,-4-6-2 0,4 6-13 0,-4-6 2 15,4 6-3-15,-4-2-6 0,4 2-3 0,-6 0-6 16,6 0-1-16,-8 0 0 0,8 0 1 0,-9 3-6 16,6 0-13-16,-1-1-10 0,-1 1-22 0,2 0-25 15,-1 2-42-15,0 0-47 0,1-1-67 0,0 2-82 16,1-2-147-16,-1 4-472 0,0-2 209 0</inkml:trace>
          <inkml:trace contextRef="#ctx0" brushRef="#br0" timeOffset="-191152.0722">-1880 360 80 0,'0'0'341'0,"0"0"-16"16,0 0-20-16,8-7-37 0,-8 7-19 0,0 0-27 15,2-6-21-15,-2 6-27 0,0 0-45 0,3-3-57 16,-3 3-75-16,0 0-93 0,0 0-110 0,0 0-138 16,0 0-372-16,-6-11 165 0</inkml:trace>
        </inkml:traceGroup>
        <inkml:traceGroup>
          <inkml:annotationXML>
            <emma:emma xmlns:emma="http://www.w3.org/2003/04/emma" version="1.0">
              <emma:interpretation id="{CFE9782F-56CA-4745-B197-625D6D23CE27}" emma:medium="tactile" emma:mode="ink">
                <msink:context xmlns:msink="http://schemas.microsoft.com/ink/2010/main" type="inkWord" rotatedBoundingBox="14186,2314 12446,2327 12444,1931 14183,1918"/>
              </emma:interpretation>
              <emma:one-of disjunction-type="recognition" id="oneOf21">
                <emma:interpretation id="interp25" emma:lang="" emma:confidence="1">
                  <emma:literal/>
                </emma:interpretation>
              </emma:one-of>
            </emma:emma>
          </inkml:annotationXML>
          <inkml:trace contextRef="#ctx0" brushRef="#br0" timeOffset="-199479.5949">23 0 154 0,'0'0'255'15,"0"0"-20"-15,0 0-15 0,0 0-16 0,0 0-11 0,0 0-13 16,0 0-2-16,0 0-10 0,0 0-10 0,0 0-9 15,0 0-7-15,-6 19-12 0,6-14-8 16,-1 2-9-16,1 0-11 0,-2 3-3 0,2-3-14 16,0 3-9-16,-1 2-10 0,0 1-3 0,0-2-5 0,0-1 4 15,1 3-19-15,-2-4-16 0,2 2-21 0,0-3-31 16,0 1-35-16,-2 1-63 0,0-1-71 16,1-1-71-16,-1-1-173 0,1 0-473 0,1-7 211 15</inkml:trace>
          <inkml:trace contextRef="#ctx0" brushRef="#br0" timeOffset="-199792.0704">127 126 102 0,'0'0'238'0,"0"0"-15"0,0 0-21 0,0 0-19 15,0 0-10-15,0 0-21 0,0 0-12 0,0 0-10 0,0 0-8 16,0 0-6-16,0 0-5 0,0 0-4 0,0 0-4 15,11 12-10-15,-11-12-5 0,4 2-4 0,-2 3-6 16,-2-5-8-16,4 5-3 0,-2-4-10 0,-2-1 1 16,4 5-7-16,-3-1-3 0,2 0-5 0,-3-4 0 15,4 8-12-15,-1-5 1 0,0 1-5 0,-1 0 0 16,-1 0 3-16,-1-4 3 0,2 9 3 0,-2-3 0 16,0-1-3-16,0 2 5 0,0-7-1 0,-1 11 0 15,-1-5-2-15,0-1-3 0,-1 0-1 0,0-1-7 16,-1 0-2-16,1 0-2 0,-1-1-14 0,-2 2-12 15,0-2-27-15,0-1-35 0,-1 1-55 0,-1-1-48 16,1-3-69-16,-1 1-228 0,4-2-507 0,4 2 224 16</inkml:trace>
          <inkml:trace contextRef="#ctx0" brushRef="#br0" timeOffset="-197651.6035">-35 48 219 0,'0'0'237'16,"-22"0"-20"-16,18 0-14 0,-4 0-18 0,3 0-26 15,-1 1-18-15,-1 0-11 0,1-1-20 0,-1-1-24 16,7 1-28-16,-11 0-35 0,7-1-45 0,4 1-47 16,-7-3-38-16,7 3-44 0,-6-2-86 0,6 2-256 15,-3-7 113-15</inkml:trace>
          <inkml:trace contextRef="#ctx0" brushRef="#br0" timeOffset="-198260.9253">-54 172 59 0,'0'0'216'0,"0"0"-13"15,0 0-20-15,0 0-11 0,0 0-9 0,0 0-11 16,0 0-5-16,0 0-12 0,4 17-15 0,-4-17-13 16,0 0-7-16,-4 9-8 0,4-9-8 0,-2 9-10 15,0-7-6-15,-1 1-4 0,-1 0-7 0,4-3-9 16,-8 4-1-16,4-1-7 0,0 0-9 0,0-1-6 16,-2 0-3-16,6-2-7 0,-7 2-5 0,2-2-6 15,5 0 2-15,-9 0-2 0,9 0-5 0,-7-2 2 16,7 2 1-16,-6-4 0 0,4 0-1 0,2 4-2 15,-5-5 1-15,3 2 6 0,2 3-7 0,-3-8 8 16,2 3 3-16,1 5-1 0,0-7 6 0,0 7 1 16,-2-6 4-16,2 6 7 0,2-7-4 0,-2 7 3 15,0 0 1-15,2-6 2 0,-2 6-5 0,0 0 1 16,2-5-3-16,-2 5-2 0,0 0-4 0,0 0 0 16,0 0-1-16,0 0-6 0,0 0 5 0,0 0-6 0,0 0 1 15,0 0-3-15,0 0 1 0,0 0-1 16,0 0 1-16,3 14-1 0,-3-14-2 0,0 0-2 15,-5 9 4-15,3-6-10 0,2-3-3 0,-6 5-10 16,3-1-1-16,-1-1-6 0,0 0-2 0,0 0-8 0,0 1-9 16,0-2-17-16,4-2-2 0,-11 2 0 0,7-2 4 15,4 0-3-15,-9 0 4 0,9 0-3 0,-10-2 11 16,6 2 4-16,4 0 13 0,-8-5-7 16,4 3 9-16,1-1 2 0,3 3 11 0,-7-5 7 0,5 1 9 15,2 4 9-15,-4-5 10 0,4 5 12 0,-3-7 1 16,2 3 0-16,1 4 11 0,0 0 6 0,-2-7 5 15,2 7 4-15,0 0 2 0,-1-5-6 0,1 5 2 16,0 0-13-16,0 0-1 0,0 0-8 0,0 0-1 16,0 0-4-16,0 0-2 0,0 0-4 0,0 0-2 15,0 0-1-15,0 0-3 0,0 0-2 0,10 9 2 16,-10-9-3-16,0 0-2 0,-1 11 0 0,1-11-1 16,-1 8-3-16,1-8 3 0,-3 9 1 0,1-5-5 15,-2 2 1-15,0-4-4 0,0 2-7 0,0 1-1 16,0-3-8-16,0 1-9 0,-2 1 0 0,0 0-4 15,1-2-2-15,-2-1 4 0,1 1-1 0,0-1-2 16,6-1-1-16,-9-3 3 0,3 2 0 0,0-3 1 16,1 2 2-16,0-3 3 0,-1 2-1 0,3-1 5 15,-1-1-1-15,1 0 4 0,0 2 5 0,1-2 4 16,2 5 9-16,-4-9 7 0,2 4 5 0,2 5 0 0,-1-7 7 16,1 7 7-16,0-8 3 0,0 8 1 15,0 0-1-15,0-8 2 0,0 8-3 0,0 0-5 16,0 0 1-16,4-4-2 0,-4 4-5 0,0 0-4 15,0 0-1-15,0 0-1 0,0 0-3 0,0 0 2 0,0 0-2 16,0 0 2-16,0 0-7 0,0 0-1 16,5 11 0-16,-5-11 5 0,0 0-2 0,-3 9 0 15,3-9-5-15,-4 8 5 0,-1-2-7 0,0-1 3 16,1-1-3-16,-3 1-5 0,-1 0-5 0,1-2 1 0,1 1 1 16,-1-1-1-16,-1 0 1 0,1 0 7 15,2-1-12-15,-3 0 3 0,3-2 0 0,0 2 3 16,5-2 0-16,-6 0 0 0,6 0 4 0,-7 0 1 15,7 0-3-15,0 0-1 0,0 0 1 0,-6-2 5 0,6 2 6 16,0 0-2-16,0 0 0 0,0 0 9 0,-1-5 0 16,1 5-2-16,0 0 3 0,0 0 5 0,8-5-3 15,-8 5-1-15,0 0 8 0,8-1-6 0,-8 1 1 16,6 2 0-16,-6-2 1 0,7 3-3 0,-5-1 6 16,1 1-6-16,-3-3-1 0,5 6-1 0,-3-3-2 15,-2-3-2-15,5 7 4 0,-4-2-2 0,-1-5-1 16,2 8 4-16,-1-4-7 0,-1 1 3 0,0-5-2 15,2 10 1-15,-1-5 8 0,-1-5-8 0,-1 9-2 16,1-9 5-16,-4 12-10 0,1-9 1 0,3-3-1 16,-6 9 0-16,3-4-1 0,-4 0 3 0,-1-1 2 15,-1 1 1-15,1-1-1 0,1 0-3 0,-4 0 4 16,1-1-6-16,0-1 2 0,1 0-3 0,1-1-1 16,-3 1 1-16,3-2 0 0,-2 0 5 0,1 0 8 15,0-1-14-15,0-1-1 0,2 0 2 0,-2 0-2 16,-1-1-6-16,3-1 6 0,0 0 2 0,1 0 1 15,0 0-3-15,2-1-3 0,-2 0 2 0,1-1 0 16,1 1-9-16,2-1-8 0,-1-1-16 0,3 1-26 16,0-2-29-16,0 0-26 0,0 1-43 0,1 0-65 15,1-1-65-15,0-1-197 0,1 1-520 0,-1 1 231 0</inkml:trace>
          <inkml:trace contextRef="#ctx0" brushRef="#br0" timeOffset="-197510.99">-113-16 129 0,'3'-5'205'0,"-3"5"-4"0,0 0-2 16,0 0-10-16,0 0-10 0,-1-7-17 0,1 7-13 16,0 0-20-16,0 0-13 0,0 0-26 0,-5-4-25 15,5 4-45-15,0 0-51 0,0 0-68 0,-11 4-186 16,6-2-307-16,-1 0 137 0</inkml:trace>
          <inkml:trace contextRef="#ctx0" brushRef="#br0" timeOffset="-197229.7602">-328 52 250 0,'0'0'241'0,"0"0"-11"0,0 0-17 15,0 0-18-15,0 0-24 0,0 0-16 16,0 0-8-16,-17 5-15 0,17-5-19 0,-7 0-17 0,1 0-35 16,6 0-55-16,-8-2-69 0,8 2-83 0,-7 0-155 15,7 0-324-15,-8-5 143 0</inkml:trace>
          <inkml:trace contextRef="#ctx0" brushRef="#br0" timeOffset="-195589.2491">-388 50 28 0,'0'0'81'0,"0"0"-5"0,0 0-8 16,0 0-6-16,0 0 1 0,0 0-7 0,0 0-1 15,0 0 2-15,0 0 2 0,0 0 1 0,0 0 11 16,0 0-8-16,0 0 9 0,0 0 0 0,0 0 4 15,0 0 3-15,0 0 1 0,0 0-11 0,0 0 0 16,0 0-7-16,0 0-5 0,-11-10-7 0,11 10 1 16,0 0-1-16,0 0-9 0,0 0 5 0,0 0-13 15,0 0 2-15,0 0 2 0,0 0-2 0,0 0 1 16,0 0-5-16,0 0-5 0,0 0 4 0,0 0-8 16,0 0-6-16,0 0 2 0,11-2-4 0,-11 2-12 15,7 0-32-15,-7 0-48 0,7 0-57 0,-7 0-160 16,6 0-318-16,-6 0 141 0</inkml:trace>
          <inkml:trace contextRef="#ctx0" brushRef="#br0" timeOffset="-198089.0508">-577 136 213 0,'0'0'287'0,"5"-5"-16"0,-5 5-19 16,3-6-21-16,-3 6-23 0,4-4-25 0,-4 4-31 16,2-3-45-16,-2 3-63 0,0 0-74 0,4-3-103 15,-4 3-165-15,0 0-323 0,0 0 144 0</inkml:trace>
          <inkml:trace contextRef="#ctx0" brushRef="#br0" timeOffset="-192401.9837">-804-19 64 0,'0'0'194'0,"0"0"-6"0,-1-7-10 15,1 7 2-15,0 0-9 0,0 0-6 0,0 0-5 16,0 0-6-16,0 0-4 0,0 0-5 0,0 0-7 16,0 0-7-16,0 0-6 0,0 0-8 0,0 0-13 15,0 0-7-15,0 0-5 0,0 0-7 0,0 0-3 16,0 0-2-16,0 0-6 0,0 0-9 0,-6 16-1 0,4-11-8 15,1 2-6-15,0 0-3 0,-2 1-6 16,2 0-1-16,0 3-7 0,0-2-19 0,-1 1-33 16,1-1-38-16,-1 0-74 0,2 0-88 0,-1 0-258 0,1 0-516 15,-2 0 229-15</inkml:trace>
          <inkml:trace contextRef="#ctx0" brushRef="#br0" timeOffset="-194791.4315">-820 55 24 0,'0'-5'290'16,"0"5"-10"-16,0 0-16 0,0 0-14 0,0 0-29 15,0 0-20-15,0 0-17 0,0 0-13 0,0 0-11 16,0 0-11-16,0 0-1 0,0 0-13 0,0 21-15 16,0-13-9-16,0 0-4 0,0 4-14 0,0-2-8 15,0 2-9-15,-2-2-8 0,0-1-4 0,2 1-11 0,-2 1-30 16,1 0-41-16,-2-2-54 0,0-1-77 15,2 0-79-15,-4 0-241 0,2-1-507 0,-1-2 225 0</inkml:trace>
          <inkml:trace contextRef="#ctx0" brushRef="#br0" timeOffset="-193761.2632">-989 170 104 0,'-3'1'171'0,"3"-1"-18"16,-6 3-9-16,3-2-13 0,3-1-8 0,-5 5-11 16,2-2-6-16,3-3-13 0,-6 5-9 0,3-2-10 15,3-3-4-15,-5 5-13 0,2-1-4 0,3-4-3 0,-4 7-10 16,4-3-1-16,0-4-2 0,-2 6-5 15,2-6-4-15,0 7 0 0,0-7-3 0,3 6-4 16,-2-2 0-16,-1-4-3 0,5 6-5 0,-2-3-1 0,1 0 4 16,0-1-6-16,1-1 3 0,0-1-7 0,-1 2 5 15,-4-2 0-15,9 1-1 0,-4-1-2 16,-5 0 1-16,5 1 4 0,-5-1 3 0,4 1-2 0,-4-1 1 16,0 0 1-16,0 0-4 0,0 0 0 0,0 0 1 15,0 0 2-15,0 0-4 0,0 0 2 0,-20-2-2 16,16 2-5-16,-3 0 7 0,-1-1-4 0,2 1-3 15,-1 0 0-15,2-2 2 0,-2 2-6 0,1-3 6 16,-1 2-6-16,-1-1 2 0,1-2 0 0,-1 1 0 16,1-1-3-16,-1 0 3 0,2 0-2 0,-1-1-5 15,1 1 3-15,0 0 13 0,2 0 8 0,1 1 8 16,-1-2 7-16,1 1 6 0,1 1 2 0,2 3 4 16,-4-7 2-16,4 7 2 0,-2-6 3 0,2 6-2 15,-1-5 3-15,1 5-5 0,0 0-2 0,0 0 0 16,3-9 2-16,-3 9-9 0,0 0 0 0,4-2-5 15,-4 2-3-15,0 0 2 0,0 0-2 0,0 0-6 16,0 0-2-16,5 11 3 0,-5-11-2 0,1 6-7 0,-1-6-2 16,1 6-1-16,-1-6 1 0,0 9 2 15,0-9-8-15,-4 9 1 0,1-5 1 0,0 1 3 16,0-2-8-16,0 2-2 0,-4-1 0 0,3 1 1 0,-2-3 3 16,1 2-3-16,-1-1-2 0,0-1-4 0,0 2 5 15,0-1-4-15,1-2 2 0,0 1-4 0,-1-1 1 16,6-1 1-16,-6 1 0 0,6-1 0 0,-7 0 1 15,7 0-6-15,0 0 0 0,-4 1 2 0,4-1 0 16,0 0-3-16,0 0 3 0,-4 3-2 0,4-3 3 16,0 0 0-16,0 0-2 0,0 0 0 0,0 0 3 15,0 0-3-15,4 12 2 0,-4-12 0 0,2 7-2 16,0-4 3-16,2 0-3 0,-3 2 0 0,-1-5 1 16,4 7 0-16,-2-4-1 0,-2-3 0 0,2 6 3 15,-2-6-2-15,0 8 3 0,0-8-1 0,0 0-5 16,-2 9-1-16,2-9 0 0,-5 4-2 0,3-2-1 15,2-2-2-15,-7 3 0 0,3-3-5 0,4 0 1 16,-7 0 1-16,7 0 0 0,-6-2 0 0,6 2 0 16,-7-5 1-16,4 3 1 0,0-3 1 0,1 1 3 0,-2-1-1 15,2 0 4-15,-1-1-1 0,2 1 2 16,1 5 3-16,-3-9 6 0,1 4 1 0,2 5 2 16,-1-8 9-16,-1 4-2 0,2 4-1 0,0 0-1 0,0-9-1 15,0 9-4-15,0 0-1 0,0 0-3 0,0-7 1 16,0 7 1-16,0 0-5 0,0 0 2 0,0 0 1 15,0 0-1-15,0 0-4 0,0 0 4 0,0 0-2 16,-4 16 0-16,4-16 0 0,-3 8 1 0,0-4-1 16,1 0-3-16,-3 0 0 0,1 0 1 0,-2 1-1 15,2-1-6-15,-2 0 1 0,-1-2-1 0,3 0-3 16,-3-1 1-16,1 2-3 0,1-2 5 0,-2-1-3 16,7 0 5-16,-8 0 0 0,4-3 1 0,1 1-1 15,0-2 0-15,-1 0 6 0,2 0-2 0,-1-1 4 16,0-3 0-16,2 0 1 0,1-1 0 0,0-3 3 15,3-3 0-15,-1 0-4 0,3-7 2 0,-1-2-5 16,1 0-10-16,2-3-12 0,0 2-15 0,0 2-15 16,-1 2-11-16,-1 2-25 0,0 7-36 0,-3 2-41 0,2 2-58 15,-1 2-221-15,-2 2-479 0,-1 4 213 0</inkml:trace>
          <inkml:trace contextRef="#ctx0" brushRef="#br0" timeOffset="-193542.4555">-1143 29 184 0,'0'0'204'0,"-17"0"-17"0,17 0-20 15,-10 3-11-15,5 0-24 0,-1-2-28 0,-1 1-37 16,0 1-39-16,0-1-61 0,1-1-74 0,-2 0-75 16,1 2-197-16,-1-2 88 0</inkml:trace>
          <inkml:trace contextRef="#ctx0" brushRef="#br0" timeOffset="-193230.0403">-1562 112 124 0,'0'0'261'0,"0"0"-13"0,0 0-20 15,0 0-13-15,0 0-11 0,0 0-12 0,10 9-15 0,-7-6-11 16,0-1-8-16,4 1-12 0,-2 1 1 0,1 1-8 15,0-1-6-15,-1 2-5 0,2-1-5 0,-3 1-16 16,1-1-8-16,-1 1-8 0,-2-1-4 0,-1 0-9 16,-2 3-10-16,1-3 0 0,0-5-13 0,-6 11 2 15,0-5-8-15,0 0-6 0,-1-1-22 0,-1 1-24 16,1-2-30-16,-3 2-46 0,3-2-76 0,3-2-85 16,-2 1-277-16,2-3-561 0,4 0 248 0</inkml:trace>
        </inkml:traceGroup>
      </inkml:traceGroup>
    </inkml:traceGroup>
    <inkml:traceGroup>
      <inkml:annotationXML>
        <emma:emma xmlns:emma="http://www.w3.org/2003/04/emma" version="1.0">
          <emma:interpretation id="{146B3A6F-F9E6-4B80-A716-DFD08721E815}" emma:medium="tactile" emma:mode="ink">
            <msink:context xmlns:msink="http://schemas.microsoft.com/ink/2010/main" type="paragraph" rotatedBoundingBox="9415,1110 6936,1288 6898,752 9376,574" alignmentLevel="2"/>
          </emma:interpretation>
        </emma:emma>
      </inkml:annotationXML>
      <inkml:traceGroup>
        <inkml:annotationXML>
          <emma:emma xmlns:emma="http://www.w3.org/2003/04/emma" version="1.0">
            <emma:interpretation id="{BFA827A4-8F7A-48B1-A4BA-EC577924B55C}" emma:medium="tactile" emma:mode="ink">
              <msink:context xmlns:msink="http://schemas.microsoft.com/ink/2010/main" type="line" rotatedBoundingBox="9415,1110 6936,1288 6898,752 9376,574"/>
            </emma:interpretation>
          </emma:emma>
        </inkml:annotationXML>
        <inkml:traceGroup>
          <inkml:annotationXML>
            <emma:emma xmlns:emma="http://www.w3.org/2003/04/emma" version="1.0">
              <emma:interpretation id="{54E8BCE6-1E59-4307-8937-43F244F4260E}" emma:medium="tactile" emma:mode="ink">
                <msink:context xmlns:msink="http://schemas.microsoft.com/ink/2010/main" type="inkWord" rotatedBoundingBox="9415,1110 6936,1288 6898,752 9376,574"/>
              </emma:interpretation>
              <emma:one-of disjunction-type="recognition" id="oneOf22">
                <emma:interpretation id="interp26" emma:lang="" emma:confidence="1">
                  <emma:literal/>
                </emma:interpretation>
              </emma:one-of>
            </emma:emma>
          </inkml:annotationXML>
          <inkml:trace contextRef="#ctx0" brushRef="#br1" timeOffset="-254342.2291">-4620-1167 211 0,'0'0'278'0,"0"0"-7"16,-6-2-11-16,6 2-13 0,0 0-5 0,0 0-13 15,-1 6-13-15,1-6-6 0,1 10-9 0,-1-10-10 16,-1 12-6-16,1-2-12 0,0-2-4 0,0 4-1 16,-2 0-19-16,0 1-4 0,0 1-15 0,0 1-14 15,2-1 6-15,-1 1-21 0,1-1-17 0,-2 5 10 16,2-4-22-16,-2 6-14 0,0-3-3 0,0-5-26 16,1-3-42-16,-1 4-56 0,0-5-66 0,-1-2-80 15,2 1-122-15,-2-1-270 0,1-2-656 0,-1-2 290 16</inkml:trace>
          <inkml:trace contextRef="#ctx0" brushRef="#br1" timeOffset="-253529.7869">-4788-1054 70 0,'4'3'284'0,"-1"-1"-13"15,1 1-15-15,-1 2-10 0,3-1-3 0,-2 3-23 16,-1-2-12-16,2 3-10 0,-2-2 1 16,0 1-22-16,1 0-13 0,-1 1-14 0,0 0-4 0,0 0-11 15,-3-1-6-15,2 0-15 0,0 1-4 0,-3-1-1 16,1 1-4-16,-1 0-9 0,1-2-4 0,-2 1-9 15,-1-2-10-15,0-1 0 0,0 0-1 0,-1-2-7 16,-1 3-12-16,-1-1-2 0,1 1-4 0,-1-2-5 16,0-1-4-16,0 0-4 0,-2-2-8 0,1 0 3 15,-1-1-8-15,0-1-1 0,-3-1-4 0,-1-1-2 16,0-2-4-16,-1 0 6 0,2-1-16 0,-2 1-20 16,3-2 0-16,0 0-2 0,-1 0-1 0,4 1-2 15,2 0-1-15,0 0 3 0,2-2-3 0,0 2-3 16,1-2 3-16,1 1 0 0,2-2 6 0,0 1-4 15,1-1 7-15,2-2 1 0,1 1-2 0,1 1 1 16,-1 0 5-16,3 0 5 0,-1 0-3 0,-2 4 1 16,3 0-1-16,0-2 3 0,-2 3 4 0,2 0-6 0,-2 2 1 15,0 0 0-15,-2 1 7 0,2 2-6 0,-6 0 4 16,9 0 2-16,-9 0 6 0,7 2-5 16,-4 1 3-16,-3-3 6 0,4 6-1 0,-2-1 0 15,-2-1 5-15,1 2-9 0,-1-6 2 0,-1 12-3 0,-1-4 5 16,-1-1-3-16,-2 0 0 0,0 1 2 0,-1 0 2 15,-2 1-3-15,2-3-1 0,-2 2 0 0,-1-1-1 16,0 1-1-16,0-2 3 0,0 0-2 0,-1-1 2 16,2-2-1-16,-2 1-2 0,0-1-6 0,0-2 9 15,-2 0-4-15,1-2-5 0,0 0-4 0,-2-1-5 16,1-2-2-16,-1-1 2 0,0 2 2 0,2-4-5 16,-4-1 4-16,4-1-2 0,2 3 4 0,0-2 11 15,0 0-13-15,1 0 0 0,0-1 4 0,3 3 6 16,0-2-5-16,0 1 5 0,1 0 1 0,0 0 5 15,2 1 18-15,-1 0 15 0,0 3 5 0,3 3 11 16,-1-8-5-16,1 8 8 0,-2-7 9 0,2 7-8 16,0 0 0-16,-1-6-4 0,1 6-7 0,0 0-6 15,0 0-8-15,0 0 2 0,0 0-7 0,0 0-11 0,0 0 11 16,0 0-3-16,7 13 2 0,-3-6-10 16,-1 0-2-16,1 2 2 0,0 2-2 0,0-1-2 15,-1 0 4-15,-1 0 2 0,-1-1 1 0,0 0 0 0,-1 4-2 16,-2-3 1-16,-1 1-1 0,-3 0-3 0,-3 0 0 15,0-1 10-15,-4 2-13 0,-1-1 1 0,0 0-15 16,3-5-24-16,-1 0-35 0,0-3-37 16,0 1-43-16,1-2-54 0,1 1-54 0,1-5-80 0,-2-1-340 15,1-1-723-15,0-2 320 0</inkml:trace>
          <inkml:trace contextRef="#ctx0" brushRef="#br1" timeOffset="-253232.9341">-5371-1300 270 0,'0'0'306'0,"0"-6"-18"0,0 6-21 16,0 0-16-16,0 0-19 0,0 0-12 0,0 0-6 15,0 0-6-15,-6 21-9 0,4-9-5 0,0 3-14 16,0-1 1-16,-1 7-1 0,-1 0-11 0,2 1-6 16,-2 0-14-16,-1-1-12 0,2 1-9 0,-1 0-10 15,-2-1-22-15,2 0-6 0,-1 0-4 0,0-4-29 16,1-2-47-16,-1-1-63 0,1-2-66 0,-2 1-65 0,-1-3-85 16,-1 1-359-16,1-2-681 0,0 1 301 0</inkml:trace>
          <inkml:trace contextRef="#ctx0" brushRef="#br1" timeOffset="-252404.8708">-5654-975 247 0,'0'0'232'16,"0"0"-19"-16,0 0-11 0,0 0-16 0,0 0-18 0,-9 0-13 15,9 0-16-15,0 0-15 0,-8 0-11 16,8 0-12-16,-8-2-10 0,8 2-10 0,-5-2-7 16,5 2-10-16,-7-4-1 0,4 3-5 0,0-3-8 0,-2 1-5 15,2-1-4-15,-2 0-5 0,2 1 2 0,1-2-8 16,2 5-2-16,-4-7-4 0,4 7-3 0,-2-10-2 16,2 5 0-16,0 5-5 0,2-9-1 0,-2 9-2 15,2-8 0-15,0 4-1 0,1 0-2 0,-1 0-1 16,2 2 2-16,-4 2 0 0,7-5 2 0,-3 4 6 15,-1-2 4-15,-3 3 1 0,8-3 8 0,-5 3 3 16,-3 0 10-16,11 2-2 0,-7-2-1 0,1 1-2 16,-1 2 3-16,0-1 14 0,1 2 4 0,-1-1-4 15,-1 1-1-15,-1 0-2 0,2 1 0 0,-1 1-8 16,-1-2 5-16,-1 2 1 0,1 0 1 0,-2-1-6 16,0-5 3-16,1 10-8 0,-2-5-4 0,1-5 6 15,-2 10-2-15,1-5 0 0,-1-1-3 0,-2 2 3 16,1-1-4-16,-2-1 1 0,-1 2-2 0,0-1 4 0,0 0-3 15,-2-1 8-15,-1 0-9 0,-2 1-2 0,0 0-2 16,0-2 0-16,-2 1 0 0,-3-1-1 16,-1 2-4-16,5-4 2 0,-5 1 2 0,-1-1-6 15,2-1-3-15,-1 0 3 0,-1-1-11 0,0-1 14 0,1 1-12 16,4 1-1-16,-4-3-5 0,4 0 2 0,-3-1-6 16,4 2-2-16,-1-3 5 0,1 1-6 0,1-1 2 15,1 0-3-15,1-2 4 0,3 3-4 0,0-1 2 16,0 0-4-16,2-1 1 0,1 0 2 0,0 0-4 15,2-1-4-15,1-1-13 0,1 1-7 0,2-1-21 16,1-4-24-16,1 2-33 0,2-1-32 0,-1 0-35 16,1 2-38-16,0-3-42 0,6 0-44 0,-5 3-261 15,1 0-603-15,1 0 267 0</inkml:trace>
          <inkml:trace contextRef="#ctx0" brushRef="#br1" timeOffset="-252170.471">-5737-1264 92 0,'2'-4'400'0,"1"-1"-6"0,-1 2 3 0,1-1-14 0,-1-1-18 15,2 4-28-15,-4 1-30 0,4-6-30 0,-2 2-26 16,-2 4-25-16,0 0-32 0,3-5-52 0,-3 5-59 15,0 0-88-15,0 0-90 0,0 0-102 0,0 0-123 16,0 0-219-16,-18 9-583 0,8-3 258 0</inkml:trace>
          <inkml:trace contextRef="#ctx0" brushRef="#br1" timeOffset="-250967.4516">-6411-946 149 0,'0'0'179'0,"-3"6"-11"0,1-3-3 0,0 3-12 15,1 0-10-15,1-6-11 0,-1 11-18 16,1-5-5-16,0-6-11 0,1 11-5 0,0-7-3 16,1 0-12-16,1 0-1 0,0 0 4 0,0 0-4 0,2-3-1 15,-2 1 3-15,1-1-2 0,1 1-1 0,-1-1-6 16,3-1-3-16,-7 0-8 0,13-3-3 15,-8 2-1-15,1-2-6 0,-2 0-1 0,2 0-5 0,-1-2-3 16,1 0-1-16,-3-1-8 0,1 0-1 0,-1 1 1 16,0 0-1-16,-1-1-3 0,1-1-1 0,-2 1-1 15,1 2 8-15,-2 4-1 0,0-9 4 0,0 9 5 16,0-9 5-16,0 9-2 0,-3-8-4 0,0 6-3 16,3 2-2-16,-7-3-5 0,1 2 6 0,-1 0-4 15,-1 1 6-15,-3 0-7 0,-1 1 6 0,1 1-9 16,0-1-3-16,-1 1 3 0,0-1-2 0,-1 2-6 15,3 0 2-15,-1-2 0 0,1 1 0 0,-2 0-4 16,2-1 1-16,-2 2 2 0,1-1-10 0,0-1 4 16,1 0-2-16,-2 1-3 0,1-2 1 0,0 2 2 15,0-2-7-15,1 1 6 0,1-1-1 0,1 0-1 16,1-1 0-16,-1 2 1 0,1-2 6 0,1-2 5 16,0 3 10-16,6 0 3 0,-7-2 7 0,7 2 2 15,-5-1 17-15,5 1-16 0,-6-2 8 0,6 2-2 0,-4-3-2 16,4 3 1-16,-5-1 0 0,5 1-2 0,0 0-8 15,0 0 6-15,-5-1-11 0,5 1-1 16,0 0-6-16,0 0-2 0,0 0-1 0,0 0-3 0,0 0-7 16,0 0 1-16,0 0 2 0,0 0 1 0,0 0-9 15,0 0 12-15,8 12-1 0,-8-12-1 0,6 7-3 16,-4-3 8-16,1 1-11 0,1-1 0 0,0 3 3 16,0-1-3-16,0 0-2 0,-1 1 7 0,0-3 1 15,0 3 5-15,0-1-8 0,-1-1 6 0,0 3-4 16,-1-1 1-16,-1-1 4 0,2 1-4 0,-2 1 4 15,0 1 0-15,0-1-1 0,0 0 3 0,-1-3-1 16,1-5-1-16,-2 15 0 0,1-9 4 0,-2 0 1 16,-1 2-2-16,-1-1-1 0,-1-1 2 0,-1 0-10 15,-2 2 2-15,1 0-2 0,-2-2-1 0,-1 1-2 16,0-2 1-16,-1 0-2 0,-4 1 0 0,4-3-2 16,-3 3-3-16,-2-2 1 0,3-1-1 0,-2 1 2 15,-3 0-3-15,0-1 0 0,-1-3-5 0,0 0 3 0,-1-4-3 16,-1 2 3-16,2-1-1 0,-1-3-1 0,2 1 0 15,1-2-3-15,1-2-1 0,1 0 3 0,2-3 0 16,1 0-3-16,3 1 2 0,3 0-1 0,-1-6 1 16,4 5-3-16,0 0-1 0,1-1-2 0,1 1 2 15,0-2-19-15,2 2-17 0,0-3-9 0,1 2-25 16,0 1-19-16,2 0-31 0,0 3-24 0,2-3-29 16,0 1-34-16,1 2-27 0,-1 0-31 0,-1 2-38 15,4-1-43-15,-2 1-258 0,-1 2-656 0,0-1 291 16</inkml:trace>
          <inkml:trace contextRef="#ctx0" brushRef="#br1" timeOffset="-250748.7425">-6879-1071 341 0,'6'-4'440'0,"-1"-2"4"0,0 2-19 16,-1-1-25-16,1-1-32 0,-2 3-33 0,-1 0-33 16,-2 3-32-16,5-6-30 0,-5 6-51 0,2-5-63 15,-2 5-95-15,0 0-98 0,0 0-109 0,0 0-119 0,0 0-268 16,0 0-609-16,0 0 270 0</inkml:trace>
        </inkml:traceGroup>
      </inkml:traceGroup>
    </inkml:traceGroup>
  </inkml:traceGroup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0-03-09T14:00:27.397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Group>
    <inkml:annotationXML>
      <emma:emma xmlns:emma="http://www.w3.org/2003/04/emma" version="1.0">
        <emma:interpretation id="{22FCC8A8-B7EC-4651-B4CE-75B25AE91663}" emma:medium="tactile" emma:mode="ink">
          <msink:context xmlns:msink="http://schemas.microsoft.com/ink/2010/main" type="writingRegion" rotatedBoundingBox="4565,3948 5392,3948 5392,4435 4565,4435"/>
        </emma:interpretation>
      </emma:emma>
    </inkml:annotationXML>
    <inkml:traceGroup>
      <inkml:annotationXML>
        <emma:emma xmlns:emma="http://www.w3.org/2003/04/emma" version="1.0">
          <emma:interpretation id="{F47FFA49-921A-4632-A5D0-B5061BFFE5F8}" emma:medium="tactile" emma:mode="ink">
            <msink:context xmlns:msink="http://schemas.microsoft.com/ink/2010/main" type="paragraph" rotatedBoundingBox="4565,3948 5392,3948 5392,4435 4565,443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A1C1CD88-EFC0-44BA-8BE6-9BB5A76D2A14}" emma:medium="tactile" emma:mode="ink">
              <msink:context xmlns:msink="http://schemas.microsoft.com/ink/2010/main" type="line" rotatedBoundingBox="4565,3948 5392,3948 5392,4435 4565,4435"/>
            </emma:interpretation>
          </emma:emma>
        </inkml:annotationXML>
        <inkml:traceGroup>
          <inkml:annotationXML>
            <emma:emma xmlns:emma="http://www.w3.org/2003/04/emma" version="1.0">
              <emma:interpretation id="{092BE6C8-4EFB-4D89-8B49-78D2167281EB}" emma:medium="tactile" emma:mode="ink">
                <msink:context xmlns:msink="http://schemas.microsoft.com/ink/2010/main" type="inkWord" rotatedBoundingBox="5133,3948 5392,3948 5392,4151 5133,4151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-8623 1998 157 0,'0'0'218'0,"3"-3"-9"0,-3 3-11 16,0 0-12-16,0 0-14 0,0 0-11 0,0 0-10 16,0 0-7-16,0 0-2 0,0 0-7 0,0 0-9 15,0 0-5-15,-12 15-6 0,8-8-7 0,-1 1-7 16,-2 1-6-16,-2 1-2 0,-1 0-19 0,-2 3-2 16,0-1-8-16,-4 2-7 0,-1 0-4 0,0-2-7 15,1 0-4-15,0 2-11 0,3-5-17 0,0 1-13 0,2-1-20 16,2-3-22-16,2-2-37 0,0 1-48 15,1-2-55-15,2 0-56 0,-1-2-164 0,5-1-435 16,-5 3 193-16</inkml:trace>
          <inkml:trace contextRef="#ctx0" brushRef="#br0" timeOffset="187.4977">-8758 2049 146 0,'0'0'197'16,"0"0"-15"-16,-11 10-12 0,6-6-12 0,-1-1-17 0,0 3-12 15,-1-2-14-15,0 2-13 0,-3 1-29 16,-2 2-43-16,2-4-60 0,-1 3-105 0,-1-2-78 16,1 1-231-16,-2-3 102 0</inkml:trace>
        </inkml:traceGroup>
        <inkml:traceGroup>
          <inkml:annotationXML>
            <emma:emma xmlns:emma="http://www.w3.org/2003/04/emma" version="1.0">
              <emma:interpretation id="{E45C6DB6-896E-4521-BF7F-006D1B5EAC27}" emma:medium="tactile" emma:mode="ink">
                <msink:context xmlns:msink="http://schemas.microsoft.com/ink/2010/main" type="inkWord" rotatedBoundingBox="4565,4353 4798,4353 4798,4435 4565,4435"/>
              </emma:interpretation>
              <emma:one-of disjunction-type="recognition" id="oneOf1">
                <emma:interpretation id="interp1" emma:lang="" emma:confidence="1">
                  <emma:literal/>
                </emma:interpretation>
              </emma:one-of>
            </emma:emma>
          </inkml:annotationXML>
          <inkml:trace contextRef="#ctx0" brushRef="#br0" timeOffset="3640.3583">-9235 2439 108 0,'0'0'151'16,"0"0"-6"-16,0 0-5 0,0 0-7 0,0 0-9 15,0 0-8-15,0 0-2 0,0 0-5 0,0 0-13 16,0 0-3-16,0 0-4 0,0 0-7 0,0 0-3 0,0 0-3 16,0 0-2-16,0 0-2 0,0 0-7 0,0 0-3 15,0 0-5-15,0 0-2 0,0 0-1 0,0 0-5 16,0 0-1-16,0 0-4 0,0 0-3 0,0 0-4 16,0 0-2-16,0 0-1 0,0 0-3 0,0 0 0 15,-3-5-9-15,3 5 1 0,0 0-5 0,0 0-4 16,0 0-4-16,1-10-4 0,-1 10-13 0,0 0-20 15,3-5-18-15,-3 5-18 0,6-5-27 0,-4 2-42 16,1 1-43-16,-3 2-158 0,7-6-361 0,-5 3 159 16</inkml:trace>
          <inkml:trace contextRef="#ctx0" brushRef="#br0" timeOffset="1093.6761">-9242 2446 28 0,'-2'5'135'0,"2"-5"5"0,0 0-11 0,0 0-1 15,0 0-4-15,0 0 1 0,0 0-8 0,0 0-2 16,0 0 2-16,0 0-1 0,0 0-1 0,0 0 5 15,0 0-5-15,0 0 2 0,0 0-6 0,0 0 8 16,0 0-9-16,0 0-1 0,0 0 1 0,0 0-5 0,0 0-2 16,0 0-3-16,0 0-8 0,0 0-9 0,0 0-11 15,0 0-8-15,0 0-6 0,0 0-10 0,0 0-13 16,0 0-16-16,6-15-25 0,-6 15-21 0,3-5-15 16,-3 5-22-16,2-6-33 0,-2 6-22 0,5-7-24 15,-3 3-12-15,1 1-34 0,-1-1-185 0,2 1-403 16,-4 3 179-16</inkml:trace>
          <inkml:trace contextRef="#ctx0" brushRef="#br0" timeOffset="4172.5737">-9444 2482 394 0,'0'0'381'0,"0"0"-15"0,0 0-9 0,9-11-13 0,-9 11-23 16,2-6-18-16,-2 6-19 0,2-4-28 0,-2 4-25 15,0 0-28-15,3-5-18 0,-3 5-34 0,0 0-45 16,0 0-54-16,0 0-87 0,0 0-107 0,0 0-158 15,0 0-277-15,-12 11-623 0,5-4 276 0</inkml:trace>
        </inkml:traceGroup>
      </inkml:traceGroup>
    </inkml:traceGroup>
  </inkml:traceGroup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0-03-09T14:01:04.176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-1-3 30 0,'0'0'103'0,"0"0"6"0,0 0-9 15,0 0 6-15,0 0-7 0,0 0 4 0,0 0-1 0,0 0-1 16,-3 4-8-16,3-4-6 0,0 0-3 16,0 0-3-16,0 0-1 0,0 0-7 0,0 0 2 15,0 0-1-15,0 0-3 0,0 0-1 0,0 0 5 0,0 0 2 16,0 0 5-16,0 0-1 0,0 0 1 0,0 0 1 16,0 0 0-16,0 0-7 0,0 0-1 0,0 0-9 15,0 0-2-15,0 0-6 0,0 0-3 0,0 0-9 16,0 0-3-16,0 0-2 0,0 0-8 0,0 0-2 15,0 0 0-15,0 0-5 0,0 0-3 0,0 0-12 16,0 0-20-16,0 0-30 0,0 0-47 0,0 0-54 16,14-1-69-16,-14 1-191 0,5-1-434 0,-5 1 192 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0-03-09T14:02:35.624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Group>
    <inkml:annotationXML>
      <emma:emma xmlns:emma="http://www.w3.org/2003/04/emma" version="1.0">
        <emma:interpretation id="{ABBFF9A5-328D-42F0-8C7F-330CFD4B6787}" emma:medium="tactile" emma:mode="ink">
          <msink:context xmlns:msink="http://schemas.microsoft.com/ink/2010/main" type="writingRegion" rotatedBoundingBox="3439,6616 3681,6616 3681,6668 3439,6668"/>
        </emma:interpretation>
      </emma:emma>
    </inkml:annotationXML>
    <inkml:traceGroup>
      <inkml:annotationXML>
        <emma:emma xmlns:emma="http://www.w3.org/2003/04/emma" version="1.0">
          <emma:interpretation id="{0CFB5AFD-BD34-4564-8371-37F3107C2720}" emma:medium="tactile" emma:mode="ink">
            <msink:context xmlns:msink="http://schemas.microsoft.com/ink/2010/main" type="paragraph" rotatedBoundingBox="3439,6616 3681,6616 3681,6668 3439,6668" alignmentLevel="1"/>
          </emma:interpretation>
        </emma:emma>
      </inkml:annotationXML>
      <inkml:traceGroup>
        <inkml:annotationXML>
          <emma:emma xmlns:emma="http://www.w3.org/2003/04/emma" version="1.0">
            <emma:interpretation id="{A73A30AB-81BC-43D6-95EF-0437BDBDBA53}" emma:medium="tactile" emma:mode="ink">
              <msink:context xmlns:msink="http://schemas.microsoft.com/ink/2010/main" type="line" rotatedBoundingBox="3439,6616 3681,6616 3681,6668 3439,6668"/>
            </emma:interpretation>
          </emma:emma>
        </inkml:annotationXML>
        <inkml:traceGroup>
          <inkml:annotationXML>
            <emma:emma xmlns:emma="http://www.w3.org/2003/04/emma" version="1.0">
              <emma:interpretation id="{76BB10DB-1662-45F6-86FA-FFA36509381D}" emma:medium="tactile" emma:mode="ink">
                <msink:context xmlns:msink="http://schemas.microsoft.com/ink/2010/main" type="inkWord" rotatedBoundingBox="3439,6616 3681,6616 3681,6668 3439,6668"/>
              </emma:interpretation>
              <emma:one-of disjunction-type="recognition" id="oneOf0">
                <emma:interpretation id="interp0" emma:lang="" emma:confidence="1">
                  <emma:literal>-</emma:literal>
                </emma:interpretation>
                <emma:interpretation id="interp1" emma:lang="" emma:confidence="0">
                  <emma:literal>.</emma:literal>
                </emma:interpretation>
                <emma:interpretation id="interp2" emma:lang="" emma:confidence="0">
                  <emma:literal>_</emma:literal>
                </emma:interpretation>
                <emma:interpretation id="interp3" emma:lang="" emma:confidence="0">
                  <emma:literal>,</emma:literal>
                </emma:interpretation>
                <emma:interpretation id="interp4" emma:lang="" emma:confidence="0">
                  <emma:literal>/</emma:literal>
                </emma:interpretation>
              </emma:one-of>
            </emma:emma>
          </inkml:annotationXML>
          <inkml:trace contextRef="#ctx0" brushRef="#br0">79 0 2 0,'0'0'162'16,"0"0"-13"-16,0 0-8 0,0 0-4 0,0 0-13 0,0 0-14 16,0 0-12-16,-11 7-8 0,11-7-5 0,0 0-12 15,-10-1-14-15,4 3 0 0,-1-2-17 0,-1-1-28 16,1 2-28-16,0-2-58 0,-2 0-139 0,3 1-226 15,-2 0 100-15</inkml:trace>
          <inkml:trace contextRef="#ctx0" brushRef="#br0" timeOffset="640.5931">-163-39 291 0,'0'0'350'16,"0"0"-8"-16,0 0-22 0,0 0-8 0,0 0-20 0,11 1-21 15,-11-1-28-15,4-1-21 0,-4 1-26 0,3-5-22 16,-3 5-15-16,0 0-36 0,0 0-44 0,0 0-69 15,0 0-83-15,0 0-94 0,0 0-357 0,0 0-568 16,0 0 251-16</inkml:trace>
        </inkml:traceGroup>
      </inkml:traceGroup>
    </inkml:traceGroup>
  </inkml:traceGroup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0-03-09T14:05:25.426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Group>
    <inkml:annotationXML>
      <emma:emma xmlns:emma="http://www.w3.org/2003/04/emma" version="1.0">
        <emma:interpretation id="{4DD99895-13E6-4CC5-A7AB-0EE63357C63E}" emma:medium="tactile" emma:mode="ink">
          <msink:context xmlns:msink="http://schemas.microsoft.com/ink/2010/main" type="writingRegion" rotatedBoundingBox="14357,10247 4759,10225 4766,7307 14364,7329"/>
        </emma:interpretation>
      </emma:emma>
    </inkml:annotationXML>
    <inkml:traceGroup>
      <inkml:annotationXML>
        <emma:emma xmlns:emma="http://www.w3.org/2003/04/emma" version="1.0">
          <emma:interpretation id="{88244049-1DF8-4C4B-B5B5-C55D217A6ED8}" emma:medium="tactile" emma:mode="ink">
            <msink:context xmlns:msink="http://schemas.microsoft.com/ink/2010/main" type="paragraph" rotatedBoundingBox="14358,10238 4759,10237 4760,8662 14359,8663" alignmentLevel="1"/>
          </emma:interpretation>
        </emma:emma>
      </inkml:annotationXML>
      <inkml:traceGroup>
        <inkml:annotationXML>
          <emma:emma xmlns:emma="http://www.w3.org/2003/04/emma" version="1.0">
            <emma:interpretation id="{5F113288-3B7D-475F-938E-74FDB06C7494}" emma:medium="tactile" emma:mode="ink">
              <msink:context xmlns:msink="http://schemas.microsoft.com/ink/2010/main" type="line" rotatedBoundingBox="14358,10238 4759,10237 4760,9595 14359,9596"/>
            </emma:interpretation>
          </emma:emma>
        </inkml:annotationXML>
        <inkml:traceGroup>
          <inkml:annotationXML>
            <emma:emma xmlns:emma="http://www.w3.org/2003/04/emma" version="1.0">
              <emma:interpretation id="{812E1209-3F2E-49D3-91C7-AAD89A598297}" emma:medium="tactile" emma:mode="ink">
                <msink:context xmlns:msink="http://schemas.microsoft.com/ink/2010/main" type="inkWord" rotatedBoundingBox="14358,10234 12654,10233 12655,9782 14359,9783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-260 2215 37 0,'4'-3'184'15,"-1"0"-13"-15,0 0-20 0,-3 3-6 0,8-3-17 16,-5 2-10-16,1-1-12 0,-4 2-8 0,5-1-8 16,-5 1-10-16,0 0-4 0,7 1 1 0,-7-1-1 15,4 2 2-15,-4-2-1 0,4 4-1 0,-4-4-11 16,2 3-4-16,-2-3-6 0,2 7 0 0,-2-7-7 16,1 5-3-16,-1-5-6 0,0 0 1 0,-4 8 0 0,4-8-4 15,-3 4 1-15,3-4-6 0,-6 3-1 0,3-3-4 16,3 0-2-16,-9 3-3 0,4-1 0 15,-2-1-1-15,1 1-3 0,-1-2 1 0,0 0-4 16,-1 1 4-16,0-1-4 0,0 3-2 0,1-3-2 0,0 2 6 16,1-1-4-16,0 1 2 0,6-2-1 0,-8 0 2 15,3 1-1-15,5-1 0 0,-4 3 1 0,4-3 4 16,-5 4 11-16,3-1 2 0,2-3 13 0,-2 7-1 16,2-1 5-16,0-6 2 0,0 12 0 0,0-5 1 15,1 2 2-15,1-1 5 0,-1 1-8 0,0-2 3 16,1 3-9-16,0-1-9 0,-1-2 3 0,-1 2-2 15,2 1 0-15,-2-1-12 0,0-2 3 0,-2 2-11 16,2 0-9-16,-1-1-25 0,-1-2-33 0,0 1-40 16,0-2-48-16,0 1-55 0,2-6-53 0,-3 4-223 15,3-4-506-15,-4 5 224 0</inkml:trace>
          <inkml:trace contextRef="#ctx0" brushRef="#br0" timeOffset="-468.7116">-130 2248 70 0,'0'0'229'0,"0"0"-9"0,0 0-6 16,0 0-11-16,0 0-14 0,0 0-20 15,0 0-15-15,13 8-5 0,-9-5-6 0,-1 0-14 16,-1 0-8-16,3 1-4 0,-3 0-15 0,1 0-7 0,1 2-8 15,-1-2-9-15,-1 1-3 0,0-1-3 0,0 1-8 16,-2-5-4-16,1 9-8 0,1-5-3 0,-2-4-4 16,0 0-5-16,-4 11-2 0,2-7-5 0,-3-1-15 15,1 1-33-15,-2-1-40 0,-1 0-52 0,0-1-60 16,0-1-53-16,-2 1-189 0,2-2-443 0,0 0 197 16</inkml:trace>
          <inkml:trace contextRef="#ctx0" brushRef="#br0" timeOffset="-1140.5243">73 2170 185 0,'0'0'237'0,"0"0"-13"0,0 0-11 0,0 0-14 16,0 0-7-16,0 0-12 0,0 0-8 0,6 18-12 16,-6-12-8-16,2 2-2 0,-2-3-6 0,1 3-11 15,-1 1-14-15,0-1-6 0,-1 1-9 0,0 0-9 16,0-2-11-16,1 1-6 0,-1 1-8 0,0 0-17 15,0-3-26-15,0 0-42 0,1-6-50 0,-2 9-63 16,1-5-59-16,1-4-262 0,-1 5-485 0,1-5 215 16</inkml:trace>
          <inkml:trace contextRef="#ctx0" brushRef="#br0" timeOffset="-781.1939">200 2075 61 0,'0'0'165'16,"0"0"1"-16,0 0-10 0,0 0-9 0,0 0 2 0,0 0-11 15,0 0-5-15,0 0-7 0,0 0-4 0,0 0-7 16,0 0-8-16,-13 8-7 0,13-8-6 0,-4 1-7 15,4-1-8-15,-8 3-2 0,8-3-3 16,-8-2-1-16,3 2-7 0,-1 0 1 0,6 0-10 0,-8-1 1 16,1 0 2-16,1-1-3 0,1 1-2 0,1-2-4 15,-1 1 5-15,0-1-7 0,1 0-1 0,4 3 0 16,-6-5-3-16,3 3 0 0,3 2-4 0,-6-3-6 16,6 3-4-16,0 0-3 0,-3-4-8 0,3 4 0 15,0 0-18-15,0 0-12 0,-8 4-27 0,8-4-28 16,-6 5-35-16,3 1-36 0,-2-1-22 0,0 0-37 15,0 2-207-15,0-1-434 0,-4 3 192 0</inkml:trace>
          <inkml:trace contextRef="#ctx0" brushRef="#br0" timeOffset="2921.6632">-1273 2273 166 0,'0'0'189'0,"-8"0"-15"15,8 0-11-15,-8 0-8 0,3 2-14 0,3 0-11 16,2-2-9-16,-11 3-12 0,8 0-9 0,-1-2-10 0,0 2-9 16,1-1-6-16,3-2-7 0,-7 4-9 15,5-1-6-15,-1 1-5 0,3-4-7 0,-4 5-1 0,4-5-3 16,-3 6-2-16,3-2-5 0,0-4-4 0,0 0 0 15,-2 7-2-15,2-7 0 0,0 0 2 0,6 6 2 16,-3-5 7-16,1 3 2 0,0-2 0 0,1 0 5 16,0-1 3-16,-1 2 1 0,2 0 3 0,0 0 1 15,-1 1 1-15,-2-3-6 0,1 1-2 0,-4-2-3 16,5 6 2-16,-4-3-4 0,-1-3-1 0,0 5-1 16,0-5-1-16,0 0 2 0,-5 12-1 0,1-9 8 15,0 2-5-15,-4-1-2 0,1 1 9 0,-1-3-15 16,-1 2 1-16,-2 1 1 0,-1-3-4 0,1 0 1 15,0 0-7-15,0-1 2 0,0-1-4 0,-1 0-5 16,1-1 0-16,-1-1 2 0,1-1-3 0,0-1-4 16,0 0-1-16,3-1 2 0,0-1 3 0,0 2-8 15,3-2-1-15,-1-1-11 0,2 0-9 0,1 0-5 16,2-1-8-16,1 1-19 0,1 0-24 0,1-1-50 16,3 1-42-16,1-4-43 0,3 3-277 0,0 0-521 15,-2-2 230-15</inkml:trace>
          <inkml:trace contextRef="#ctx0" brushRef="#br0" timeOffset="2202.9584">-1113 2283 90 0,'0'0'241'0,"0"0"-15"0,-1 7-2 16,1-7-8-16,-1 6-11 0,1-6-8 0,0 9-10 15,0-2-14-15,0 1-4 0,-2-1-17 0,-2 2-5 16,4 0-5-16,-2-1-5 0,-1 2 3 0,-1-1-25 16,-2 2-13-16,1-1-6 0,0-2-8 0,-1-1-7 15,-1 2-10-15,1-3-6 0,-1 0-9 0,0 0-4 0,-3 0-19 16,3-3-20-16,-1 0-23 0,2-1-28 16,-2-1-37-16,3 1-49 0,-1-2-46 0,6 0-38 15,-7-5-56-15,5 1-158 0,0-1-457 0,2 5 203 16</inkml:trace>
          <inkml:trace contextRef="#ctx0" brushRef="#br0" timeOffset="2437.3191">-1051 2185 41 0,'0'0'189'0,"0"0"-11"15,0 0-18-15,0 0-8 0,0 0-7 0,-18 3-10 16,13-3-4-16,0 2-1 0,-1-2-12 0,-1 0-9 16,7 0 2-16,-10 0-10 0,5-2-1 0,5 2-3 15,-8-2-6-15,5 1-7 0,3 1-10 0,-4-5-4 16,2 1-8-16,2 4-4 0,-2-7-11 0,2 7-4 16,1-11-11-16,-1 11-21 0,0-9-24 0,0 9-30 15,0 0-29-15,2-9-46 0,-1 4-40 0,-1 5-187 16,0 0-372-16,0 0 164 0</inkml:trace>
          <inkml:trace contextRef="#ctx0" brushRef="#br0" timeOffset="1688.3745">-912 2272 130 0,'0'0'246'16,"3"-3"-18"-16,-3 3-21 0,0 0-18 0,0 0-16 16,0 0-15-16,0 0-17 0,6 10-11 0,-6-10-12 15,1 8-13-15,-1-4-10 0,0-4-9 0,-1 8-9 0,1-8-6 16,-3 9-9-16,0-4-5 0,1-1-6 0,0 1-2 15,-1-2-10-15,-2 0-2 0,1 1-6 0,-1-1 3 16,1-1-7-16,-2-1-3 0,-1 0-3 16,0 0-2-16,2-1 1 0,0 1-4 0,5-1-1 0,-9-2-3 15,9 2 3-15,-7-1 0 0,7 1-2 0,-9-1 8 16,9 1 6-16,-4-2 3 0,4 2 4 0,0 0 5 16,-3-4 4-16,3 4-1 0,0 0-1 0,0 0 0 15,-4-3-7-15,4 3 6 0,0 0-10 0,0 0-1 16,0 0-4-16,0 0-2 0,0 0 0 0,0 0-2 15,7 18 1-15,-7-14-8 0,1 0 2 0,-1 4 0 16,0-1 1-16,0 1 2 0,0-1-7 0,-1 1-1 16,-1 0 3-16,1 0-5 0,-1 1-2 0,-2-2 5 15,1 0-6-15,-2 0-6 0,1-1 0 0,0-1-25 16,-2 1-16-16,-1-1-16 0,0-1-25 0,0 0-25 16,-1 0-17-16,2-1-20 0,0-2-21 0,6-1-28 15,-10 0-29-15,6 0-157 0,4 0-409 0,0 0 181 16</inkml:trace>
          <inkml:trace contextRef="#ctx0" brushRef="#br0" timeOffset="1906.1276">-890 2151 129 0,'1'-5'315'0,"1"1"-13"16,1 0-21-16,-3 4-25 0,4-7-31 0,-4 7-19 16,2-6-21-16,-2 6-22 0,4-2-26 0,-4 2-39 15,4-2-49-15,-4 2-56 0,0 0-62 0,0 0-70 16,0 0-217-16,-7 14-385 0,3-8 171 0</inkml:trace>
          <inkml:trace contextRef="#ctx0" brushRef="#br0" timeOffset="1249.9068">-792 2166 143 0,'0'0'218'0,"0"0"-5"16,-1-8-7-16,1 8-6 0,0 0-3 0,1-5-7 15,-1 5-7-15,0 0-5 0,0 0-12 0,1-5-5 16,-1 5-16-16,0 0-11 0,0 0-16 0,0 0-8 16,0 0-8-16,0 0-7 0,0 0 20 0,0 0-26 15,1 22-8-15,0-14-6 0,-2 0-11 0,0 2-6 16,1 3-2-16,0-1-6 0,1 0-2 0,-2-1-7 15,1 1-3-15,0-3-20 0,0 3-19 0,0 0-22 16,0-3-43-16,-2 0-52 0,1-1-66 0,0 0-70 16,-2-2-221-16,0 1-514 0,0-1 228 0</inkml:trace>
          <inkml:trace contextRef="#ctx0" brushRef="#br0" timeOffset="921.802">-635 2506 157 0,'0'0'359'16,"0"0"-11"-16,0 0-21 0,0 0-30 0,10-12-30 15,-10 12-26-15,5-6-22 0,-2 4-32 0,-3 2-46 16,4-3-50-16,-4 3-65 0,3-4-62 0,-3 4-80 0,5-4-90 16,-5 4-178-16,0 0-416 0,0 0 184 15</inkml:trace>
          <inkml:trace contextRef="#ctx0" brushRef="#br0" timeOffset="749.9397">-534 2435 190 0,'0'0'216'0,"0"0"-11"16,0 0-15-16,0 0-12 0,0 0-17 0,0 0-12 15,-18 0-16-15,18 0-12 0,-10-1-15 0,4 1-8 16,6 0-21-16,-11 0-23 0,7 0-36 0,4 0-52 16,0 0-43-16,-12 0-65 0,8-2-133 0,4 2-295 15,-10 0 130-15</inkml:trace>
          <inkml:trace contextRef="#ctx0" brushRef="#br0" timeOffset="546.8419">-521 2194 14 0,'0'0'241'15,"2"-4"-7"-15,-2 4-10 0,0 0-17 0,0 0-12 16,0 0-17-16,4 12-15 0,-4-12-18 0,1 6-9 0,1-2-13 16,-2-4-15-16,1 9-13 0,0-3-4 0,-1 0-10 15,0 2-6-15,0-2-7 0,0 0-6 0,0-6-6 16,-3 9-8-16,1-5-5 0,0 1 1 0,-2-1-1 15,0 0-7-15,-1-2-6 0,-1 1-3 0,-1 0-4 16,0-3 2-16,0 0-2 0,1 0-4 0,6 0 4 16,-11 0-6-16,7-2-6 0,4 2-2 0,-9-2 2 15,6 0 0-15,3 2-2 0,-6-1 2 0,6 1 7 16,-6-3 6-16,6 3 2 0,-5-3 4 0,5 3 6 16,0 0-1-16,0 0 1 0,-6-1-3 0,6 1-3 15,0 0 3-15,0 0-3 0,0 0 0 0,0 0 1 16,0 10 5-16,0-10-9 0,0 0-6 0,4 15 10 15,-2-10-9-15,-2 3-3 0,2 0-3 0,-1 0 1 16,-1 1-1-16,-1 0-5 0,-1 0 3 0,0 1 3 16,-1 1-1-16,-2-1-4 0,-1 0-2 0,-3-1 0 15,2 0 2-15,-2-2-12 0,1-1-11 0,1 0-18 16,0-2-22-16,1 1-32 0,1-2-37 0,-1 2-37 16,6-5-52-16,-7 3-53 0,4-3-194 0,3 0-494 0,0 0 218 15</inkml:trace>
        </inkml:traceGroup>
        <inkml:traceGroup>
          <inkml:annotationXML>
            <emma:emma xmlns:emma="http://www.w3.org/2003/04/emma" version="1.0">
              <emma:interpretation id="{7C98AE4F-A274-4608-858F-B6EB8AB5A263}" emma:medium="tactile" emma:mode="ink">
                <msink:context xmlns:msink="http://schemas.microsoft.com/ink/2010/main" type="inkWord" rotatedBoundingBox="12527,10238 10629,10237 10630,9726 12528,9727"/>
              </emma:interpretation>
              <emma:one-of disjunction-type="recognition" id="oneOf1">
                <emma:interpretation id="interp1" emma:lang="" emma:confidence="1">
                  <emma:literal/>
                </emma:interpretation>
              </emma:one-of>
            </emma:emma>
          </inkml:annotationXML>
          <inkml:trace contextRef="#ctx0" brushRef="#br0" timeOffset="9514.9293">-1651 2301 135 0,'0'0'160'0,"0"0"3"0,0 0-3 0,0 0 4 16,0 0-3-16,0 0-6 0,0 0-3 0,0 0-3 15,0 0-9-15,0 0-7 0,0 0-9 0,0 0-7 16,0 0-16-16,0 0-5 0,0 0-8 0,0 0-11 16,0 0-7-16,0 0-5 0,-9-2-7 0,9 2-4 15,-8 1-6-15,8-1-4 0,-7 2-6 0,3-1-5 0,4-1-1 16,-6 1-2-16,6-1-4 0,-8 1-3 16,4-1-1-16,4 0-2 0,0 0-4 0,0 0 0 15,-7-2-3-15,7 2-6 0,-5-4-3 0,5 4-1 0,-3-3-6 16,3 3-3-16,0 0-5 0,0-6-2 0,0 6 1 15,0 0-5-15,3-9 1 0,-3 9-1 0,6-6 1 16,-3 3 3-16,0 0-1 0,1 0-3 0,1 2 8 16,-1-2 0-16,2 0-2 0,-6 3 2 0,7-3 2 15,-3 1 1-15,1 1 1 0,-5 1-1 0,5-5 0 16,-2 5 2-16,-3 0 3 0,7 0 5 0,-7 0 0 16,5 2-1-16,0 0 2 0,-5-2 3 0,2 4 4 15,-2-4 3-15,4 5 0 0,-4-5 7 0,0 8-1 16,0-2 6-16,-1 0 3 0,-1 2 6 0,-1 1 0 15,-2-2 2-15,1-1 2 0,-6 5 1 0,1-2-7 16,0 0-1-16,1 0-2 0,-4-2-3 0,4 1-7 0,-2 1-19 16,-2-2-29-16,2-1-39 0,0 0-55 0,2-2-66 15,-1 1-79-15,-2-1-152 0,0 0-454 0,1 0 201 16</inkml:trace>
          <inkml:trace contextRef="#ctx0" brushRef="#br0" timeOffset="5468.3483">-2417 2230 109 0,'10'-11'251'0,"-10"11"-20"15,6-5-15-15,-4 0-13 0,1 3-14 0,0-1-13 16,-3 3-13-16,7-4-18 0,-4 3-10 0,-3 1-15 16,6-5-11-16,-6 5-14 0,3 0-7 0,-3 0-12 15,0 0-5-15,6 0-10 0,-6 0-3 0,5 3-7 0,-5-3-5 16,4 6-10-16,-4-6-14 0,2 6-13 0,0-1 0 15,0-1-12-15,-1 1-2 0,2 0-5 0,-2-1-6 16,1 0-7-16,-1 1-1 0,1-1 0 0,1 1-5 16,-1-1 0-16,-2-4 4 0,2 8 2 0,1-5 4 15,-3-3 1-15,3 6-1 0,-3-6 9 0,1 4-4 16,-1-4 6-16,0 0-4 0,2 5 2 0,-2-5 6 16,0 0-3-16,0 0-1 0,0 0 4 0,0 0 4 15,0 0-2-15,-6 5 4 0,6-5 4 0,-7 0-2 16,7 0-1-16,-9 0 5 0,5 2 5 0,-3-2-4 15,1 0 16-15,-1 0-2 0,-1 1 3 0,1 1 4 16,-3 0 1-16,1 2 4 0,-2-1-1 0,-1 2 7 16,1-1 3-16,0 1 0 0,1 1-3 0,-1 0 1 0,0 2-2 15,1-3-4-15,1 2 3 0,2-1 4 16,1 0-3-16,1 1 2 0,2 0-3 0,-2-1-1 16,3 0 0-16,0 0-5 0,-1 2-2 0,5-2 4 0,-1 0-4 15,3 1-2-15,0 0-1 0,2-1-3 0,1-1-5 16,4-2-4-16,0 3-20 0,0-5-23 0,0 3-40 15,2-4-31-15,4-2-52 0,0-1-62 0,-6 0-260 16,1-2-511-16,0-1 226 0</inkml:trace>
          <inkml:trace contextRef="#ctx0" brushRef="#br0" timeOffset="5702.7214">-2356 2048 201 0,'3'-7'369'16,"-2"2"-13"-16,2 1-21 0,0-3-10 0,2 0-33 0,-2 4-17 16,0-1-26-16,-1 1-22 0,-2 3-28 0,5-5-21 15,-2 3-24-15,-3 2-43 0,0 0-49 0,6-2-59 16,-6 2-73-16,0 0-77 0,6 5-75 0,-4-1-262 15,1-1-522-15,0 1 231 0</inkml:trace>
          <inkml:trace contextRef="#ctx0" brushRef="#br0" timeOffset="4937.1376">-1916 2150 215 0,'0'0'201'15,"0"0"-15"-15,0 0-14 0,0 0-9 0,0 0-14 16,-17-2-16-16,10 2-10 0,1 0-15 0,-1 0-9 15,-1 0-4-15,1-1-12 0,-1 1-8 0,0-1-8 16,1 1-3-16,2-3-5 0,0 3-4 0,1-2 1 16,4 2-11-16,-8-5 6 0,6 3-6 0,2 2-5 15,-2-8 4-15,2 8-2 0,0-10-5 0,0 10-3 0,3-8-4 16,-2 4 1-16,-1 4-5 0,2-9-6 16,-1 6-17-16,-1 3-27 0,0 0-45 0,2-7-48 15,-2 7-57-15,0 0-188 0,0 0-391 0,-9-2 174 0</inkml:trace>
          <inkml:trace contextRef="#ctx0" brushRef="#br0" timeOffset="10717.9627">-1887 2262 203 0,'0'0'199'0,"0"0"-16"0,0 0-5 0,0 0-6 0,0 0-3 15,0 0-9-15,0 0-7 0,0 0-13 16,0 0-8-16,0 0-11 0,0 0-6 0,0 0-9 0,0 0-9 16,0 0-10-16,0 0-6 0,0 0-12 0,-2 18-5 15,2-18-4-15,-3 7-7 0,3-7-5 0,-4 5-2 16,2-1-8-16,2-4-4 0,-5 6-3 0,2-4-3 16,0 1-6-16,-2-2-3 0,5-1-7 0,-7 4-5 15,4-3-7-15,3-1-7 0,-9 1-3 0,9-1-2 16,-8-2-5-16,4 1 1 0,4 1 1 0,-7-4 4 15,4 2-4-15,3 2 6 0,-6-6-3 0,3 3 2 16,3 3 4-16,-3-7 1 0,3 7 6 0,-1-8 2 0,1 8 3 16,-3-5 7-16,3 5 1 0,0 0 0 15,1-8 1-15,-1 8-7 0,0 0 5 0,2-8-1 16,-2 8 0-16,0 0-2 0,1-6-1 0,-1 6 0 0,0 0-6 16,0 0 0-16,0 0 1 0,0 0 0 0,0 0-3 15,0 0 4-15,0 0-2 0,0 0 0 0,0 0-1 16,0 0 3-16,-6 14-5 0,6-14 4 0,-4 7-2 15,1-4 0-15,-1-1 0 0,0 1-3 0,1 1 1 16,3-4 0-16,-8 5-1 0,5-5-8 0,-1 3-2 16,4-3-2-16,-7 3 1 0,7-3-1 0,-6 1-1 15,6-1 0-15,0 0-2 0,-8-3 2 0,8 3-2 16,-5-4 7-16,5 4-1 0,-3-4-8 0,3 4 11 0,-4-5 1 16,4 5 3-16,-3-6 8 0,3 6-1 15,-1-6 8-15,1 6 3 0,-1-6 4 0,1 6 0 16,0 0 1-16,-1-6-1 0,1 6 4 0,0 0 0 0,0-8 1 15,0 8 1-15,0 0 2 0,0 0-4 0,0 0 1 16,2-7 1-16,-2 7-5 0,0 0-2 0,0 0 0 16,0 0-5-16,0 0-1 0,0 0 0 0,0 0 2 15,0 0 2-15,0 0-5 0,0 0 2 0,0 0 1 16,0 0-3-16,0 0 3 0,1 17-3 0,-1-17-2 16,-2 8-3-16,2-8 0 0,-1 8-1 0,1-8-2 15,-3 6-1-15,0-2 7 0,1 0-4 0,-1 0 0 16,3-4 0-16,-6 5 2 0,0-2-6 0,2-1 4 15,-2 1-1-15,1 0-2 0,-1-1 2 0,-1 0-1 16,3 0 1-16,-4-2-2 0,2 0-7 0,-2 2 2 16,0-2-2-16,1 0-4 0,-1-2-5 0,-1 2-3 15,2-1-3-15,0 0-6 0,2 1 4 0,-1-2 1 0,2 0-3 16,-1-1 7-16,5 3-3 0,-6-6 3 0,3 4 2 16,3 2-1-16,-4-5 3 0,4 5-1 0,-2-4 3 15,2 4 2-15,0 0 1 0,0 0-2 0,0 0 0 16,5-11 5-16,-5 11-1 0,4-2 2 0,0 0-1 15,-4 2 7-15,7-3 0 0,-4 2 7 0,-3 1-2 16,7-1 5-16,-7 1 2 0,7 0 3 0,-7 0 2 16,7 1 7-16,-4 2 3 0,-3-3 8 0,6 5 3 15,-3-1-1-15,1 0-5 0,-4 0 3 0,1 2 2 16,-1-6 1-16,-1 13-5 0,1-7-1 0,-3 2-2 16,-2-2-2-16,0 1-5 0,0 1 0 0,-4-1-3 15,3-1-9-15,-1-1-15 0,0 2-21 0,-1 0-18 0,1-2-29 16,2 0-38-16,-1-1-39 0,1-3-51 0,2 2-37 15,-1-1-219-15,4-2-490 0,-6 3 217 16</inkml:trace>
          <inkml:trace contextRef="#ctx0" brushRef="#br0" timeOffset="12108.4864">-2699 2259 149 0,'0'-8'219'0,"2"1"-4"0,0-4-7 0,1-1-13 16,-1 2-19-16,0 1-15 0,2-5-13 0,0 3-10 15,-2 3-16-15,2 0-13 0,0 1-9 0,-1 0-13 16,-2 3-8-16,2-1-15 0,-2 1-22 0,1-2-25 15,-2 6-36-15,0 0-34 0,3-5-20 0,-3 5-23 0,0 0-30 16,0 0-35-16,0 0-123 0,0 0-307 0,0 0 136 16</inkml:trace>
          <inkml:trace contextRef="#ctx0" brushRef="#br0" timeOffset="11921.0017">-2699 2281 94 0,'5'-4'170'0,"-2"1"-7"0,0 0-10 0,3-2-15 15,-3 2-6-15,1 0-11 0,0-1-6 0,0 1-8 0,-1 1-11 16,1-1 0-16,1 0-6 0,-5 3-10 0,6-3 4 16,-2 3-10-16,-4 0-3 0,6-1-5 0,-6 1-2 15,6 0-5-15,-6 0-2 0,7 3-6 0,-4-2-1 16,-3-1 5-16,4 6-2 0,-1-4-5 0,0 1-7 16,-3-3 0-16,4 6-6 0,-2-3 0 0,0 1-3 15,-2-4 6-15,0 8-1 0,0-8 1 0,0 8 5 16,0-8-1-16,-3 8-1 0,-1-3 2 0,0-3-2 15,-3 3 0-15,-1-2-1 0,-3 0-1 0,-1-2-3 16,0 2-5-16,-1-2-2 0,0 0-3 0,0-1-2 0,1 2 1 16,1-1-5-16,0-1-5 0,2 0 0 15,2 0-14-15,1 0-15 0,6 0-25 0,-7 0-32 16,7 0-47-16,-6-1-29 0,6 1-44 0,0 0-48 0,0 0-148 16,0 0-418-16,0 0 186 0</inkml:trace>
          <inkml:trace contextRef="#ctx0" brushRef="#br0" timeOffset="14030.2465">-3408 2280 157 0,'0'0'174'0,"0"0"-13"0,0 0-12 0,0 0-9 16,0 16-14-16,0-16-9 0,-2 5-15 0,2-5-8 15,-3 7-5-15,0-3-14 0,2 0-4 0,1-4-4 16,-4 7-4-16,2-4-6 0,2-3-6 0,-5 7-4 16,3-4-5-16,-2-2-4 0,0 1-7 0,4-2 0 15,-9 2-4-15,5-1-4 0,-1 0-3 0,5-1 4 16,-11-1-1-16,6-1-9 0,-1-1 1 0,2 0 0 0,-1 1-3 16,1-3 3-16,-1 0 14 0,3 0 11 0,0-1 3 15,0-1 10-15,2-1 5 0,-1 1 4 0,2-2 5 16,1 1-9-16,1-4 1 0,1-1-4 15,0-1-6-15,1 1-1 0,-2 2-3 0,2-1-7 0,-1 0-1 16,1 0-7-16,-2 5 1 0,-1-1-7 0,1 1 2 16,-1 2-6-16,-1 1-4 0,-1 4-8 0,2-8-15 15,-2 8-23-15,1-4-19 0,-1 4-21 0,0 0-35 16,0 0-20-16,0 0-28 0,0 0-64 0,0 0-152 16,-6 21-399-16,5-13 177 0</inkml:trace>
          <inkml:trace contextRef="#ctx0" brushRef="#br0" timeOffset="13436.5363">-2904 2510 98 0,'0'0'367'16,"0"0"-29"-16,11-8-35 0,-11 8-30 0,4-4-31 16,-4 4-47-16,2-4-57 0,-2 4-81 0,0 0-92 0,0 0-112 15,1-6-159-15,-1 6-330 0,0 0 147 0</inkml:trace>
          <inkml:trace contextRef="#ctx0" brushRef="#br0" timeOffset="13202.1572">-2763 2299 17 0,'-5'1'150'0,"5"-1"-8"15,-8 1-12-15,4-1-15 0,4 0-6 0,-8-2-13 16,8 2-9-16,-8-1-7 0,3-1-7 0,2 1 0 15,-1-2-6-15,4 3 4 0,-8-5 2 0,7 1 10 0,-2 0 3 16,3 4-1-16,-3-8-3 0,0 5 2 0,3 3-3 16,-1-8-1-16,1 8 2 0,-2-7 1 0,2 7-1 15,0-6-2-15,0 6-3 0,0 0-6 0,-1-8-6 16,1 8-2-16,0 0-6 0,0 0-7 0,-1-6-2 16,1 6-9-16,0 0-6 0,0 0-2 0,0 0 0 15,0 0-4-15,0 0-2 0,0 0-1 0,0 0-1 16,0 0-4-16,0 0-10 0,0 0 7 0,0 0-1 15,0 0 0-15,0 0 1 0,0 0-7 0,0 21 2 16,-1-16 0-16,-3-1-1 0,4-4-1 0,-3 8 1 16,0-3-3-16,0-1 0 0,-1 0-2 0,-1 1-1 15,0-2-3-15,2 1 1 0,-3-1-5 0,3-2-4 16,-2 2-4-16,-1-1-3 0,-1-2-6 0,0 0-3 0,1 0 2 16,1 0-3-16,5 0-1 0,-10-1-1 15,5 0 2-15,5 1-2 0,-7-4 0 0,3 1 8 16,4 3-4-16,-4-5 7 0,3 1-3 0,1 4-2 0,-2-8 3 15,2 8 2-15,0-8 2 0,0 0 0 0,0 8-1 16,4-12 8-16,-3 6 0 0,1 0 0 0,0 0-2 16,0 2 1-16,-2 4 1 0,2-8 2 0,-2 3 2 15,0 5 1-15,3-7 2 0,-3 7-2 0,0-4 4 16,0 4-5-16,0 0 1 0,0 0 1 0,0 0-2 16,-6-5 4-16,6 5-4 0,-10 0 4 0,10 0-4 15,-10 2 2-15,5 0 3 0,-2-1-4 0,-1 1 3 16,2 0-4-16,-1 1 2 0,-1 1-3 0,1-1 3 15,1-1-2-15,0 0-3 0,2-1 1 0,0 2-4 16,0-2-3-16,4-1 1 0,-6 5-6 0,4-3-1 16,2-2-3-16,0 0-9 0,-1 7 1 0,1-7-13 15,0 0 9-15,4 6 1 0,-4-6 6 0,4 8-1 0,0-5 4 16,0-1-12-16,-4-2 17 0,7 2 6 0,-3 0-5 16,1-1 5-16,-5-1-3 0,6 3 5 15,1-1 2-15,-4 0 0 0,-3-2 0 0,6 3 9 0,-2-2 0 16,-4-1 4-16,5 3 0 0,-5-3-2 0,0 0 8 15,0 0 0-15,0 0 2 0,0 0 2 0,0 0 2 16,-12 8-5-16,7-7 1 0,-3 1 0 0,2-1-1 16,-2 0 3-16,0 2-2 0,0-1-1 0,-2-1 0 15,-1 2-4-15,0 0 1 0,1 0-3 0,2 0-8 16,1 0 10-16,-1 0-5 0,0 0 2 0,3 0 0 16,0-1-3-16,1 0 2 0,2 0-2 0,2-2 2 15,-5 6-1-15,2-4-1 0,3-2-3 0,0 0 4 16,0 0 0-16,3 10 3 0,-3-10-2 0,4 4-6 0,-1-2 2 15,1 1 9-15,0 0-1 0,1 0 3 16,0-1 7-16,0 2 2 0,1-1-1 0,-2-1 2 16,1 0-3-16,-1 0 1 0,0 1 1 0,-1 0-3 0,1-1-1 15,-4-2 3-15,4 4 1 0,-4-4 0 0,1 3-2 16,-1-3 7-16,0 0 2 0,-5 9 4 0,5-9-2 16,-7 6 4-16,2-5-3 0,-1 1 3 0,-1-1 2 15,-1 2-2-15,1-2 4 0,-4 1-4 0,-1-2-5 16,1 2 6-16,-1-4-2 0,0 2-2 0,0-1-3 15,-2 0-4-15,-3-3 1 0,-1 2-5 0,6 0 2 16,-4-4-1-16,4 2-1 0,1-1-2 0,0 0 0 16,2-1 0-16,3 1-6 0,-1 0 2 0,4-2-3 15,-1 2 0-15,3-3-6 0,1-1-5 0,2 0-19 16,1 0-21-16,3-3-27 0,0 2-30 0,1 0-31 16,2 1-34-16,0 0-35 0,1 1-63 0,-1 2-153 15,1 0-446-15,0 2 198 0</inkml:trace>
          <inkml:trace contextRef="#ctx0" brushRef="#br0" timeOffset="14281.2059">-3529 2452 292 0,'0'0'288'16,"0"0"-16"-16,0 0-21 0,0 0-20 0,0 0-23 15,10-9-17-15,-10 9-23 0,1-7-13 0,-1 7-28 16,0 0-35-16,0-9-53 0,0 9-61 0,0 0-65 15,-1-10-87-15,1 10-165 0,-3-6-366 0,0 3 161 16</inkml:trace>
        </inkml:traceGroup>
        <inkml:traceGroup>
          <inkml:annotationXML>
            <emma:emma xmlns:emma="http://www.w3.org/2003/04/emma" version="1.0">
              <emma:interpretation id="{F78BB716-CF03-45AC-B7A4-90CFF2581627}" emma:medium="tactile" emma:mode="ink">
                <msink:context xmlns:msink="http://schemas.microsoft.com/ink/2010/main" type="inkWord" rotatedBoundingBox="10500,10238 9049,10237 9050,9635 10501,9636"/>
              </emma:interpretation>
              <emma:one-of disjunction-type="recognition" id="oneOf2">
                <emma:interpretation id="interp2" emma:lang="" emma:confidence="1">
                  <emma:literal/>
                </emma:interpretation>
              </emma:one-of>
            </emma:emma>
          </inkml:annotationXML>
          <inkml:trace contextRef="#ctx0" brushRef="#br0" timeOffset="20029.7864">-4364 1923 52 0,'3'-3'280'0,"-1"1"-13"0,-2 2-12 0,5-6-13 15,-5 6-18-15,3-4-21 0,-3 4-12 0,0 0-2 0,0 0-9 16,0 0-14-16,0 0-7 0,0 0-9 15,0 0-8-15,-11 16-9 0,3-5-12 0,1-4-3 16,-2 2-18-16,-1-1-9 0,-1 2-7 0,-2 3-8 0,-1-3 0 16,1 1-16-16,1-3-7 0,2 1-15 0,0-2-24 15,-1 2-23-15,1-3-32 0,2 1-35 0,-2-1-46 16,4-1-45-16,-1-2-42 0,2-1-33 0,-1 1-225 16,2-2-505-16,4-1 223 0</inkml:trace>
          <inkml:trace contextRef="#ctx0" brushRef="#br0" timeOffset="19843.3">-4446 2228 94 0,'0'0'215'16,"0"0"-10"-16,0 0-4 0,0 0-7 0,0 0-11 15,0 0-12-15,0 0-7 0,0 0-15 0,3 17-10 0,-3-17-12 16,0 8-9-16,0-8-12 0,-2 8-13 0,2-8-8 15,-2 7-4-15,0-4-14 0,2-3-3 0,-4 7-4 16,4-7-4-16,-4 5-8 0,1-5-7 0,3 0-2 16,-7 4-3-16,3-4-8 0,4 0-2 0,0 0-1 15,-12-4 0-15,8 0-8 0,-1 0-1 0,0 0-5 16,0-3 2-16,1 0-4 0,1 1 3 0,-1-4-3 16,0 2-5-16,1-4 4 0,-1 0-4 0,1 0 4 15,1 3-2-15,0 0 0 0,-1 0 4 0,1 1 1 16,-1 1 11-16,2 1 0 0,-1 1 5 0,2 5-1 15,-2-8 1-15,2 8-7 0,-2-5-3 0,2 5-2 16,0 0 1-16,0 0 2 0,0 0-4 0,0 0-1 16,0 0-1-16,0 0 0 0,-3 15 0 0,3-15 1 0,0 10 2 15,1-2-2-15,-2 1 3 0,1-1-2 0,-1 1-3 16,-2 0 0-16,0 0 4 0,0-2-4 16,0 2 0-16,-2-2 0 0,0 0-2 0,0 0 2 0,-2-1-2 15,2-1 0-15,-2 0 1 0,1-1-3 0,-2-1-1 16,2 0-2-16,0-1 3 0,0-1 0 0,0 0-1 15,1-1-1-15,5 0 1 0,-7 0-1 0,7 0 1 16,-8-3 0-16,8 3-6 0,-6-1 0 0,6 1 3 16,-5-3 1-16,5 3 0 0,-4-3 4 0,4 3 3 15,0 0-2-15,-5-3 2 0,5 3-4 0,0 0 1 16,0 0 0-16,0 0 0 0,-2 7-4 0,2-7 1 16,-1 9 1-16,1-9 6 0,1 10-5 0,-1-2-8 15,0 0 10-15,-1 1 0 0,-1 1 0 0,0 1-1 16,-1 1 3-16,-1-1 12 0,-1 0-16 0,0-1 2 15,0 1 5-15,-1-3-8 0,-2 3-1 0,0-2 3 16,-1-2-7-16,0 1-14 0,1-2-18 0,1 0-21 0,1-1-30 16,-1-4-38-16,2 1-49 0,-1-1-46 15,6-1-55-15,-7-3-196 0,7 3-504 0,-2-6 224 16</inkml:trace>
          <inkml:trace contextRef="#ctx0" brushRef="#br0" timeOffset="20514.1259">-4453 2423 48 0,'0'0'224'0,"0"0"-11"0,0 0-4 0,0 0-14 15,0 0-6-15,0 0-9 0,0 0-11 0,-12 6-16 16,8-4-14-16,-2-2-14 0,-1-1-11 0,-2 2-23 0,1 0-25 16,1-3-44-16,0 1-56 0,0-1-59 0,0 0-88 15,-1-1-125-15,1-2-330 0,0-1 147 0</inkml:trace>
          <inkml:trace contextRef="#ctx0" brushRef="#br0" timeOffset="20186.0234">-4515 1959 70 0,'0'0'200'0,"0"0"-14"15,0 0-10-15,0 0-6 0,0 0-1 0,0 0-16 16,0 0-12-16,0 0-10 0,-10 10-15 0,7-5-12 16,0-1-7-16,-2 3-11 0,1-1-30 0,-2 2-39 0,2-1-43 15,-1 1-59-15,0 1-209 0,-1 0-318 0,0-1 141 16</inkml:trace>
          <inkml:trace contextRef="#ctx0" brushRef="#br0" timeOffset="20842.2267">-4840 2111 33 0,'2'-6'270'0,"-2"6"-10"0,0 0-15 0,0 0-15 0,0-6-17 16,0 6-19-16,0 0-14 0,0 0-9 15,0 0-9-15,0 0-19 0,0 0-3 0,0 0-5 0,5 17-7 16,-4-9-10-16,2 0-6 0,-1 2-7 0,-1 0-13 16,2-1-11-16,0 4-5 0,-1 0-8 0,0 0-15 15,1 2-22-15,-1-3-21 0,-1 2-29 0,0-2-34 16,-2 0-33-16,0-3-43 0,1 0-35 0,-3 0-50 15,0-1-218-15,0-1-466 0,-1-2 207 0</inkml:trace>
          <inkml:trace contextRef="#ctx0" brushRef="#br0" timeOffset="21185.9524">-4905 2279 128 0,'0'0'211'0,"0"0"-10"0,0 0-3 15,0 0 2-15,0 0 2 0,0 0-8 0,0 0-13 0,0 0-7 16,8 12-8-16,-5-8-16 0,0 0-15 0,-1-1-6 16,1 2-5-16,-1-1-6 0,0 2-11 0,1 1-6 15,-1-2-8-15,-1 1-4 0,1 1-10 0,-3-1 1 16,1 1-6-16,0 1-1 0,-1 0-6 0,-2-2 1 16,0 2-5-16,1-1-2 0,-1 0-2 0,0-1 0 15,-1 0-12-15,-1 0-5 0,1 0-2 0,-2-2-4 16,-2 1 7-16,1-2-7 0,-2-1-4 0,0 1-2 15,-1 0 1-15,-1 0-4 0,-1-3 12 0,-1-2-13 16,1 1 5-16,0-2-10 0,1 0 2 0,-1 0-1 16,0-2-4-16,3-1 1 0,0-1 1 0,0-1-6 15,3 1-1-15,1-1-3 0,-1-2 1 0,1 2-15 16,1-4-12-16,-1 0-12 0,3-2-17 0,0 4-23 0,2-2-28 16,0-1-35-16,1 1-27 0,0 2-33 0,1 3-30 15,0-1-33-15,1-1-247 0,0 3-542 16,1 0 239-16</inkml:trace>
          <inkml:trace contextRef="#ctx0" brushRef="#br0" timeOffset="15264.5146">-3663 2285 107 0,'0'0'218'15,"0"0"-20"-15,0 0-15 0,0 0-12 0,0 0-8 16,0 0-13-16,5 13-15 0,-5-13-11 0,-1 7-12 0,1-7-10 16,0 0-8-16,-3 10-10 0,2-5-9 0,-2-1-4 15,3-4-13-15,-2 5-4 0,2-5-2 0,-4 6-6 16,1-4-6-16,3-2-6 0,-6 3-10 0,4 0-8 15,2-3-8-15,-7 3-11 0,3-3-5 0,4 0 1 16,0 0-6-16,-9-1-5 0,9 1 5 0,-9-4-3 16,6 2 2-16,-1 0 0 0,0-1 5 0,4 3-8 15,-2-8 7-15,0 5-3 0,2 3 5 0,-1-10-1 16,1 10 10-16,-2-8-7 0,2 4 13 0,0 4 8 16,0 0-1-16,0-10 7 0,0 10-5 0,0-6 6 15,0 6-1-15,2-5 0 0,-2 5-1 0,0 0-4 16,0 0 2-16,0 0-7 0,0 0 1 0,0 0-3 15,0 0 0-15,0 0 1 0,0 0 0 0,0 0-3 0,0 0-3 16,0 0 2-16,0 0 1 0,0 0-4 0,-7 16 2 16,7-16 1-16,-4 6-1 0,3-3-3 15,-2 0 0-15,3-3-5 0,-5 7 0 0,1-5-6 0,0 1-8 16,0 0-5-16,4-3-3 0,-5 2-3 0,5-2-1 16,-7 0 1-16,7 0 0 0,-7 0 1 0,7 0 6 15,-7-5-3-15,3 2 4 0,1 0 4 0,0 0 9 16,3 3 1-16,-5-8 6 0,2 4 0 0,0 0 10 15,1-1 8-15,0-1-1 0,1 1 5 0,1 5 4 16,-2-10-3-16,0 6 6 0,2 4 2 0,-2-6-1 16,2 6-6-16,-2-5 0 0,2 5 0 0,0 0-5 15,0 0-6-15,0 0 1 0,-2-6-5 0,2 6 5 16,0 0 0-16,0 0-4 0,0 0-1 0,0 0 2 0,0 0-2 16,0 0-1-16,0 0 1 0,2 20-2 15,-2-20 2-15,-3 7-1 0,1-4-5 0,-2 0 3 16,1 3 2-16,-1-3-4 0,1-1 1 0,-3 4 0 0,2-4-4 15,-1 1-6-15,-2 1 2 0,2-1-3 0,0-1 1 16,0-1-5-16,-1 2 5 0,1-2-2 0,5-1 3 16,-9 2 1-16,9-2 1 0,-6-2-1 0,6 2-1 15,-6 0 2-15,6 0-1 0,-5-2 6 0,5 2 5 16,0 0-2-16,-4-3 3 0,4 3-6 0,0 0 9 16,0 0-6-16,0 0-2 0,0 0 2 0,0 0-1 15,0 0 2-15,0 0-2 0,0 0 0 0,0 12-2 16,0-12-2-16,0 0 2 0,4 10 1 0,-4-6 0 15,0-4-4-15,3 10 1 0,-2-7 0 0,-1-3-2 16,1 8 3-16,-1-8-2 0,2 5-1 0,-2-5 4 16,0 4 0-16,0-4-4 0,0 0 6 0,0 0-4 15,0 0-2-15,0 0 3 0,0 0-3 0,0 0 2 0,0 0 1 16,0 0-4-16,-12-6 2 0,12 6-1 16,-6-6-3-16,4 3-3 0,2 3-2 0,-5-7 6 15,2 4-2-15,3 3-1 0,-6-6 1 0,3 3-1 0,-2 1 2 16,0-1-3-16,-1 0-1 0,-1 2 2 0,0-1 3 15,1-1-3-15,-1 2 6 0,1-1 1 0,1 2-4 16,1-2 2-16,4 2-3 0,-9-1 3 0,9 1 3 16,-7 0 0-16,7 0-3 0,-7 0 4 0,7 0-3 15,0 0 4-15,-6 1 2 0,6-1-2 0,-4 4 7 16,4-4 1-16,-1 6 2 0,1-6 10 0,-1 7 7 16,1-2 9-16,0-5 3 0,1 12 1 0,-1-7 1 15,1 3 9-15,1 1 1 0,-2-2-3 0,0 1-2 16,1 1-1-16,0 1-6 0,0-2-2 0,2 2-10 15,-3-1 0-15,1-1 3 0,1 1-5 0,-1-1-5 16,1 0-6-16,-1 0-17 0,1 0-9 0,0-1-21 16,-2-1-24-16,0-6-25 0,1 9-23 0,1-6-30 0,-2-3-26 15,0 0-21-15,2 4-58 0,-2-4-162 0,0 0-430 16,6-1 190-16</inkml:trace>
          <inkml:trace contextRef="#ctx0" brushRef="#br0" timeOffset="15639.4887">-3681 2155 52 0,'0'0'239'15,"0"0"-18"-15,0 0-15 0,0 0-17 0,0 0-12 16,0 0-15-16,0 0-10 0,0 0-13 0,-22 0-7 16,16 0-18-16,0 0-10 0,-1 0-12 0,1 1-7 0,-2-1-10 15,2 0-7-15,1 0-14 0,5 0-14 0,-8 0-27 16,8 0-39-16,-9-1-16 0,6-1-25 0,3 2-17 16,-7-5-1-16,5 1-2 0,2 4 5 0,-2-8-9 15,2 8 24-15,0-9-1 0,0 9 24 0,2-11 6 16,-2 6 28-16,2-1 8 0,0 2 12 0,0-1 13 15,0 1 10-15,-1-1 9 0,2 1 7 0,-3 4 6 16,2-9-1-16,-1 6-11 0,-1 3 0 0,3-8-5 16,-3 8-3-16,1-4-6 0,-1 4-21 0,2-6-38 15,-2 6-27-15,0 0-52 0,0 0-190 0,0 0-321 16,-5-7 142-16</inkml:trace>
          <inkml:trace contextRef="#ctx0" brushRef="#br0" timeOffset="17748.7057">-3921 2333 63 0,'0'0'113'0,"0"0"-16"0,4 2-4 0,-4-2-8 15,0 0-13-15,0 0 6 0,0 0-7 0,4 2-1 16,-4-2-7-16,0 0-7 0,0 0-8 0,0 0 8 0,3 3-8 16,-3-3-4-16,0 0-2 0,0 0-10 15,0 0-8-15,0 0 2 0,0 0-2 0,1 5-6 16,-1-5 4-16,0 0-9 0,0 0 7 0,0 0 0 0,0 0-8 15,0 0 6-15,0 0 3 0,0 0-4 0,0 0-5 16,0 0 9-16,0 0-8 0,-6 8 2 16,6-8-4-16,0 0 3 0,-3 3-6 0,3-3-1 0,0 0-2 15,0 0 6-15,-4 3-4 0,4-3 5 0,0 0 0 16,0 0-4-16,-5 2-7 0,5-2 4 0,0 0 2 16,0 0-2-16,0 0-5 0,0 0 0 0,0 0 4 15,0 0 2-15,-9-4-6 0,9 4 1 0,0 0 1 16,-4-4 2-16,4 4-4 0,-3-3 2 0,3 3 2 15,0 0-2-15,-2-5-6 0,2 5 11 0,0 0-9 16,-1-7 7-16,1 7-1 0,0 0-5 0,0 0-5 16,4-9-13-16,-4 9-18 0,3-4-41 0,-3 4-161 15,4-5-260-15,-4 5 116 0</inkml:trace>
          <inkml:trace contextRef="#ctx0" brushRef="#br0" timeOffset="18639.2657">-4145 2328 111 0,'0'0'128'0,"0"0"4"0,-6 1-13 0,6-1-2 0,0 0-8 15,0 0-6-15,-7-1-5 0,7 1-14 0,0 0-14 16,-6-3 2-16,6 3-2 0,-3-5 0 0,3 5-4 15,-2-3-5-15,2 3 1 0,0 0-11 0,0 0-3 16,1-9-4-16,-1 9-7 0,3-6 3 0,-3 6-6 16,1-6 2-16,-1 6-7 0,4-5-3 0,-1 2-2 15,0 0 5-15,-3 3-5 0,6-5-7 0,-1 2 2 16,-2 2-8-16,-3 1 10 0,6-2-6 0,-6 2 9 16,5 0-2-16,-5 0-4 0,0 0 1 0,7 3-1 15,-4 0 0-15,-3-3 1 0,3 3 5 0,-3-3 7 16,2 9-2-16,-2-9-1 0,-2 8 7 0,2-8 3 0,-3 11 4 15,-1-5 1-15,-1 2 1 0,-1 0-3 16,-3 1-1-16,0 0-6 0,-1-1-8 0,1-1 0 16,0 0-26-16,0-2-40 0,3 1-51 0,0-3-63 0,0-1-232 15,2 1-417-15,-1 0 185 0</inkml:trace>
          <inkml:trace contextRef="#ctx0" brushRef="#br0" timeOffset="19154.8523">-4343 2227 41 0,'0'0'232'15,"-2"-4"-15"-15,2 4-6 0,0 0-17 0,0 0-11 0,0 0-8 16,0 0-13-16,0 0-6 0,0 0-6 16,0 0-6-16,0 0-8 0,0 0-4 0,0 0-11 15,0 0-7-15,0 0-10 0,8 12-3 0,-5-8-10 0,-3-4-3 16,4 6-8-16,-2-1-9 0,0 1-5 0,0 0-8 15,0 0-5-15,-1 0-2 0,-1 0-10 0,2 1 2 16,-2-2-9-16,0-5 0 0,-1 9-1 0,0-3-4 16,-1-2-2-16,-1 0-4 0,-1 1-14 0,0-2-14 15,-3 0-30-15,0 0-24 0,0-1-40 0,1 0-40 16,-3-1-40-16,5-2-43 0,-3 1-223 0,1-4-481 16,1 1 213-16</inkml:trace>
        </inkml:traceGroup>
        <inkml:traceGroup>
          <inkml:annotationXML>
            <emma:emma xmlns:emma="http://www.w3.org/2003/04/emma" version="1.0">
              <emma:interpretation id="{152CE4C9-B3BC-4F1A-8C1B-01C042D7E4F2}" emma:medium="tactile" emma:mode="ink">
                <msink:context xmlns:msink="http://schemas.microsoft.com/ink/2010/main" type="inkWord" rotatedBoundingBox="8713,9891 8741,9858 8745,9862 8718,9895"/>
              </emma:interpretation>
              <emma:one-of disjunction-type="recognition" id="oneOf3">
                <emma:interpretation id="interp3" emma:lang="" emma:confidence="1">
                  <emma:literal/>
                </emma:interpretation>
              </emma:one-of>
            </emma:emma>
          </inkml:annotationXML>
        </inkml:traceGroup>
        <inkml:traceGroup>
          <inkml:annotationXML>
            <emma:emma xmlns:emma="http://www.w3.org/2003/04/emma" version="1.0">
              <emma:interpretation id="{302D8F05-F0F6-410D-86F6-0689DC4419D1}" emma:medium="tactile" emma:mode="ink">
                <msink:context xmlns:msink="http://schemas.microsoft.com/ink/2010/main" type="inkWord" rotatedBoundingBox="8518,10180 7873,10179 7874,9865 8519,9866"/>
              </emma:interpretation>
            </emma:emma>
          </inkml:annotationXML>
          <inkml:trace contextRef="#ctx0" brushRef="#br0" timeOffset="22827.4552">-5642 2219 93 0,'0'0'197'0,"0"0"-17"0,1 8-9 16,-1-8-12-16,0 8-8 0,0-8-18 0,0 7-12 0,0-7-9 15,1 10-8-15,-2-5-8 0,1-5-11 0,-1 9-5 16,-2-3-11-16,1-1-4 0,-1 1-6 0,-2-2-17 15,1 1 6-15,0 1-3 0,-2-2-6 0,0-1-7 16,0 0 2-16,-2 1-8 0,1-2-16 0,1 0 0 16,0-1-6-16,0-1-3 0,6 0-16 0,-9 0 12 15,5 0 1-15,4 0 0 0,-9-4-1 0,5 2 3 16,1-1-4-16,3 3-2 0,-4-5 1 0,4 5 4 16,-2-5-1-16,2 5-3 0,-2-6 1 0,2 6 7 15,0 0-4-15,0 0 7 0,2-11 6 0,-2 11 2 16,0 0 0-16,4-3 4 0,-4 3 9 0,0 0 1 15,6 1 6-15,-6-1-3 0,0 0 5 0,6 4 2 16,-6-4 11-16,2 6 0 0,-1-2 7 0,-1-4-2 0,1 8-2 16,-1-8-6-16,-3 9-1 0,2-4-3 0,1-5-2 15,-4 10-4-15,1-4-5 0,-2 0-2 16,1-1-1-16,-1 1-8 0,0-1-7 0,0-1-20 0,-1 2-7 16,0-3-16-16,-2 2-14 0,1-1-16 0,1-1-15 15,0 2-21-15,1-2-21 0,-2 0-20 0,5-2-41 16,2-1-190-16,-5 3-399 0,5-3 177 0</inkml:trace>
          <inkml:trace contextRef="#ctx0" brushRef="#br0" timeOffset="23013.9402">-5727 2452 14 0,'0'0'336'0,"0"0"-25"15,0 0-23-15,0 0-28 0,11-8-21 0,-11 8-25 16,4-4-20-16,-2 0-18 0,-2 4-22 0,4-5-24 0,-4 5-35 16,3-6-47-16,-3 6-59 0,0-5-65 0,0 5-76 15,0 0-218-15,-3-9-402 0,0 5 178 0</inkml:trace>
          <inkml:trace contextRef="#ctx0" brushRef="#br0" timeOffset="23357.6677">-5943 2206 277 0,'-2'-4'260'0,"2"4"-20"0,0 0-11 0,0 0-14 16,0 0-14-16,0 0-10 0,0 0-10 0,0 0-11 15,0 0-14-15,0 0-10 0,15 10-5 0,-11-7-17 0,1 2-9 16,1-1-2-16,-2 0-13 0,2 1-3 0,-1 1-4 16,1 0-6-16,-2 0-1 0,2-1-8 15,-2 2-4-15,-1-1-7 0,0 0-4 0,-1-1-11 0,-2 2-2 16,1-1-10-16,-1 0 2 0,0-6-2 0,-2 9-6 16,-2-4-29-16,0-1-21 0,-1 1-29 0,-2-2-26 15,-1 1-36-15,-1-1-37 0,-2 0-40 0,2-2-27 16,-1 0-72-16,-2-2-168 0,1 1-490 0,2-3 217 15</inkml:trace>
          <inkml:trace contextRef="#ctx0" brushRef="#br0" timeOffset="23701.3924">-6062 2272 67 0,'-2'6'234'0,"2"-6"-9"15,0 0-14-15,0 0 0 0,0 0-7 0,5 11-11 0,-2-7-10 16,-3-4-16-16,3 6-9 0,0-2-10 0,0 0 1 16,-1 0-7-16,0-1-15 0,0 0-3 15,1 2-4-15,-3-5-6 0,2 7-3 0,-1-1-6 0,0-2-7 16,-1-4-12-16,2 9-1 0,-2-5-12 0,0-4-1 16,-2 10-5-16,2-4 1 0,0-6-14 0,-3 7-1 15,2-2 0-15,-1-1-4 0,-1 1-8 0,0-1-12 16,-1 1 6-16,-1 0 0 0,0 0-6 0,-3 0 0 15,1-2-5-15,-4 1-2 0,3-1 0 0,-1-1-3 16,-3 1 0-16,1-1-5 0,-1 0-6 0,-1-2 6 16,1 2-9-16,0-4 4 0,-1 1 3 0,0-2-5 15,1 1 2-15,2-2-5 0,1 2 5 0,2-2 1 16,0-1-4-16,1-1 2 0,0 1-8 0,1-3-6 0,0 0-5 16,1 0-22-16,-1-4-14 0,1 0-16 0,2 0-25 15,0-2-32-15,3 0-36 0,1 1-38 16,-1-1-38-16,4 1-24 0,-1 1-238 0,-1 4-536 0,1 0 238 15</inkml:trace>
          <inkml:trace contextRef="#ctx0" brushRef="#br0" timeOffset="23873.2538">-6188 2175 109 0,'2'-5'300'0,"-2"5"9"0,0-7-16 0,0 7-1 15,0-5-13-15,0 5-6 0,1-6-17 0,-1 6-28 16,0 0-24-16,0-9-27 0,0 9-8 0,0 0-17 15,1-5-23-15,-1 5-36 0,0 0-35 0,0 0-47 0,0 0-55 16,0 0-66-16,0 0-58 0,0 0-63 16,0 0-233-16,0 0-502 0,0 0 223 0</inkml:trace>
        </inkml:traceGroup>
        <inkml:traceGroup>
          <inkml:annotationXML>
            <emma:emma xmlns:emma="http://www.w3.org/2003/04/emma" version="1.0">
              <emma:interpretation id="{1F74B311-3571-489F-A97D-7E71F71CD0B5}" emma:medium="tactile" emma:mode="ink">
                <msink:context xmlns:msink="http://schemas.microsoft.com/ink/2010/main" type="inkWord" rotatedBoundingBox="7675,10196 6412,10195 6413,9595 7676,9596"/>
              </emma:interpretation>
              <emma:one-of disjunction-type="recognition" id="oneOf4">
                <emma:interpretation id="interp4" emma:lang="" emma:confidence="1">
                  <emma:literal/>
                </emma:interpretation>
              </emma:one-of>
            </emma:emma>
          </inkml:annotationXML>
          <inkml:trace contextRef="#ctx0" brushRef="#br0" timeOffset="26419.9452">-6614 1868 129 0,'-5'5'209'0,"-1"1"-6"16,0 0-15-16,-1 3-15 0,-2 0-13 0,0 1-15 15,-2 4-15-15,0 3-10 0,-2-2-12 0,2-1-12 16,-1 1-18-16,2 0-26 0,-4-1-39 16,1-1-45-16,4-3-48 0,0 0-85 0,-2 0-90 0,-4 1-275 15,4-2 121-15</inkml:trace>
          <inkml:trace contextRef="#ctx0" brushRef="#br0" timeOffset="27060.5216">-6567 2368 33 0,'13'0'170'0,"-13"0"-13"0,8-3-18 0,-4 1-24 16,1-1 3-16,0 2-9 0,0-3-22 0,0 1-33 15,0 0-45-15,-1-2-71 0,1 0-94 0,-2 2-167 16,0-4 75-16</inkml:trace>
          <inkml:trace contextRef="#ctx0" brushRef="#br0" timeOffset="26091.8422">-7111 2301 239 0,'-1'6'274'0,"1"-6"-14"0,1 7-10 0,-1-7-16 16,3 9-16-16,-3-5-13 0,2 1-10 16,-2 0-10-16,0-5-15 0,1 14-16 0,-1-8-4 15,-1 2-20-15,-1 0 0 0,1-1-7 0,-2 1-11 0,0-3-8 16,-1 3-8-16,-1-1-12 0,-1-1-4 0,1 0-8 16,-3-2-9-16,2 2-1 0,-2-1-12 0,-1 0-5 15,1-1-17-15,1 1-16 0,0-4-17 0,0 2-24 16,1-1-22-16,-1-1-36 0,2 0-42 0,5-1-45 15,-7-2-41-15,7 2-73 0,-5-3-171 0,5 3-495 16,-2-8 219-16</inkml:trace>
          <inkml:trace contextRef="#ctx0" brushRef="#br0" timeOffset="25889.7336">-6894 2072 219 0,'3'-5'328'15,"0"0"-24"-15,-1 0-27 0,1 0-23 0,0 1-21 0,0 2-23 16,-3 2-20-16,3-6-22 0,-3 6-31 0,0 0-41 16,3-4-40-16,-3 4-56 0,0 0-62 0,0 0-60 15,-10 13-92-15,5-8-132 0,-2 1-374 0,-1 2 165 16</inkml:trace>
          <inkml:trace contextRef="#ctx0" brushRef="#br0" timeOffset="25623.1301">-6804 2123 132 0,'0'0'234'16,"0"0"-14"-16,0 0-4 0,0 0-8 0,0 0-5 15,0 0-11-15,0 0-11 0,9 11-13 0,-8-6-7 16,2 2-9-16,-1 0-12 0,-1-1-6 0,1 2-14 0,-1 1-7 16,0 0-8-16,-1 0-5 0,1 0-15 15,-2 3-5-15,1-3-12 0,0 0-3 0,-2 2-8 16,-1 1-5-16,0 0-3 0,-1-4-4 0,0-1-4 0,0 2-3 16,-2-2-5-16,2-1-4 0,-2 0-11 0,0-1-5 15,0-1-6-15,1 0-15 0,-2-2-8 0,3 0-7 16,-1-1-5-16,1-1 0 0,-2 0 1 0,6 0-4 15,-8-1-3-15,4-1 4 0,4 2 4 0,-8-6 4 16,4 3 0-16,3-1 4 0,-1 1 0 0,-1-2 3 16,3 5 7-16,-3-9 7 0,1 5 9 0,2 4 5 15,-1-5 1-15,1 5 3 0,0 0 0 0,-2-8-3 16,2 8-1-16,0 0-2 0,-1-6-4 0,1 6 0 16,0 0-1-16,0 0-1 0,0 0 0 0,0 0 0 0,0 0-1 15,0 0 1-15,0 0 0 0,0 0-3 16,-3 17 3-16,3-17-1 0,-2 9-1 0,1-5 0 15,-1 1 3-15,2-5-4 0,-4 8 0 0,1-4-4 16,-1 1 0-16,1-1-1 0,0 0 1 0,0-1-3 0,-1-1 0 16,0 2 0-16,0-2 1 0,4-2 0 15,-9 2 4-15,5-2-5 0,4 0 4 0,-9-2 0 16,4-1 5-16,0-1 0 0,-1 0 0 0,3 0 11 0,0 0 0 16,0-4 4-16,0 3 1 0,2-3 8 0,-1-1 1 15,1-3-6-15,0-2 7 0,3 1-13 0,-1-2 4 16,1 0-2-16,1-6-3 0,-1 1 1 0,0 5-3 15,2-1-9-15,-2 3-8 0,2 0-20 0,-1 4-21 16,-2 2-30-16,1 2-47 0,0-1-45 0,-2 6-49 16,2-6-269-16,-2 6-524 0,2-3 232 0</inkml:trace>
          <inkml:trace contextRef="#ctx0" brushRef="#br0" timeOffset="25029.4192">-6626 2290 120 0,'0'0'207'0,"0"0"-5"16,0 0-8-16,0 0-4 0,0 0 3 0,0 0-7 15,4 18-6-15,-4-18-8 0,0 9-2 0,-2-2-10 16,1-2-4-16,-1 3-9 0,0 1-5 0,0-2-13 15,-1 1-6-15,-1 0-14 0,-3 3-12 0,2-2-7 16,-1-1-7-16,-1 2-9 0,1-2-9 0,-3 0-11 16,1 1-12-16,2-3-21 0,0 0-22 0,-1-1-38 0,1-1-27 15,0 1-40-15,-1-3-38 0,3-1-39 16,-1 2-51-16,-1-5-189 0,6 2-457 0,-9-1 203 16</inkml:trace>
          <inkml:trace contextRef="#ctx0" brushRef="#br0" timeOffset="28419.8578">-6570 2368 106 0,'0'0'154'0,"0"0"-6"16,0 0-5-16,0 0-4 0,0 0-2 0,0 0-5 16,0 0-5-16,0 0-6 0,15-2-2 0,-15 2-8 15,0 0-9-15,7-2-10 0,-7 2-9 0,6-2-6 16,-1 1-9-16,-1-1-20 0,3 0-26 0,-2-1-34 16,2 1-50-16,-1 0-50 0,1-2-179 0,1 0-314 15,-1 0 138-15</inkml:trace>
          <inkml:trace contextRef="#ctx0" brushRef="#br0" timeOffset="24810.6878">-6509 2236 42 0,'0'0'232'0,"-5"-3"-13"15,5 3-10-15,0 0-18 0,0 0-15 0,0 0-15 16,0 0-9-16,0 0-11 0,0 0-6 0,0 0-5 16,0 0-9-16,0 0-3 0,0 0-7 0,0 0-5 15,6 14-5-15,-3-10-8 0,-3-4-10 0,5 6-5 16,-3-2-8-16,2 0-7 0,-2 0-3 0,0 1-5 15,0-1-5-15,-2-4 1 0,4 9-11 0,-4-6-1 16,1 0-7-16,-1-3 7 0,0 9-11 0,0-9-5 16,-1 8-8-16,-1-5-16 0,2-3-22 0,-5 4-20 0,5-4-38 15,-7 5-46-15,3-3-39 0,4-2-73 16,-7 1-175-16,2-1-449 0,5 0 198 0</inkml:trace>
          <inkml:trace contextRef="#ctx0" brushRef="#br0" timeOffset="30107.1748">-7654 2208 219 0,'2'-8'304'0,"0"4"-10"0,-2 4-13 16,3-6-19-16,-2 2-12 0,-1 4-22 0,3-6-28 15,-3 6-20-15,3-6-17 0,-3 6-30 0,0 0-51 16,0 0-63-16,0 0-78 0,0 0-76 0,0 0-269 16,0 0-437-16,0 0 194 0</inkml:trace>
          <inkml:trace contextRef="#ctx0" brushRef="#br0" timeOffset="29935.3134">-7347 2287 2 0,'0'0'246'0,"0"0"-15"16,0 0-7-16,0 0-13 0,0 0-13 0,0 0-13 15,8-3-2-15,-8 3-8 0,0 0-12 0,10 7-13 0,-5-5-10 16,-1 1-13-16,-1 0-11 0,2 1-7 15,-1 1-13-15,-2-1-4 0,1 0-5 0,-1 0-3 16,0 1-5-16,1-1-7 0,-2 2-3 0,-1-6-10 0,2 9-6 16,-2-4-4-16,0-5-4 0,0 8-2 0,0-8-9 15,-2 7-4-15,0-3-1 0,2-4-9 0,-6 7-16 16,3-5-8-16,0 1-13 0,3-3-6 0,-7 3-8 16,3-1-12-16,-1-1-9 0,5-1-5 0,-11 1 2 15,7-2-1-15,4 1 3 0,-9-2-1 0,6-1 2 16,3 3 1-16,-5-5 3 0,4 1 6 0,1 4 3 15,-2-8 5-15,2 8 3 0,0-10 6 0,0 5 0 16,2-3 7-16,-1 1 5 0,-1 0-1 0,2 0 8 16,-2 0 3-16,2 2 3 0,0-1 2 0,0 2-4 15,-2 4 5-15,3-9 2 0,-2 7-3 0,-1 2 4 0,3-7-8 16,-3 7 4-16,2-4-4 0,-2 4 1 0,0 0 2 16,0 0-1-16,0 0 1 0,0 0-2 0,0 0-1 15,-12 1 3-15,12-1 0 0,-8 6-1 0,3-2 0 16,-1-1 2-16,-2-1-4 0,1 2 3 0,-4 2 5 15,4-3-5-15,-4 0 1 0,0 0 5 0,0 0-4 16,1-1 4-16,-1 1-4 0,3-2 0 0,-1-1-2 16,2 0 3-16,0 0-2 0,1 0 3 0,2 0 9 15,-2 0 6-15,6 0-3 0,0 0 5 0,-7 0-4 16,7 0 2-16,-5 0-3 0,5 0-2 0,0 0 5 16,0 0 0-16,-4 4 3 0,4-4-1 0,0 0 6 15,0 0-1-15,0 0 2 0,0 0 5 0,4 12-3 16,-4-12 2-16,5 6-7 0,-3-2 0 0,1 0-1 0,-1 0-2 15,1 3-1-15,-2-3 3 0,2 2-6 0,-2-1 3 16,1-1 2-16,0 1-1 0,-1 0-5 0,0 3 4 16,-1-2-7-16,0-6 6 0,-2 9 0 0,1-5 2 15,-1 2 3-15,2-6-3 0,-5 9 5 0,1-4 5 16,0 1-6-16,-1-2 3 0,0 1 0 0,-2-2 2 16,1-1-1-16,-2 0 3 0,0 0-1 0,-1 1-8 15,-1 0 3-15,0-3-1 0,-3 0-4 0,2 1-1 16,-2-1 5-16,2 0-4 0,-2-1-5 0,1-2 4 15,0 0-6-15,-1 3-1 0,2-4 7 0,-1 2-8 16,2-3-9-16,3 2 5 0,0-1-1 0,1-2-7 16,1 1 8-16,1-1-1 0,-1 0-9 0,3-1 7 15,0-2-1-15,2 0 1 0,1 0-13 0,0 0-8 0,1-4-14 16,-1 4-22-16,1 0-19 0,1 0-24 16,0 1-30-16,0 1-31 0,0-1-43 0,1-1-35 15,-1 3-71-15,0-1-162 0,2 2-504 0,-2-2 223 0</inkml:trace>
        </inkml:traceGroup>
        <inkml:traceGroup>
          <inkml:annotationXML>
            <emma:emma xmlns:emma="http://www.w3.org/2003/04/emma" version="1.0">
              <emma:interpretation id="{5E716364-A442-48DD-8F4D-1E748B00E002}" emma:medium="tactile" emma:mode="ink">
                <msink:context xmlns:msink="http://schemas.microsoft.com/ink/2010/main" type="inkWord" rotatedBoundingBox="6247,10197 4759,10196 4760,9789 6248,9790"/>
              </emma:interpretation>
              <emma:one-of disjunction-type="recognition" id="oneOf5">
                <emma:interpretation id="interp5" emma:lang="" emma:confidence="1">
                  <emma:literal/>
                </emma:interpretation>
              </emma:one-of>
            </emma:emma>
          </inkml:annotationXML>
          <inkml:trace contextRef="#ctx0" brushRef="#br0" timeOffset="31466.4495">-8324 2104 117 0,'0'0'247'0,"0"0"-14"0,0 0-11 0,0 0-16 16,-9-5-14-16,9 5-18 0,-8 0-13 0,1 0-15 15,7 0-13-15,-11 2-16 0,4-2-10 0,0 1-27 16,0-1-33-16,-1 2-44 0,1-1-61 0,-1-1-60 0,-3-1-218 15,4 2-362-15,-1-2 161 0</inkml:trace>
          <inkml:trace contextRef="#ctx0" brushRef="#br0" timeOffset="31263.3418">-8266 2200 187 0,'0'0'233'0,"0"0"-5"0,0 7-9 0,0-7-13 16,0 0-9-16,1 8-4 0,-1-8-6 0,2 6-15 0,-2-1-15 15,0-5-9-15,2 7-3 0,0-1-13 0,0-1-2 16,-1-1-12-16,-1-4-3 0,1 11-9 0,-1-5-8 16,0 0 0-16,-1 1-9 0,1-7 0 0,0 10-14 15,0-5-1-15,-2 1-2 0,-2 0-5 0,1 0 0 16,-3-2-9-16,2 0-5 0,-3 0-3 0,2-1-9 16,-2 0-2-16,0 0 0 0,-1-1-2 0,-1 1-9 15,0-3 9-15,-2 0-12 0,-2 0 0 0,1 0-1 16,0 0-2-16,-1-2 0 0,-3 0-5 0,3-3-6 0,2 2 3 15,-1-2 4-15,2 0-2 0,0-2-4 0,0 2-1 16,3 0-3-16,0-1-10 0,1-1-13 0,1 0-10 16,1 0-17-16,1-2-26 0,2 0-21 15,-1 0-43-15,2 1-43 0,2-1-43 0,-1 0-52 0,2 2-260 16,3-1-572-16,-1-1 254 0</inkml:trace>
          <inkml:trace contextRef="#ctx0" brushRef="#br0" timeOffset="30919.6178">-8079 2099 71 0,'2'-4'300'0,"-2"4"-11"0,2-8-9 0,1 4-23 16,-3 4-21-16,1-8-17 0,1 5-27 0,-2 3-20 16,1-6-24-16,-1 6-29 0,0 0-37 0,2-4-51 15,-2 4-50-15,0 0-55 0,0 0-50 0,0 0-88 16,0 0-117-16,-14 13-354 0,6-10 157 0</inkml:trace>
          <inkml:trace contextRef="#ctx0" brushRef="#br0" timeOffset="30716.5036">-7911 2087 207 0,'0'0'266'15,"0"0"-11"-15,0 0-12 0,0 0-21 0,0 0-15 16,-1-4-19-16,1 4-16 0,0 0-9 0,0 0-12 0,0 0-8 16,0 0-4-16,0 0-12 0,0 18-12 0,0-12-10 15,0-6-10-15,-2 13-9 0,1-3-6 0,-1-2-9 16,1 0-9-16,-2 2-5 0,2 0-6 0,0 1-1 16,-1 2-11-16,0 0 1 0,0-1-4 0,1-3-7 15,-1 3 0-15,0-3-3 0,-1-1-1 0,1 1-7 16,-2 0-6-16,0-2-7 0,-1-1-6 0,1 1-14 15,-1-2-9-15,-1-1-11 0,1 1-10 0,0-3-4 16,-1 1 1-16,0-2 3 0,2-1 6 0,4 0 1 16,-11-3 4-16,6 0 5 0,-1 0 2 0,1-1 1 15,0-2 5-15,-1 1-2 0,3-2 9 0,0 1 9 16,-1-2 15-16,-1 2 2 0,3 2 6 0,-1-4 5 0,1 4 4 16,2 4 9-16,-3-8 6 0,1 4-1 0,2 4 4 15,0 0-4-15,-1-8 1 0,1 8-5 0,0 0 7 16,-2-4-12-16,2 4-1 0,0 0-3 0,0 0-4 15,0 0-6-15,0 0-1 0,0 0 5 0,0 0-5 16,0 0 3-16,0 0-2 0,13 8 1 0,-11-3-5 16,0 1 5-16,0 0-4 0,-1 0-7 0,-1 0 6 15,0 2-5-15,0-8-3 0,-4 13 2 0,3-8 0 16,-1 2 1-16,-1-1 1 0,0 1-3 0,-2-2 3 16,-2 0 0-16,1-1-10 0,0 1-8 0,-2-3-16 15,0 0-21-15,0 0-11 0,2-1-22 0,-1-1-25 16,-1 0-39-16,1-2-40 0,3-1-39 0,-1-1-67 15,0-2-156-15,3 2-480 0,-1-4 213 0</inkml:trace>
          <inkml:trace contextRef="#ctx0" brushRef="#br0" timeOffset="33325.688">-9118 2188 157 0,'0'0'212'0,"0"0"-3"15,0 0-12-15,7 8-15 0,-7-8-16 0,3 7-17 16,-1-2-9-16,-1-1-12 0,-1-4-11 0,4 11-9 16,-4-6-6-16,1 3-8 0,-1-2-11 0,0-6-7 15,-1 14-8-15,-1-9-6 0,0 0-3 0,1 0-6 16,-3 2-6-16,2-4-10 0,-1 3-1 0,0-3-10 15,0-1-1-15,-1 2-6 0,-1-4-7 0,5 0-1 16,-10 3-3-16,4-4 1 0,0 1-3 0,-1-2 2 16,-1-2-4-16,3 1 2 0,-1-2 0 0,1 1 1 0,-1-1 11 15,1 1-3-15,0-2 6 0,1 0 7 0,0 1 3 16,-1-1 0-16,3 2 8 0,-2-1 5 16,2 2 5-16,2 3 2 0,-4-9 3 0,4 9-4 0,-2-4 1 15,2 4-5-15,0 0-6 0,-2-5-5 0,2 5-4 16,0 0 0-16,0 0-7 0,0 0 0 0,0 0-4 15,0 0 1-15,0 0-3 0,0 0-1 0,0 0-2 16,0 0 3-16,10 11-8 0,-6-5 9 0,0 0 2 16,-1 0 0-16,1 0-2 0,-1 0-6 0,-1 0-2 15,0 0 2-15,0 3-3 0,-2-1-1 0,-1 0 0 16,-1-2 6-16,-2 2-10 0,1-2 5 0,-2 1-3 16,-2-3-6-16,3 2-6 0,-5-1-19 0,1 0-10 15,0-1-21-15,0-1-24 0,-1-1-26 0,-1 1-36 0,4-2-31 16,-1-2-47-16,-1 0-250 0,2-2-507 15,-1 1 225-15</inkml:trace>
          <inkml:trace contextRef="#ctx0" brushRef="#br0" timeOffset="32763.2291">-8852 2453 227 0,'0'0'325'0,"0"0"-24"0,-4-5-32 15,4 5-18-15,0 0-26 0,0 0-25 0,0 0-20 16,0 0-20-16,0 0-35 0,3-12-49 16,-3 12-56-16,0 0-73 0,0 0-82 0,0-7-228 0,0 7-391 15,-5-4 173-15</inkml:trace>
          <inkml:trace contextRef="#ctx0" brushRef="#br0" timeOffset="32310.1471">-8714 2197 191 0,'0'0'196'0,"4"-1"-18"0,-4 1-9 0,0 0-10 0,0 0-8 15,0 0-13-15,0 0-8 0,0 0-1 0,0 0-5 16,0 0-10-16,3 13-6 0,-3-13-12 0,0 9-6 15,0-4-10-15,0-5-2 0,-1 10-12 0,1-4-3 16,0-6-9-16,0 9-5 0,-1-4-2 0,-1 1-4 16,2-6-7-16,-4 7 1 0,2-1-7 0,-2-3-1 15,4-3-3-15,-5 5-2 0,2-1-7 0,-1-1 3 16,4-3-5-16,-8 3 1 0,3-2-5 0,1 0-3 16,4-1-3-16,-8-2 3 0,8 2-7 0,-9-5 8 15,5 3-6-15,-2-1 0 0,2-1-2 0,1 0-2 16,-2 0 0-16,0-2 1 0,1 0 3 0,0 0 0 15,0 0-2-15,0-2 4 0,2 4 0 0,-1-1 4 0,1 1 5 16,-1 0 4-16,3 4 1 0,-3-7 0 16,3 7 6-16,-3-7 3 0,3 7-2 0,-2-5-1 15,2 5-3-15,0 0-1 0,-2-6-6 0,2 6 5 0,0 0 0 16,0 0-2-16,0 0 4 0,0 0-2 0,0 0 0 16,0 0-1-16,0 0-4 0,0 0-4 0,0 0 3 15,9 15-1-15,-8-10-4 0,-1-5 0 0,0 9 3 16,0-4-4-16,0-5-4 0,-1 11 4 0,-1-6-1 15,0-1-1-15,-2 4 0 0,-1-3 1 0,2-1-5 16,-1 2-1-16,-2-3-4 0,1 2-1 0,-2-1-2 16,1-2-3-16,-3 1 1 0,3-1 0 0,-2 0-4 15,2-1 7-15,0 2-3 0,1-3 7 0,5 0-2 16,-9-1 1-16,9 1-3 0,-6-3 4 0,6 3-3 16,-6-2 8-16,6 2 1 0,-4-3 10 0,4 3 3 15,-3-3 2-15,3 3 1 0,-3-4 3 0,3 4 1 16,0 0-1-16,0 0-7 0,0 0 0 0,0 0 2 0,0 0-4 15,0 0-1-15,0 0 1 0,0 0-1 0,0 0 1 16,0 0-6-16,3 18-3 0,-3-18 4 16,0 12-1-16,0-5-1 0,-1 0 3 0,-2 1-7 0,0 0 7 15,0 3-6-15,-2 0 4 0,-2-1 0 0,1 1-9 16,-2-1 4-16,-1 1 3 0,1-2-12 0,0 1-8 16,0-1-15-16,-1-1-22 0,3-2-27 0,-1 0-28 15,2 0-46-15,0-3-46 0,1 1-56 0,1-2-199 16,3-2-487-16,-5 2 215 0</inkml:trace>
          <inkml:trace contextRef="#ctx0" brushRef="#br0" timeOffset="32638.2377">-8669 2408 180 0,'0'0'318'0,"0"0"-25"0,0 0-23 15,0 0-22-15,0 0-23 0,0 0-25 0,-4-18-19 16,4 18-16-16,0 0-18 0,2-5-15 0,-2 5-30 16,0 0-28-16,0 0-39 0,0 0-52 0,0 0-65 15,-2-8-75-15,2 8-229 0,-9 0-418 0,5 0 185 16</inkml:trace>
          <inkml:trace contextRef="#ctx0" brushRef="#br0" timeOffset="33607.9203">-9189 2113 43 0,'3'-6'309'16,"0"1"-12"-16,-3 5-25 0,3-5-19 0,-3 5-25 16,2-7-22-16,0 4-22 0,-2 3-16 0,3-4-21 15,-3 4-17-15,0 0-36 0,2-5-39 0,-2 5-51 16,0 0-50-16,0 0-64 0,0 0-53 0,0 0-183 16,-12 6-373-16,5-1 165 0</inkml:trace>
          <inkml:trace contextRef="#ctx0" brushRef="#br0" timeOffset="33747.5315">-9399 2314 210 0,'0'0'327'15,"0"0"-20"-15,0 0-30 0,5-18-24 0,-4 14-27 16,-1 4-22-16,5-8-26 0,-5 4-36 0,0 4-58 16,4-4-88-16,-4 4-114 0,2-5-230 0,-2 5-377 15,0 0 167-15</inkml:trace>
        </inkml:traceGroup>
      </inkml:traceGroup>
      <inkml:traceGroup>
        <inkml:annotationXML>
          <emma:emma xmlns:emma="http://www.w3.org/2003/04/emma" version="1.0">
            <emma:interpretation id="{F341D43F-9544-46A7-BD1D-D8FCCCD2CB72}" emma:medium="tactile" emma:mode="ink">
              <msink:context xmlns:msink="http://schemas.microsoft.com/ink/2010/main" type="line" rotatedBoundingBox="14239,9206 9531,9171 9535,8658 14243,8694"/>
            </emma:interpretation>
          </emma:emma>
        </inkml:annotationXML>
        <inkml:traceGroup>
          <inkml:annotationXML>
            <emma:emma xmlns:emma="http://www.w3.org/2003/04/emma" version="1.0">
              <emma:interpretation id="{23720C1F-B0B0-431D-8B55-1C52513573F9}" emma:medium="tactile" emma:mode="ink">
                <msink:context xmlns:msink="http://schemas.microsoft.com/ink/2010/main" type="inkWord" rotatedBoundingBox="14239,9206 13417,9200 13421,8689 14243,8695"/>
              </emma:interpretation>
              <emma:one-of disjunction-type="recognition" id="oneOf6">
                <emma:interpretation id="interp6" emma:lang="" emma:confidence="1">
                  <emma:literal/>
                </emma:interpretation>
              </emma:one-of>
            </emma:emma>
          </inkml:annotationXML>
          <inkml:trace contextRef="#ctx0" brushRef="#br0" timeOffset="-37358.9383">76 1113 30 0,'0'0'175'0,"0"0"-7"16,0 0-5-16,0 0-10 0,0 0-13 0,0 0 0 15,0 0-10-15,0 0-5 0,0 0-7 0,0 0-5 16,0 0-6-16,0 0 2 0,0 0-4 0,0 0-10 15,0 0-7-15,5 17-7 0,-5-17-7 0,1 7-6 16,-1-7-8-16,0 7-6 0,0-7-2 0,0 9-4 16,0-9-10-16,-1 8-1 0,1-8-4 0,-2 6-3 15,2-6 0-15,-3 6-2 0,0-2-7 0,3-4-3 16,-6 3-5-16,2 0-9 0,0-1-9 0,-1-2-7 0,-2 2-12 16,1-2-3-16,0 1-6 0,0-1-16 0,0-2-4 15,0 1-9-15,-1 1-1 0,-1-2-3 16,3 1-3-16,-1-1 9 0,6 2 7 0,-8-1 5 15,8 1 2-15,-6-3 10 0,6 3-1 0,-5-3-4 0,5 3 12 16,-4-3 2-16,4 3 1 0,0 0 12 0,0 0 8 16,0 0 11-16,0 0 1 0,0 0 11 0,7-12 11 15,-7 12 4-15,5-3 4 0,-5 3 6 0,6 0 3 16,-6 0 3-16,0 0 0 0,0 0 0 0,9 3-4 16,-8 0 4-16,-1-3 4 0,4 5 4 0,-2-3-5 15,-2-2-2-15,3 9-7 0,-2-4 3 0,0 0-3 16,0 0-6-16,-1-5-2 0,-1 14 2 0,0-6-2 15,-1-2-2-15,-2 1-3 0,-1 2-3 0,-1 0 1 16,0-4-2-16,0 2-2 0,-1-2-8 0,-1-1-16 16,2 0-28-16,-1-1-39 0,-1-1-37 0,3-2-53 15,1 0-47-15,-2 2-179 0,6-2-414 0,-10-3 184 16</inkml:trace>
          <inkml:trace contextRef="#ctx0" brushRef="#br0" timeOffset="-37124.6101">84 1024 24 0,'0'0'219'16,"0"0"-13"-16,0 0-13 0,0 0-7 0,0 0-18 15,0 0-16-15,0 0-15 0,-16 5-9 0,11-5-16 16,-1 1-27-16,0 1-31 0,-3 0-51 0,2-1-51 16,-1 0-65-16,1-1-138 0,-2 1-273 0,1-2 121 15</inkml:trace>
          <inkml:trace contextRef="#ctx0" brushRef="#br0" timeOffset="-36874.6303">-175 966 22 0,'0'0'251'0,"0"0"-10"0,0 0-9 0,0 0-11 15,-2 17-5-15,2-17-14 0,3 11-13 0,-3-3-9 0,0 1-11 16,0 0-14-16,1 2-18 0,-1 3-10 0,0-5-16 15,0 2-9-15,-1 1-5 0,0 0-15 0,0-3-21 16,0 3-35-16,-4-1-46 0,3-1-55 0,-2-1-51 16,1-2-64-16,-1 1-212 0,-2-1-435 0,1-2 192 15</inkml:trace>
          <inkml:trace contextRef="#ctx0" brushRef="#br0" timeOffset="-36312.1676">-281 990 102 0,'2'-4'290'0,"-2"4"-21"0,4-5-23 15,-2 2-29-15,-2 3-22 0,4-4-16 0,-4 4-27 16,2-3-34-16,-2 3-34 0,0 0-39 0,0 0-43 16,0 0-49-16,0 0-42 0,0 0-59 0,0 0-122 15,-9 13-291-15,4-8 129 0</inkml:trace>
          <inkml:trace contextRef="#ctx0" brushRef="#br0" timeOffset="-34624.7822">-284 1126 85 0,'0'0'143'15,"0"0"1"-15,0 0-9 0,0 0 1 0,0 0-3 16,0 0-3-16,0 0-6 0,0 0-3 0,0 0 3 15,0 0-3-15,0 0-5 0,0 0-4 0,0 0-3 16,0 0-7-16,0 0-4 0,0 0-4 0,0 0-6 16,0 0-6-16,0 0-10 0,0 0 1 0,0 0-8 15,0 0-3-15,0 0-6 0,0 0 1 0,0 0-6 16,0 0-1-16,0 0-8 0,0 0 4 0,0 0-3 16,0 0-8-16,-1 11 1 0,1-11-5 0,0 0-2 15,1 7-4-15,-1-7-1 0,0 0 8 0,0 0-15 16,1 8 1-16,-1-8-2 0,0 0-2 0,0 9 6 15,0-9-5-15,-2 6-1 0,2-6-3 0,-5 6-3 16,2-2-3-16,0-1-21 0,-3 0-30 0,1-1-51 16,-2 3-75-16,0-5-99 0,-3 1-156 0,-2-1-464 15,0-1 206-15</inkml:trace>
          <inkml:trace contextRef="#ctx0" brushRef="#br0" timeOffset="-35484.082">-497 1469 42 0,'0'0'268'0,"0"0"-13"0,0 0-18 16,0 0-25-16,-12 4-10 0,8-3-21 0,4-1-17 16,-10-1-14-16,3 2-19 0,1-1-17 0,-1 0-34 15,2 0-41-15,-1-1-65 0,6 1-78 0,-8-2-221 16,5-1-350-16,3 3 155 0</inkml:trace>
          <inkml:trace contextRef="#ctx0" brushRef="#br0" timeOffset="-35749.7128">-534 1111 73 0,'0'0'235'16,"0"0"-18"-16,0 0-18 0,0 0-11 0,0 0-13 16,0 0-8-16,0 0-10 0,0 0-14 0,0 0-19 15,0 0-6-15,3 13-13 0,-3-13-8 0,0 9-15 0,0-9-6 16,0 8-6-16,-1-3-4 0,-1 1-12 0,2-6-1 16,-1 9-5-16,-1-4-6 0,-1 2-7 15,0-1 3-15,-1 0-8 0,-1-1 0 0,-1 0-5 16,2 0 0-16,-2-1-7 0,0 2-3 0,1-2-3 0,-1 0-2 15,1 0-6-15,2-1 1 0,-2 0-5 0,3 0 3 16,2-3-8-16,-5 5 1 0,3-2-1 0,2-3 4 16,-3 4-4-16,3-4 1 0,0 0 3 15,0 0 1-15,3 8 0 0,-3-8 0 0,5 5 0 0,-5-5 9 16,6 2 4-16,-3-1 4 0,-3-1 1 0,8 2 0 16,-2 0 0-16,-3-1 6 0,3 1-6 0,-6-2 2 15,8 4 0-15,-4-3 5 0,0 0-5 0,-4-1-1 16,5 3 1-16,-5-3-1 0,4 5 0 0,-4-5 1 15,2 3 1-15,-2-3 0 0,0 0-3 0,0 0 10 16,0 0-6-16,-6 10 9 0,4-7-1 0,2-3-1 16,-8 3-1-16,2-1-5 0,0 1-3 0,-1-2 0 15,0 0-3-15,0 0 1 0,-2 0 1 0,-3-1-1 16,5 0-5-16,-4 0 2 0,0 0-1 0,2 0 0 16,-1-1-2-16,2-1 0 0,-1 1-3 0,1-1 2 15,-3-2-6-15,4 2 0 0,-1-1 0 0,2-2 0 16,0 1 2-16,2-2-2 0,1 2 2 0,-1-3-1 15,2 0-5-15,0 1 9 0,1-2-16 0,1 0-10 16,0 0-17-16,2 0-10 0,1 2-28 0,1 0-31 16,1 0-32-16,1 1-47 0,0 1-36 0,-1 1-242 15,2-1-495-15,-2 2 219 0</inkml:trace>
          <inkml:trace contextRef="#ctx0" brushRef="#br0" timeOffset="-36529.905">-309 1129 110 0,'0'0'149'0,"0"0"-17"16,0 0-8-16,0 0-9 0,2 18-14 0,-2-18-6 15,-2 7-12-15,2-7-1 0,-2 8-4 0,2-8-12 16,-2 5-1-16,2-5-9 0,-4 6-7 0,2-2-3 0,2-4 0 15,-6 3-1-15,3-1-3 0,3-2-4 16,-8 1-2-16,8-1 2 0,-7-1 3 0,7 1 12 16,-8-2 13-16,8 2 2 0,-7-4 5 0,6 1 4 15,1 3 4-15,-5-7 6 0,4 2 4 0,1 5 3 0,-2-10 2 16,2 3-7-16,0 0-4 0,1-4-6 0,0 2-2 16,2-3-7-16,0-3-6 0,0-1 0 15,1-2-14-15,0 3 0 0,-1 0-7 0,0 3-5 16,-1 3-3-16,-1 0-17 0,1 2-16 0,-2 1-47 0,0 6-60 15,1-8-69-15,-1 8-61 0,0 0-203 0,-4-6-475 16,4 6 210-16</inkml:trace>
        </inkml:traceGroup>
        <inkml:traceGroup>
          <inkml:annotationXML>
            <emma:emma xmlns:emma="http://www.w3.org/2003/04/emma" version="1.0">
              <emma:interpretation id="{AAB4A462-574F-4182-8585-EBAAB9BB8945}" emma:medium="tactile" emma:mode="ink">
                <msink:context xmlns:msink="http://schemas.microsoft.com/ink/2010/main" type="inkWord" rotatedBoundingBox="13189,9160 11110,9144 11113,8670 13193,8686"/>
              </emma:interpretation>
              <emma:one-of disjunction-type="recognition" id="oneOf7">
                <emma:interpretation id="interp7" emma:lang="" emma:confidence="1">
                  <emma:literal/>
                </emma:interpretation>
              </emma:one-of>
            </emma:emma>
          </inkml:annotationXML>
          <inkml:trace contextRef="#ctx0" brushRef="#br0" timeOffset="-30796.9476">-1736 1155 57 0,'-7'3'144'0,"3"-2"-13"0,4-1-9 0,-7 4-16 15,3-2-8-15,1 0-10 0,-2-1-1 0,1 2-9 16,0-1-10-16,1 1-6 0,-1 0-3 0,4-3-11 16,-7 6 0-16,3-1-8 0,3-3 2 0,1-2 3 15,-3 5 0-15,3-5 0 0,-1 6 3 0,1-6 3 16,0 0 2-16,2 9-3 0,0-6 1 0,1 1-2 15,1-1 4-15,-1 1-1 0,-1-2 7 0,3 2 0 16,-1-1 2-16,0-2 1 0,1 2-6 0,0 1 6 16,-1-1-3-16,-1-1-4 0,1 0-5 0,-4-2 0 15,7 4-2-15,-4-2 0 0,-3-2 4 0,2 2-5 16,-2-2-1-16,4 4 3 0,-4-4-4 0,3 4 0 16,-3-4-4-16,0 0 5 0,0 0 1 0,0 0-4 0,-8 11 0 15,7-8 0-15,-4-1-4 0,5-2 0 0,-7 5-3 16,1-2-6-16,0-1 0 0,0 1 1 15,-1 0-6-15,-1-1-1 0,0 0-2 0,-2 2-3 0,2-2-1 16,-4 1-5-16,1-2 1 0,-1 1-1 0,-1-2 0 16,2 0 0-16,0 0-2 0,-1-1 3 0,2-2-4 15,1 3 0-15,0-2-2 0,2-2-1 0,1 1 1 16,-2 0 0-16,4-1 3 0,1 1-11 0,0-3 4 16,0-1-4-16,3 0-4 0,-1 2-10 0,2-3-12 15,1 0-20-15,0 0-9 0,3-4-26 0,-1 4-32 16,2 1-25-16,-1 1-43 0,4-2-44 0,-4 3-213 15,4-4-473-15,-3 2 209 0</inkml:trace>
          <inkml:trace contextRef="#ctx0" brushRef="#br0" timeOffset="-29406.4249">-2057 1052 18 0,'0'0'262'0,"-3"-4"-17"0,3 4-20 0,0 0-10 15,0 0-10-15,0 0-5 0,0 0-9 0,0 0-10 16,0 0-12-16,0 0-9 0,1 19-14 0,1-14-13 16,-1 2-10-16,0 0-9 0,1 2-18 0,0 1-4 15,-2-2-7-15,0 1-10 0,0 0-12 0,1 1-29 16,1-2-31-16,-4 1-38 0,1-1-54 0,-1-1-47 15,1 0-63-15,0-1-231 0,-1 0-465 0,0 1 206 16</inkml:trace>
          <inkml:trace contextRef="#ctx0" brushRef="#br0" timeOffset="-29187.6896">-2126 1204 18 0,'0'0'235'16,"-6"7"-2"-16,6-7-4 0,-1 5-13 0,1-5-10 0,0 8-12 16,0-8-6-16,-1 8-13 0,-1-1 1 0,1 0-21 15,-1 1-6-15,-2 0-14 0,1 0-9 0,-3 0-11 16,0 1-15-16,-2 2-9 0,-1-3-9 0,1 0-11 16,1 0-18-16,-2-1-30 0,1-2-41 0,3 0-52 15,-3 1-66-15,5-4-59 0,-5-1-231 0,3 0-460 16,0-1 203-16</inkml:trace>
          <inkml:trace contextRef="#ctx0" brushRef="#br0" timeOffset="-28468.9917">-2225 1045 6 0,'0'0'246'0,"0"0"-13"0,0 0-21 0,0 0-14 16,0 0-17-16,0 0-18 0,0 0-14 0,0 0-19 16,0 0-7-16,-20-2-22 0,20 2-28 0,-8 3-48 15,3-3-58-15,1 1-62 0,-1 2-191 0,5-3-309 16,-10 0 137-16</inkml:trace>
          <inkml:trace contextRef="#ctx0" brushRef="#br0" timeOffset="-28812.7135">-2278 1121 135 0,'0'0'210'0,"0"0"-12"0,0 0-12 15,8 8-18-15,-8-8-14 0,4 5-15 0,-3-1-11 0,-1-4-10 16,3 8-11-16,-3-5-13 0,0-3-8 0,0 9-5 16,0-9-8-16,0 9-9 0,-3-5-5 15,3-4-8-15,-4 7-5 0,2-3-1 0,-1 0-8 0,-1 0-1 16,2-2-7-16,-2 1-1 0,-1-1-8 0,1 1-2 15,4-3-8-15,-9 2 2 0,5-1-5 0,4-1-4 16,-7 0-3-16,7 0-4 0,-7 0 0 0,7 0-2 16,-9-3 0-16,5 0 4 0,4 3 1 0,-7-3-1 15,3 1-1-15,0 0 0 0,4 2 6 0,-5-3-4 16,5 3 2-16,-5-2-1 0,5 2-2 0,0 0 2 16,-5-3 0-16,5 3-11 0,0 0-23 0,0 0-35 15,0 0-40-15,-5-2-44 0,5 2-170 0,0 0-350 16,0 0 156-16</inkml:trace>
          <inkml:trace contextRef="#ctx0" brushRef="#br0" timeOffset="-28015.898">-2468 1196 159 0,'0'0'198'0,"0"0"-6"0,0 0-6 16,0 0-12-16,0 0-8 0,0 0-13 0,0 0-5 16,5-19-9-16,-4 15-7 0,-1 4-11 0,5-7-12 15,-4 3-10-15,2 0-6 0,0 1-9 0,-3 3-7 16,5-6-10-16,-2 3-3 0,-3 3-10 0,5-4-5 16,-2 3-5-16,-3 1-4 0,7-3-5 0,-7 3-2 15,7 0-2-15,-4-1-5 0,-3 1-1 0,8 0-3 16,-8 0-3-16,8 1 1 0,-5 1-5 0,-3-2-2 15,8 4 2-15,-4-2-2 0,-2 1-1 0,2 0-4 16,-1 0 3-16,0 0-2 0,0 1 0 0,-3-4 1 16,3 6-1-16,-3-1 8 0,0-5-5 0,0 7 4 15,0-7 1-15,0 0 1 0,-5 7 0 0,2-4 3 16,-3 1-6-16,0-2 2 0,-3-1-3 0,2 1-2 16,-3-1 2-16,-1 0-3 0,-2 0-2 0,0-1-2 15,0-1 1-15,0 0-12 0,-1 0-12 0,1-1-6 16,2 0-13-16,1-1-16 0,1 1-13 0,1 0-22 0,1 1-21 15,1-1-33-15,1 0-34 0,1-1-25 0,4 3-170 16,-5-4-399-16,5 4 176 0</inkml:trace>
          <inkml:trace contextRef="#ctx0" brushRef="#br0" timeOffset="-27828.4153">-2485 1133 227 0,'0'-11'262'0,"0"11"-13"0,1-14-11 16,-1 7-7-16,0-3-9 0,0 2-18 0,2-5-19 16,-2 1-18-16,3-1-19 0,-2 0-10 0,1 1-17 15,0 3-13-15,-1 0-13 0,0 1-27 0,1 3-32 16,-1-1-42-16,-1 6-49 0,1-6-47 0,-1 6-30 16,0 0-37-16,0 0-50 0,0 0-117 0,0 0-364 15,0 0 161-15</inkml:trace>
          <inkml:trace contextRef="#ctx0" brushRef="#br0" timeOffset="-27094.0683">-2571 1131 143 0,'0'0'214'16,"0"0"1"-16,0 0-9 0,0 0-10 0,0 0-10 16,0 0-14-16,0 0-14 0,0 0-14 0,0 0-8 15,0 0-7-15,0 0-4 0,0 0-11 0,0 0-8 16,0 0-5-16,0 0-10 0,0 0-5 0,0 0-2 16,0 0-5-16,6 13-8 0,-6-13-6 0,1 5-7 15,-1-5-6-15,2 6-5 0,-2-6-5 0,1 6-2 16,-1-6-5-16,0 6 0 0,0-6-8 0,0 6-1 0,0-6-3 15,-2 6-1-15,2-6-1 0,-4 6-2 0,3-3-3 16,1-3-4-16,-6 6 0 0,2-3-6 16,0 0-6-16,4-3-7 0,-7 3-7 0,2-2-6 0,0 1-1 15,0 0 1-15,0-1-1 0,5-1-6 0,-11 1 3 16,7-1 1-16,4 0 1 0,-9-3 2 0,2 0 0 16,2 1 4-16,2 0 3 0,0-2 3 0,0 0 2 15,1-1 13-15,2 5 8 0,-3-11 5 0,2 2 3 16,1 0 11-16,1 0 0 0,1-3 3 0,2-2 1 15,-1 1 3-15,0-2 2 0,3-3-2 0,-1 6-2 16,-1 0 2-16,0 1 1 0,0 2-7 0,-1 2-6 16,-1 1 0-16,0 1 0 0,-1 1-4 0,-1 4-13 15,3-6-20-15,-3 6-26 0,2-6-32 0,-2 6-33 16,0 0-34-16,0 0-46 0,0 0-49 0,0 0-244 16,0 0-513-16,0 0 228 0</inkml:trace>
          <inkml:trace contextRef="#ctx0" brushRef="#br0" timeOffset="-26844.1108">-2699 1322 114 0,'0'0'350'0,"0"0"-20"15,0 0-16-15,0 0-34 0,0 0-25 16,0 0-29-16,0 0-19 0,0 0-22 0,0 0-23 0,0 0-37 15,11-15-32-15,-10 12-50 0,-1 3-58 0,5-5-59 16,-5 5-64-16,3-6-54 0,-3 6-186 0,0-7-409 16,0 7 182-16</inkml:trace>
          <inkml:trace contextRef="#ctx0" brushRef="#br0" timeOffset="-25922.3011">-2796 995 68 0,'0'0'276'0,"0"0"-15"0,0 0-13 16,0 0-14-16,0 0-20 0,0 0-14 0,0 0-17 16,-18 4-18-16,10-4-14 0,1 2-16 0,-3-1-14 15,2-1-9-15,1 0-15 0,1 0-38 0,-1 0-52 16,7 0-78-16,-8-1-109 0,8 1-200 0,-3-3-412 15,3 3 182-15</inkml:trace>
          <inkml:trace contextRef="#ctx0" brushRef="#br0" timeOffset="-26172.2767">-2835 1107 201 0,'0'0'229'16,"0"0"-10"-16,0 0-4 0,0 0-12 0,0 0-15 16,0 0-12-16,0 0-14 0,16 7-10 0,-14-4-15 0,-2-3-9 15,4 7-10-15,-3-3-12 0,-1-4-11 0,4 6-11 16,-4-2-6-16,0-4-8 0,0 8-8 15,0-8-5-15,-2 9-1 0,2-9-6 0,-4 6-6 16,1-2-3-16,1-1-7 0,2-3-3 0,-8 5-3 0,5-4-2 16,-2 1-2-16,1-2-4 0,4 0-1 0,-9 1-2 15,4-1-3-15,5 0-1 0,-7-1-2 16,2-2 3-16,5 3-4 0,-9-2-2 0,5 1-3 0,4 1 2 16,-5-3 0-16,5 3 0 0,-6-1-3 0,6 1-1 15,0 0 1-15,-5-3 0 0,5 3-1 0,0 0-4 16,0 0 2-16,0 0 4 0,0 0-5 0,-6 3-1 15,6-3 2-15,0 0-1 0,-2 5-3 0,2-5 4 16,0 0-1-16,3 9 0 0,-3-9 1 0,2 7-2 16,1-3 4-16,-2 0-4 0,2 0 0 0,0-1 0 15,-1 1 1-15,0 0-2 0,0-1 4 0,-2-3-3 16,2 7-1-16,-2-7 2 0,1 5-3 0,-1-5 1 16,0 0-6-16,0 0-8 0,0 0-14 0,-4 6-12 15,4-6-3-15,-5 1-7 0,5-1-8 0,0 0-3 16,0 0-6-16,-11-4-8 0,11 4 9 0,-5-3-2 15,2 0 9-15,3 3 3 0,-5-6 9 0,3 3 6 16,2 3 1-16,-4-7 5 0,1 2 6 0,1 1 6 0,-1 1-3 16,0-1 4-16,-2-1 1 0,1 0 4 0,1 1 3 15,-2 1 4-15,0-2-7 0,0 3 5 16,-1-1 3-16,2 1 2 0,-2 2-2 0,0-3 4 16,6 3-1-16,-9-2 3 0,2 1 1 0,1 1 5 0,-1 1 2 15,1 1 6-15,0-1-3 0,1 1 8 0,1 0-4 16,4-2 7-16,-8 5 2 0,7-2 2 0,-3 2 7 15,3-1 14-15,-2 1 12 0,1 0 5 0,1 1 0 16,1-6 0-16,0 13 8 0,2-7 9 0,-1 3 3 16,2-1-4-16,-1 0-3 0,2 4 6 0,1-3 4 15,-1 2-3-15,-1-1 5 0,0 2-10 0,0 1-4 16,-1 0-8-16,0-4 3 0,1 3-16 0,-3 0 2 16,1-3-6-16,-1 3-10 0,0-3-9 0,0 1-26 15,-1-3-32-15,0-2-39 0,-1 0-43 0,2-5-51 16,-1 7-60-16,1-7-273 0,0 0-539 0,0 0 238 15</inkml:trace>
          <inkml:trace contextRef="#ctx0" brushRef="#br0" timeOffset="-32874.8972">-973 1114 26 0,'0'0'159'16,"0"0"-17"-16,0 0-11 0,0 0-18 0,0 0-2 15,0 0-10-15,0 0-4 0,0 0-9 0,0 0-5 16,5 17-3-16,-5-17-6 0,1 6-7 0,-1-6-2 16,-4 4-5-16,4-4 1 0,-3 6-7 0,1-3-3 0,2-3-6 15,-6 3-6-15,2-1-3 0,4-2 1 0,-7 1-9 16,4 1-3-16,-4-1 1 0,2 1-4 16,0-2 0-16,5 0-4 0,-10 0-1 0,6 1-4 15,-1 0-1-15,5-1 1 0,-10 0 2 0,10 0 4 0,-7 0 2 16,7 0 9-16,-7 0 9 0,7 0 4 0,0 0 3 15,-7-1 10-15,7 1 5 0,-5 1 9 0,5-1-3 16,0 0-1-16,0 0-6 0,0 0-5 0,0 0-6 16,-6 0-1-16,6 0-4 0,0 0-2 0,0 0-5 15,0 0-3-15,4 13-1 0,-4-13-4 0,2 9-3 16,0-4 0-16,-2 1-5 0,1 0 4 0,0 2 2 16,-2 0-6-16,0-1 1 0,-1 0-3 0,1 0 2 15,-2 0-3-15,1 1-2 0,0-1-2 0,-2-1 0 16,0 0 0-16,1 1-3 0,-2-1-2 0,0 0-17 0,-2-2 0 15,-3 2-20-15,3-1-16 0,-2-1-26 16,0 1-20-16,2-1-23 0,0-2-33 0,0 2-36 16,2-3-61-16,0 1-133 0,1-1-406 0,4-1 179 15</inkml:trace>
          <inkml:trace contextRef="#ctx0" brushRef="#br0" timeOffset="-32671.787">-1022 1361 183 0,'7'-3'321'0,"-7"3"-21"0,4-3-27 16,-4 3-28-16,3-3-23 0,-3 3-23 0,0 0-32 15,4-5-45-15,-4 5-70 0,0 0-85 0,-2-9-94 16,2 9-194-16,-5-4-348 0,1 0 154 0</inkml:trace>
          <inkml:trace contextRef="#ctx0" brushRef="#br0" timeOffset="-31796.8506">-1198 1013 112 0,'0'0'214'0,"0"0"-7"0,0 0-11 16,0 0-10-16,0 0-8 0,-15 6-16 16,10-5-10-16,0 0-10 0,-3 0-19 0,0 0-13 0,0-1-8 15,1 2-9-15,-1-3-15 0,-3 2-24 0,3-1-31 16,0-1-42-16,-1 0-61 0,1 0-70 0,1 0-165 15,0-1-339-15,-1 1 150 0</inkml:trace>
          <inkml:trace contextRef="#ctx0" brushRef="#br0" timeOffset="-32030.2329">-1251 1146 174 0,'0'0'161'0,"-6"-2"-12"16,6 2-17-16,-5-2-11 0,5 2-11 0,0 0-3 15,-3-4-13-15,3 4-11 0,-1-5-8 0,1 5-7 16,0-7 7-16,0 7-2 0,0 0 0 0,1-9 1 15,-1 9-4-15,0-7-1 0,0 7-4 0,0 0 0 16,2-8 0-16,-2 8 0 0,4-4-1 0,-4 4-6 16,5-3-3-16,-5 3-4 0,0 0-6 0,5 0-5 15,-5 0 1-15,0 0-1 0,8 4-1 0,-8-4-6 16,3 4 2-16,-1-1 1 0,-2-3-7 0,5 7 0 16,-3-3-3-16,-2-4 0 0,0 7-1 0,0-7-2 15,-1 8-4-15,1-8 2 0,-3 10 2 0,-2-3-4 16,1-2 0-16,-1 0 3 0,-1-1-8 0,-1 0-1 15,1 2 1-15,-2-3-3 0,1 1-2 0,0-1 0 16,-1-1-2-16,0 1-2 0,2-1 0 0,-1-1-1 0,0 0-1 16,1-1-4-16,1 2 2 0,5-2-1 15,-8 0 2-15,8 0-4 0,-8-2 7 0,8 2-3 16,-6 0 1-16,6 0 4 0,-5-2 3 0,5 2 9 0,0 0 6 16,0 0 3-16,0 0-4 0,-5 0 2 0,5 0-1 15,0 0 1-15,0 0-3 0,0 0 2 0,0 0-1 16,0 0 5-16,10 14 3 0,-8-10-1 0,-1 0-1 15,2 2-1-15,-3 1 5 0,1 1-1 0,0-1 1 16,-1 1-1-16,-1 1-3 0,0 0 0 0,-2 0-6 16,1 1 1-16,-1-2-3 0,-2 1 0 0,0-1-6 15,0-1 1-15,1-1-15 0,0 1-13 0,-2-2-18 16,1 1-22-16,-1-2-29 0,0 0-35 0,3-1-42 16,-2-3-49-16,5 0-48 0,-7 0-200 0,7 0-491 15,-6-4 216-15</inkml:trace>
          <inkml:trace contextRef="#ctx0" brushRef="#br0" timeOffset="-31484.3986">-1522 954 236 0,'0'0'244'16,"0"0"-6"-16,0 0-8 0,-1 8-8 0,1-8-10 16,2 9-7-16,0-3-5 0,-1 3-15 0,2 0-7 15,0 1-7-15,0 2-12 0,-1 1-15 0,-1 0-12 16,0-1-12-16,0 1-11 0,-1 1-10 0,1-2-8 0,-1-1-19 15,0-2-24-15,0 3-34 0,-1 0-44 0,-2 0-42 16,1-4-65-16,-3 0-56 0,2-1-75 16,-1 0-168-16,-2 0-470 0,2-2 208 0</inkml:trace>
          <inkml:trace contextRef="#ctx0" brushRef="#br0" timeOffset="-31296.9106">-1605 1183 199 0,'-2'9'235'0,"2"-9"-6"0,0 0-7 15,5 12-9-15,-4-7-11 0,1 2-13 0,-1 1-10 16,2-1-5-16,-2 1-19 0,-1 0-13 0,0-1-17 16,0 1-13-16,-1-3-8 0,-2 2-13 0,1 0-7 15,0-2-20-15,0-1-29 0,-1-1-39 0,0 2-43 16,-1-2-63-16,1-2-47 0,-2 2-60 0,5-3-154 15,-8 0-399-15,3-1 176 0</inkml:trace>
          <inkml:trace contextRef="#ctx0" brushRef="#br0" timeOffset="-30031.3778">-1702 1371 83 0,'0'0'191'0,"0"0"-11"0,0 0-15 16,0 0-12-16,0 0-4 0,0 0-14 0,8-14-14 16,-2 11-9-16,0 1-11 0,0-1-11 0,1 0-6 15,0-3-10-15,-1 1-22 0,3-1-18 0,-3 2-29 16,1-3-37-16,1-3-57 0,0 3-179 0,-3-1-291 15,0 1 129-15</inkml:trace>
          <inkml:trace contextRef="#ctx0" brushRef="#br0" timeOffset="-10436.8208">-1718 1373 32 0,'0'0'105'16,"-3"3"-12"-16,3-3-6 0,0 0-9 0,0 0-8 0,0 0 1 15,0 0-3-15,0 0-13 0,0 0 0 0,-3 5 0 16,3-5-7-16,0 0-3 0,0 0-4 0,0 0-2 16,0 0-4-16,0 0 1 0,0 0-3 0,-3 1 3 15,3-1-4-15,0 0-4 0,0 0 2 0,0 0 3 16,0 0 2-16,0 0-4 0,0 0 2 0,0 0 0 15,0 0-2-15,0 0 5 0,0 0-5 0,8 6-2 16,-8-6 2-16,0 0-5 0,7-2-4 0,-7 2-5 16,0 0-1-16,9-5 1 0,-5 3 3 0,-4 2-9 15,6-5-2-15,0 2-3 0,0-1 6 0,0-1-10 16,-2 1-2-16,2-2-5 0,0 1-5 0,-1-1-6 16,1 0-15-16,-2 0-22 0,0-1-24 0,1 1-35 15,-3 0-114-15,2-2-243 0,-3 4 108 0</inkml:trace>
        </inkml:traceGroup>
        <inkml:traceGroup>
          <inkml:annotationXML>
            <emma:emma xmlns:emma="http://www.w3.org/2003/04/emma" version="1.0">
              <emma:interpretation id="{16D40E94-88D2-4789-993A-F86F9A49EB32}" emma:medium="tactile" emma:mode="ink">
                <msink:context xmlns:msink="http://schemas.microsoft.com/ink/2010/main" type="inkWord" rotatedBoundingBox="10901,9074 9531,9064 9535,8658 10904,8669"/>
              </emma:interpretation>
              <emma:one-of disjunction-type="recognition" id="oneOf8">
                <emma:interpretation id="interp8" emma:lang="" emma:confidence="1">
                  <emma:literal/>
                </emma:interpretation>
              </emma:one-of>
            </emma:emma>
          </inkml:annotationXML>
          <inkml:trace contextRef="#ctx0" brushRef="#br0" timeOffset="-22920.2813">-3871 1117 59 0,'0'0'254'0,"2"5"-16"16,-2-5-14-16,0 0-15 0,2 4-18 0,-2-4-14 0,1 5-13 15,-1-5-14-15,0 0-12 0,2 6-7 0,-2-6-14 16,0 5-6-16,0-5-16 0,0 7-8 0,0-7-11 15,0 0-5-15,-3 9-7 0,1-6-2 0,2-3-11 16,-3 6-6-16,0-3-9 0,3-3-13 0,-7 4-10 16,4-1-14-16,-1-1-5 0,4-2-5 0,-9 1-4 15,4 1-6-15,5-2-2 0,-9-2 0 0,9 2 0 16,-9 0-1-16,5-2 0 0,1 0 0 0,-2-1 0 16,5 3 4-16,-4-6 1 0,1 3 3 0,3 3-1 15,-4-6 4-15,4 6 1 0,-2-6 2 0,2 6 7 16,0-6-4-16,0 6 5 0,0 0 1 0,2-9 6 15,-2 9 6-15,2-6 3 0,-2 6 3 0,2-3 1 16,-2 3 1-16,0 0-3 0,0 0 2 0,0 0-7 0,0 0-1 16,0 0-3-16,0 0 6 0,0 0-3 0,0 0-3 15,0 0 2-15,0 0-2 0,0 0 0 16,0 0 2-16,-6 18-5 0,2-15 4 0,2 2-3 16,-1-1 0-16,-1-1 1 0,0 1-6 0,1-1-7 0,-1 2-11 15,-1-1-12-15,1-1-8 0,1 0-1 0,-2-3-15 16,1 2-5-16,4-2 0 0,-8 2 7 0,8-2 0 15,-7-2-2-15,7 2 1 0,-8-2 3 0,5-1 5 16,3 3 7-16,-6-4 4 0,3-1 8 0,1 1 7 16,-1 0 17-16,1-1 4 0,0 1 7 0,2 4 3 15,-4-8 12-15,2 3 10 0,2 5-3 0,-2-6 4 16,2 6-3-16,-2-5-1 0,2 5-3 0,0 0-6 16,-2-5 0-16,2 5-6 0,0 0-2 0,0 0 3 15,0 0-5-15,0 0 2 0,0 0-6 0,0 0 3 16,0 0-1-16,-6 12 0 0,6-12-4 0,-1 5 2 15,1-5-2-15,-2 7 1 0,2-7 0 0,-3 7-2 16,0-4 0-16,3-3 2 0,-6 7-3 0,4-5-3 0,-2 1 1 16,4-3-7-16,-7 3-4 0,3-1-1 0,4-2-4 15,-7 3-6-15,3-3-8 0,4 0 0 0,-7 1-2 16,7-1-5-16,-8-1 9 0,8 1 4 0,-5-1 2 16,5 1 0-16,-6-4 2 0,3 1 4 0,0-1-1 15,3 4 0-15,-5-6 2 0,4 3 4 0,1 3 4 16,-4-9 10-16,2 6 5 0,2 3-3 0,-2-9 3 15,2 9 9-15,-3-7 5 0,3 7-3 0,-1-7 3 16,1 7-1-16,0 0 3 0,0-6-4 0,0 6-3 16,0 0-3-16,0 0 0 0,0 0-4 0,0 0 3 15,0 0 3-15,0 0 0 0,0 0 2 0,0 0-2 16,0 0 2-16,0 0-4 0,0 0-3 0,0 0 0 16,0 0-3-16,0 20 2 0,0-20-1 0,-2 9-5 15,1-5 7-15,0 1-5 0,-1-1 0 0,-2-1 0 16,-1 2-3-16,2-1 2 0,-2 1-2 0,0-2-2 15,-3 1 1-15,2 0 0 0,-1-1-1 0,0-1-6 16,1 3-5-16,-2-2-11 0,0-2-5 0,2 1-3 0,-2-1-8 16,1-2-2-16,2 0-5 0,5 1 2 0,-12-1 0 15,8 0 5-15,4 1 1 0,-8-4 6 16,5 2 4-16,3 2 0 0,-6-4 5 0,4-1 0 0,2 5 1 16,-2-8-2-16,2 8 7 0,-1-6 4 0,1 6 0 15,0-7 8-15,0 7 6 0,0 0 5 0,4-6 3 16,-4 6 4-16,3-4 1 0,-3 4 8 0,6-2 7 15,-6 2 5-15,7 1 9 0,-7-1 2 0,8 3 0 16,-5-1 5-16,4 2 2 0,-3 0 8 0,1 1 0 16,-2-2-3-16,0 3-4 0,0-1-4 0,0 0-2 15,-1 2-2-15,-1 0-6 0,-1-1-5 0,-1 1-1 16,-2 0-2-16,-2 0-6 0,2 1 1 0,-3-1-6 16,2-1-5-16,-3-1-8 0,2 1-9 0,-3-3-16 0,1 2-17 15,1-3-13-15,1 0-33 0,1-2-34 16,4 0-46-16,-9 2-45 0,9-2-212 0,0 0-448 15,-4-5 199-15</inkml:trace>
          <inkml:trace contextRef="#ctx0" brushRef="#br0" timeOffset="-21748.4707">-3867 1342 15 0,'0'0'376'16,"-7"-8"-19"-16,7 8-24 0,0 0-18 0,0 0-23 15,2-8-24-15,-2 8-23 0,0 0-26 0,0 0-25 16,4-8-41-16,-4 8-46 0,2-3-76 0,-2 3-86 16,0 0-95-16,0 0-300 0,0 0-488 0,0 0 216 15</inkml:trace>
          <inkml:trace contextRef="#ctx0" brushRef="#br0" timeOffset="-22607.8092">-3980 996 175 0,'0'0'200'15,"0"0"-15"-15,0 0-22 0,0 0-16 0,0 0-14 16,0 0-12-16,-17-2-7 0,10 3-14 0,0-1-12 16,1 1-6-16,-2 0-8 0,1-1-6 0,3 0-1 15,-3 0-4-15,7 0 1 0,-9-1 1 0,5 0 7 0,4 1-7 16,-7-3-2-16,4 0-2 0,3 3-10 15,-3-7-2-15,1 2-3 0,2 5-5 0,-1-8-5 16,1 8-5-16,-1-9 0 0,1 9-9 0,0-9-13 0,0 9-14 16,0-9-24-16,0 9-35 0,0 0-47 0,0-7-52 15,0 7-190-15,0 0-381 0,0 0 168 0</inkml:trace>
          <inkml:trace contextRef="#ctx0" brushRef="#br0" timeOffset="-22248.4597">-4425 1110 239 0,'-7'-5'277'0,"7"5"-10"0,0 0-16 0,0 0-18 16,0 0-16-16,0 0-15 0,0 0-13 0,0 0-6 15,0 0-6-15,0 0-19 0,16 6-12 0,-14-3-13 0,2-1-8 16,-1 1 0-16,1-1-3 0,0 2-4 16,-1 0-11-16,1-1-11 0,0 2-12 0,-2-1-3 15,1-1-9-15,-2 2-8 0,-1-5-5 0,1 10-9 16,-2-4-2-16,-2-1-3 0,-1 1-8 0,-1-2 0 0,-2 3-18 15,1-2-15-15,-1 2-22 0,0-3-27 0,0 1-39 16,1-2-36-16,1 0-45 0,1 0-57 0,1-1-65 16,3-2-217-16,0 0-546 0,0 0 241 0</inkml:trace>
          <inkml:trace contextRef="#ctx0" brushRef="#br0" timeOffset="-24672.3909">-3278 1099 30 0,'0'0'185'0,"0"0"-14"0,0 0-15 15,0 0-18-15,0 0-4 0,0 0-11 0,0 0-3 16,0 0-12-16,-18 3-1 0,14-3-13 0,4 0-2 0,-6 5-9 15,6-5-5-15,-5 3-9 0,5-3-6 16,-4 4-4-16,4-4-7 0,-3 5-3 0,3-5-6 16,0 0-8-16,0 7 5 0,0-7-7 0,0 0-5 0,4 8-3 15,-2-5 2-15,-2-3-6 0,6 4-2 0,-3-1-5 16,1 0 2-16,-1 0-4 0,2 0 1 0,-3-1-4 16,-2-2 2-16,7 3-1 0,-3 0-2 0,-4-3-5 15,6 2 5-15,-2 0-2 0,-4-2-1 0,5 2-1 16,-5-2-4-16,4 1 2 0,-4-1 1 0,0 0 0 15,0 0-4-15,3 3 0 0,-3-3 0 0,0 0 5 16,0 0 0-16,0 0-6 0,0 0 4 0,-10 3 1 16,10-3-4-16,-6 0 0 0,2 2 0 0,4-2 2 15,-9 1-2-15,4 0-1 0,1 0 0 0,-2-1 1 16,6 0-2-16,-8 4 5 0,4-4-2 0,-1 2 0 16,0-2-2-16,-1 0 3 0,0 0-2 0,0 1-2 15,-2-1 1-15,1 0 1 0,0-1 0 0,-1-1 3 0,-1-1 1 16,0 1 3-16,-1-2 1 0,3 1 8 15,0-1 9-15,1 1 11 0,1-2-3 0,1 1 9 16,2 1-2-16,-1-2-2 0,2-1 6 0,1 6 2 0,-2-10 1 16,2 1 5-16,1 1-1 0,0-1-1 0,0-1-7 15,3-2 0-15,-1 0-3 0,1-1-5 0,0 1-3 16,0-1-2-16,1 0-1 0,-3 4-1 0,1 0-5 16,-1 3-3-16,0 2-3 0,0-1-8 0,-2 5-20 15,2-7-29-15,-2 7-29 0,0 0-52 0,0 0-47 16,0 0-67-16,0 0-183 0,0 0-453 0,-17 13 201 15</inkml:trace>
          <inkml:trace contextRef="#ctx0" brushRef="#br0" timeOffset="-24045.2025">-3547 990 33 0,'0'0'248'0,"0"0"-20"0,0 0-14 15,0 0-15-15,0 0-11 0,0 0-8 0,0 0-2 16,0 0-7-16,0 0-8 0,0 0-17 0,7 15-8 16,-6-11-14-16,1 0-10 0,1 2-9 0,-3-1-6 15,0-5-12-15,3 11-5 0,-2-3-6 0,-1-1-8 16,0 1-8-16,-1-3-4 0,0 3-5 0,0 1-2 15,-2-2-10-15,1 1-2 0,0 2-5 0,-2-2 0 16,0-1-7-16,-2 1 1 0,1-1-3 0,0 0-3 16,-2 0-3-16,1-1 1 0,0 1-4 0,0-1 3 15,0 0 2-15,0-1-5 0,0 1-8 0,0-3 5 16,2 1-4-16,-1-2 2 0,2 1-6 0,3-3 5 16,-6 5-10-16,4-3 8 0,2-2-6 0,-3 4 0 15,3-4 0-15,0 0 3 0,0 0-4 0,-2 5 3 31,2-5 3-31,0 0-3 0,0 0-4 0,0 0 3 0,7 6 1 0,-7-6-3 0,6 2 0 0,-1-1 2 16,-5-1-2-16,7 4 1 0,-4-3 3 0,0 2 0 16,2-2-3-16,-1 1 0 0,-4-2 0 0,5 3-2 0,-5-3 1 15,4 3 1-15,-1 0 1 0,-3-3 0 16,1 4 2-16,-1-4 1 0,0 0 3 16,0 8 0-16,0-8-1 0,0 0 5 0,-4 9 0 15,2-6 4-15,2-3 1 0,-7 5 0 0,3-2-2 16,-1 1 0-16,-1-1 1 0,0-1-4 0,-1 0 1 0,-1 0 3 0,0 0-2 15,1-1-2-15,-4 0-2 0,-1 0-2 0,1-1 8 0,0-1-6 16,-1-1 0-16,3 0 0 0,0 1-4 0,-1-2 0 16,2 0 1-16,1-2 1 0,0 2-1 0,1-3 0 15,0 1-3-15,0 1-4 0,3-2 5 0,1 1-12 16,0-2-12-16,1-1-11 0,1 1-16 0,0 7-21 16,2-14-39-16,1 7-44 0,-2 1-31 0,4 1-52 15,-1-2-251-15,0 1-524 0,-1 3 232 0</inkml:trace>
          <inkml:trace contextRef="#ctx0" brushRef="#br0" timeOffset="-13045.9785">-4626 1200 300 0,'0'0'310'0,"0"0"-18"16,0 0-16-16,0 0-11 0,0 0-16 0,0 0-11 16,0 0-13-16,0 0-27 0,0 0 1 0,0 0-18 15,0 0-23-15,0 0-10 0,0 0-17 0,6-15-10 16,-6 15-11-16,0 0-14 0,0 0-13 0,3-3-20 0,-3 3-23 16,0 0-29-16,0 0-32 0,4-2-43 0,-4 2-46 15,0 0-53-15,0 0-51 0,0 0-52 0,0 0-210 16,0 0-516-16,0 0 228 0</inkml:trace>
        </inkml:traceGroup>
      </inkml:traceGroup>
    </inkml:traceGroup>
    <inkml:traceGroup>
      <inkml:annotationXML>
        <emma:emma xmlns:emma="http://www.w3.org/2003/04/emma" version="1.0">
          <emma:interpretation id="{3077DA43-5B8F-40F0-99C4-59A2825BF033}" emma:medium="tactile" emma:mode="ink">
            <msink:context xmlns:msink="http://schemas.microsoft.com/ink/2010/main" type="paragraph" rotatedBoundingBox="14273,8117 4915,8095 4917,7307 14274,7329" alignmentLevel="1"/>
          </emma:interpretation>
        </emma:emma>
      </inkml:annotationXML>
      <inkml:traceGroup>
        <inkml:annotationXML>
          <emma:emma xmlns:emma="http://www.w3.org/2003/04/emma" version="1.0">
            <emma:interpretation id="{D5D711C8-1ABE-4DB3-B1C1-12B5B0A207EB}" emma:medium="tactile" emma:mode="ink">
              <msink:context xmlns:msink="http://schemas.microsoft.com/ink/2010/main" type="line" rotatedBoundingBox="14273,8117 4915,8095 4917,7307 14274,7329"/>
            </emma:interpretation>
          </emma:emma>
        </inkml:annotationXML>
        <inkml:traceGroup>
          <inkml:annotationXML>
            <emma:emma xmlns:emma="http://www.w3.org/2003/04/emma" version="1.0">
              <emma:interpretation id="{C047D3D0-8425-4451-8A0C-827945AE1FDC}" emma:medium="tactile" emma:mode="ink">
                <msink:context xmlns:msink="http://schemas.microsoft.com/ink/2010/main" type="inkWord" rotatedBoundingBox="14273,8048 11625,8041 11626,7410 14274,7416"/>
              </emma:interpretation>
              <emma:one-of disjunction-type="recognition" id="oneOf9">
                <emma:interpretation id="interp9" emma:lang="" emma:confidence="1">
                  <emma:literal/>
                </emma:interpretation>
              </emma:one-of>
            </emma:emma>
          </inkml:annotationXML>
          <inkml:trace contextRef="#ctx0" brushRef="#br0" timeOffset="-153756.4089">115-1 126 0,'0'0'162'0,"0"0"-11"0,0 0-10 16,0 0-6-16,0 0-3 0,0 0-2 0,0 0-5 16,0 0-5-16,0 0-10 0,0 0-2 0,0 0 0 0,0 0-7 15,0 0-5-15,0 0 4 0,0 0-1 0,0 0-11 16,-2 9-3-16,2-9-6 0,0 0 0 16,-2 7-1-16,2-7-9 0,-1 6-6 0,1-6-3 0,-3 4-9 15,3-4-1-15,-3 7-5 0,1-5-5 0,2-2-7 16,-4 5 1-16,4-5-4 0,-3 5-3 0,3-5-5 15,-3 3-2-15,3-3 0 0,-3 5 0 0,3-5-1 16,0 0-2-16,-6 0-3 0,6 0-2 0,0 0-3 16,0 0 3-16,-7-3-1 0,7 3-2 0,-4-6 0 15,4 6 1-15,-3-7 1 0,3 7-3 0,-2-5 5 16,2 5-6-16,-2-9 2 0,0 6 3 0,2 3-5 16,0 0 3-16,-2-8-3 0,2 8 0 0,-3-3-2 15,3 3 1-15,-4-3 3 0,4 3-6 0,0 0 0 16,-6-4 0-16,6 4 0 0,0 0 1 0,-8 3-1 15,8-3-7-15,-7 2-1 0,3 0-27 0,4-2-28 16,-7 3-42-16,3 3-32 0,0-4-45 0,4-2-59 16,-7 3-169-16,4 2-438 0,-1-1 193 0</inkml:trace>
          <inkml:trace contextRef="#ctx0" brushRef="#br0" timeOffset="-153568.9328">15 169 230 0,'0'0'337'0,"0"0"-14"0,10-12-20 0,-10 12-21 16,4-4-21-16,-4 4-24 0,3-4-28 0,-3 4-19 16,0 0-30-16,3-4-34 0,-3 4-60 0,0 0-82 15,0 0-93-15,0 0-108 0,0 0-180 0,0 0-431 16,0 0 191-16</inkml:trace>
          <inkml:trace contextRef="#ctx0" brushRef="#br0" timeOffset="-152647.1283">-157-1 160 0,'11'0'216'0,"-11"0"-16"16,0 0-17-16,9 3-16 0,-5 0-7 0,-1 0-18 15,-1 0-10-15,2 2-11 0,-2-3-10 0,1 2-3 16,0 0-5-16,-3-4-7 0,3 8-8 0,-1-2-3 15,-2-2-6-15,0-4-8 0,1 9-4 0,-1-4-5 16,0-5 2-16,-1 10-7 0,1-5-4 0,0-5-4 16,-2 7-3-16,0-4-7 0,-1 2-2 0,3-5-5 15,-4 6-2-15,2-3-4 0,2-3 4 0,-6 4-8 16,3-2-3-16,3-2-4 0,-8 0 1 0,8 0-5 16,-8 0-2-16,2-3-2 0,6 3-6 0,-9-3-4 15,3 0-4-15,0-2-2 0,0 1-3 0,2 0-2 16,-1-3 0-16,1 1-2 0,0 2 1 0,0-1-6 15,2 0-3-15,-1-2 2 0,0 1 0 0,2-2 2 0,1 1 5 16,0-1-2-16,0 8 6 0,2-10-1 16,-2 3 1-16,2 3 0 0,-2 4 3 0,4-8-4 15,-3 5 5-15,1-2-2 0,-2 5 3 0,7-6 3 0,-4 3-5 16,0 2 3-16,-3 1 4 0,6-4-2 0,-3 2 4 16,-3 2-1-16,6-2 7 0,-6 2 1 0,7 1 3 15,-7-1-1-15,5 4 1 0,-5-4 3 0,3 7 0 16,-1-2 0-16,-2-5-2 0,2 9-2 0,-2-6 3 15,0-3-1-15,-1 9 0 0,1-9-3 0,-4 8 2 16,3-3-2-16,-1-1-1 0,-1 0-3 0,3-4 0 16,-6 6 1-16,1-2 2 0,-1-3-5 0,0 1-3 15,1-1 1-15,0 0 5 0,-1 0-10 0,0-2 1 16,-1 0 1-16,1 0-1 0,-1-1 0 0,0 1-1 16,0-2 4-16,1-1-1 0,-1 0-1 0,1 0 1 15,0 0-2-15,1 0 2 0,1 0 1 0,-1 0 6 16,1 1-1-16,1-3 12 0,0 1 6 0,3 5 9 15,-4-6 2-15,2 3 5 0,2 3 2 0,-3-6-1 16,3 6 1-16,0 0 0 0,-3-3-7 0,3 3 3 16,0 0-6-16,0 0-5 0,0 0-2 0,0 0-4 15,0 0 1-15,0 0-1 0,0 0-3 0,0 0-5 16,0 0 1-16,0 0 1 0,0 0-3 0,0 0-2 0,3 20-1 16,-1-15 3-16,-2 0-6 0,2 1 1 0,-2-6 1 15,-1 11 0-15,0-6-2 0,-1 0 2 0,1 1 0 16,-3-1-1-16,-1-1 0 0,0 0 0 15,0 0-4-15,-1 0-1 0,0-1-1 0,0 0-7 0,-1 0-8 16,1-1-4-16,-1-2-14 0,0 0-12 0,1 0-17 16,-1 0-16-16,7 0-32 0,-9 0-34 15,6-3-44-15,3 3-49 0,-6-2-184 0,6 2-456 0,0 0 203 16</inkml:trace>
          <inkml:trace contextRef="#ctx0" brushRef="#br0" timeOffset="-152506.514">-287 157 117 0,'0'0'250'0,"0"0"-12"0,0 0-18 0,0 0-18 15,0 0-17-15,-9 4-19 0,9-4-18 0,-7 0-16 16,7 0-13-16,-10-1-20 0,5 0-27 0,5 1-43 0,-10 0-52 15,5-3-70-15,2 1-218 0,-3-1-336 16,0-1 149-16</inkml:trace>
          <inkml:trace contextRef="#ctx0" brushRef="#br0" timeOffset="-151975.2731">-500-31 89 0,'4'-6'221'0,"-2"4"-20"0,-2 2-17 16,6-2-21-16,-6 2-12 0,7-1-17 0,-7 1-13 15,7 0-9-15,-7 0-15 0,9 5-8 0,-6-3-5 16,0 2-12-16,1-1-6 0,0 2-5 0,-1-1-6 15,1 1-7-15,-2-1-6 0,0 1 0 0,0-1-8 16,1 2 0-16,-1-2-8 0,-2-4-2 0,4 8-3 16,-1-3-1-16,-2-2-5 0,2 1 3 0,-3-4-7 15,2 6 5-15,1-3-6 0,-1 0 3 0,-2-3-2 0,4 4-1 0,-1 0 3 0,-3-4-4 0,4 3-1 32,-4-3 1-32,4 2 2 0,-4-2 8 0,0 0 10 0,3 2 7 0,-3-2 3 0,0 0 0 0,0 0 0 0,0 0-6 31,0 0 2-31,0 0 3 0,0 0 1 0,0 0 1 15,0 0-1-15,-17-3-7 0,17 3 1 0,-8-1 2 16,2 1 3-16,-1 0 1 0,1 0-1 16,-3 0-2-16,2 0-2 0,-4 1 2 0,3-1 4 0,0 1-4 0,-3 1-7 0,0 0 4 0,3 1-2 0,-1-3-4 15,-2 3 3-15,2 0-3 0,2 0 2 0,-3 0 3 32,3 2 1-32,0-1-5 0,-1 2 5 0,1-2-2 15,1 1 0-15,0 2 3 0,0 1-3 0,2-2 4 16,-1 3-3-16,1 0-3 0,-1 3 1 0,4-1-1 15,-2-1-2-15,3 1-3 0,0-2 1 0,0 3-4 0,3 0-5 0,-2-3 0 0,2 0-1 0,2 0-2 16,1 0-7-16,0-2-11 0,3 1-18 0,-3-4-32 16,1 0-30-16,0 0-33 0,4-1-42 0,-3-2-61 15,3-1-72-15,-2 0-205 0,-2-1-539 0,0-1 239 32</inkml:trace>
          <inkml:trace contextRef="#ctx0" brushRef="#br0" timeOffset="-151725.2977">-447 159 99 0,'0'0'286'0,"0"0"-15"0,0 0-12 0,7 1-19 16,-7-1-15-16,0 0-13 0,0 0-22 0,0 0-17 15,0 0-18-15,-19-1-13 0,14 1-13 0,-1-1-15 16,1 1-8-16,5 0-18 0,-10 0-26 0,5-2-25 16,5 2-37-16,-9 0-45 0,9 0-50 0,-6 0-56 15,6 0-52-15,-6-1-180 0,6 1-414 0,0 0 183 16</inkml:trace>
          <inkml:trace contextRef="#ctx0" brushRef="#br0" timeOffset="-151569.0823">-491 200 68 0,'0'0'305'0,"0"0"-6"0,0 0-11 0,0 0-22 15,0 0-20-15,0 0-21 0,0 0-24 0,0 0-19 16,0 0-21-16,0 0-33 0,0 0-50 0,0 0-70 0,0 0-90 16,0 0-112-16,0 0-170 0,0 0-393 0,0 0 174 15</inkml:trace>
          <inkml:trace contextRef="#ctx0" brushRef="#br0" timeOffset="-151069.1051">-709 72 45 0,'-6'7'175'0,"6"-7"-13"0,0 0-18 15,0 0-4-15,-7-1-10 0,7 1-10 0,0 0-15 16,0 0 1-16,-11-5-12 0,7 4-3 0,4 1-7 16,-5-5-3-16,5 5-10 0,-4-4-4 0,4 4-6 15,-4-5-4-15,4 5-3 0,-3-5-5 0,3 5-2 16,0 0-5-16,1-7-4 0,-1 7-1 0,0 0-1 16,1-10-5-16,-1 10 19 0,3-4 1 0,-3 4 3 15,2-4 2-15,-2 4 0 0,0 0-3 0,4-1 4 0,-4 1 6 16,5-1-1-16,-5 1-4 0,0 0-4 0,9 2 2 15,-6 2 0-15,0 0 1 0,1 0-3 16,-3 0 1-16,1 4 8 0,-1 0 9 0,0-1 4 0,0 1-4 16,-1 1-3-16,-3 1-5 0,1-1 4 0,-2-1-14 15,-1 4-1-15,1-3-8 0,-3 1-7 0,2-2-3 16,-4 1-7-16,2-3-20 0,1 0-31 0,-1 0-54 16,-1-1-54-16,1-2-59 0,0-1-83 0,-1 2-229 15,1-3-543-15,-2-1 239 0</inkml:trace>
          <inkml:trace contextRef="#ctx0" brushRef="#br0" timeOffset="-150131.6881">-940-4 104 0,'0'0'231'0,"0"0"-12"0,0 0-10 0,7-8-15 16,-7 8-11-16,4-2-11 0,-4 2-16 0,7-3-9 0,-7 3-12 15,7-1-10-15,-4-1-15 0,-3 2-11 16,6-1-9-16,-6 1-6 0,6-3-11 0,-6 3-6 16,0 0-7-16,6 3-4 0,-6-3-15 0,5 1 0 0,-5-1-2 15,3 4-7-15,-3-4-2 0,3 4-5 0,-3-4-6 16,3 6-1-16,-3-6-7 0,2 6-6 0,-2-2-3 16,0-4-1-16,2 6-5 0,-2-6 6 0,1 6-8 15,-1-6 3-15,1 8 1 0,-1-8-3 0,-1 7-5 16,1-7 2-16,1 8-7 0,-1-8-4 0,2 4-1 15,-2-4-4-15,1 5-2 0,-1-5-2 0,3 3 2 16,-3-3 1-16,4 2-2 0,-4-2 0 0,3 2 2 16,-3-2 1-16,6 3 3 0,-6-3 0 0,5 2 6 15,-5-2-2-15,5 1 5 0,-5-1-4 0,6 0 4 16,-6 0 4-16,0 0 0 0,6-1-1 0,-6 1 6 16,0 0-1-16,0 0-1 0,4-3 2 0,-4 3-2 15,0 0 3-15,0 0 7 0,0 0 1 0,1-6 0 0,-1 6 4 16,0 0-1-16,0 0 4 0,0 0 1 15,0 0-1-15,0 0 0 0,0 0 1 0,-7-8 1 16,7 8 4-16,0 0-1 0,0 0-1 0,-10 3-1 16,10-3 5-16,-9 2 0 0,4-1-1 0,1 1 1 0,4-2-7 15,-11 1 6-15,7 2-2 0,-2-1 0 0,0-1-2 16,-1 1-5-16,1 1 0 0,-1-1-1 0,1-1-2 16,-1 0 3-16,0-1-6 0,1 2 1 0,0-2 2 15,0 0-1-15,6 0 0 0,-10 0 2 0,6 0-3 16,4 0-1-16,-11-3-1 0,8 2-1 0,-1-1 0 15,-1-1 4-15,1 0 1 0,4 3-1 0,-5-6-1 16,3 0 0-16,0 3 6 0,-1-3 0 0,0 1 4 16,1 0-3-16,0 0-2 0,1 0 7 0,-1-1 2 15,-1 0-1-15,1 2 0 0,2 4 0 0,-3-8 3 16,3 8-3-16,-3-6-4 0,3 6 6 0,-2-4-4 16,2 4-5-16,-3-3 4 0,3 3-9 0,0 0 8 15,-9 3-8-15,9-3 0 0,-8 4 2 0,4 1-1 0,1-2 0 16,-3 3-3-16,1 1-9 0,1 0-11 15,-2 0-24-15,2 0-21 0,-1 2-38 0,-1 0-40 16,2-2-34-16,2 1-53 0,-2 0-175 0,2-2-432 0,2 0 191 16</inkml:trace>
          <inkml:trace contextRef="#ctx0" brushRef="#br0" timeOffset="-149944.2019">-914 172 259 0,'6'-4'348'16,"-6"4"-4"-16,0 0-14 0,3-4-17 0,-1 0-23 15,-2 4-29-15,0 0-27 0,1-7-25 0,-1 7-18 16,0 0-34-16,3-6-25 0,-3 6-77 0,0 0-84 16,0 0-95-16,2-5-118 0,-2 5-213 0,0 0-493 15,0 0 219-15</inkml:trace>
          <inkml:trace contextRef="#ctx0" brushRef="#br0" timeOffset="-149225.4923">-1256 3 179 0,'0'0'192'0,"0"0"-9"0,0 0 0 0,0 0-2 0,0 0-3 16,0 0-16-16,0 0-11 0,11 13-13 0,-8-12-5 16,0 2 0-16,1 2-1 0,0-2-7 0,0 1-5 15,1 0-7-15,-1 0-2 0,0-1-7 0,-1 0-9 16,-1 2-3-16,1-1-7 0,0-1-4 0,-1 2-2 15,1-1-11-15,-2-1-3 0,-1-3-9 0,1 7-5 0,-1-7-1 16,0 7-8-16,0-7-10 0,0 0-23 0,-8 4-21 16,2-2-30-16,-2 0-34 0,1-1-48 0,-5 1-47 15,4-2-64-15,-3 0-210 0,1-1-480 16,-2-2 213-16</inkml:trace>
          <inkml:trace contextRef="#ctx0" brushRef="#br0" timeOffset="-148975.5087">-1388 40 194 0,'0'0'244'16,"-4"11"-9"-16,4-11-8 0,0 0-7 0,1 9 0 15,-1-9-8-15,2 9-10 0,-1-3-6 0,-1 0-3 16,0 1-5-16,0 1-19 0,2 0-4 0,-2 0-5 15,-2 1-25-15,1 0-1 0,-3 1-18 0,0-2-9 0,-1 2-9 16,-1 0-16-16,0-1-9 0,-2 1-10 0,2-2-25 16,-1 0-20-16,1-2-26 0,-1 0-53 0,1-1-45 15,-2-1-60-15,2 0-60 0,-1-1-295 0,3-1-563 16,-1-2 249-16</inkml:trace>
          <inkml:trace contextRef="#ctx0" brushRef="#br0" timeOffset="-148584.9254">-1507 75 106 0,'0'0'141'0,"0"0"-9"0,-14 3-16 16,14-3-8-16,0 0-13 0,-6 3-10 0,6-3-14 15,-5 0-2-15,5 0-15 0,0 0 2 0,0 0-5 0,-8-2-8 16,8 2 1-16,0 0-10 0,-5-4 1 0,5 4-5 16,-2-3 0-16,2 3-9 0,0 0-2 15,-2-8 4-15,2 8-4 0,-2-4 2 0,2 4 6 0,0 0-2 16,0 0-8-16,3-9 8 0,-3 9 1 0,0 0 4 16,2-5 1-16,-2 5 6 0,0 0 2 0,4-3 3 15,-4 3 7-15,0 0 8 0,8 1 8 0,-8-1-2 16,6 4-6-16,-3-1-3 0,-3-3 2 0,6 4 0 15,-3 1-3-15,-1-1 7 0,0 1 2 0,-1 1 1 16,1 0-1-16,-2 0 1 0,-2 1 1 0,1 1-1 16,-3 0 5-16,1-1-11 0,-2 0-4 0,-1 0-3 15,0 0-8-15,-3 1-8 0,-1-1-17 0,1-2-42 16,-2-1-63-16,0 2-70 0,3-4-293 0,0 0-486 0,0-2 215 16</inkml:trace>
          <inkml:trace contextRef="#ctx0" brushRef="#br0" timeOffset="-147819.3535">-1674-122 234 0,'0'0'316'0,"5"-7"-9"0,-5 7-18 0,2-3-22 0,-2 3-16 15,3-4-25-15,-3 4-25 0,4-4-15 0,-4 4-22 16,0 0-8-16,0 0-40 0,0 0-38 0,0 0-67 16,0 0-65-16,0 0-84 0,0 0-297 0,0 0-472 15,-15 13 209-15</inkml:trace>
          <inkml:trace contextRef="#ctx0" brushRef="#br0" timeOffset="-148038.0889">-1669-12 77 0,'-6'0'148'16,"6"0"-3"-16,0 0-7 0,-7 0-10 0,7 0-11 16,0 0 2-16,-9 1-10 0,9-1-4 0,-6 2-7 15,6-2-1-15,-5 3-9 0,1-1-2 0,4-2-10 0,-6 4-5 16,4-1-7-16,2-3-7 0,-3 5-6 0,3-5-4 16,-2 5 2-16,2-5-8 0,0 0-3 0,0 0 0 15,5 12-4-15,-3-9-8 0,1 0-1 0,1 1-3 16,0-1-2-16,-1-1-1 0,1 1-1 0,-1-1-1 15,1 1-3-15,1 0-3 0,-2-2 2 0,1 2-1 16,-4-3-9-16,4 3 3 0,-4-3 5 0,4 3-3 16,-4-3 4-16,0 0-1 0,4 2 2 0,-4-2 0 15,0 0 3-15,0 0 3 0,0 0 9 0,-9 7 10 16,5-5-5-16,-1-1 0 0,-1 2 2 0,-1-1-1 16,2 0 3-16,-2-1 8 0,-1 2 2 0,0-3 4 15,0 2-2-15,-1 1-1 0,1 0 1 0,1-1-5 16,1 0-2-16,-2 2 3 0,2-1-6 0,-1 1 2 0,0 0-8 15,2 0 5-15,0 1-5 0,-1-1 2 16,2 2-1-16,0-1 0 0,1 2 8 0,1 0-3 16,1 2-2-16,0-2-4 0,-1 1 4 0,2 1-6 0,1-2-5 15,0 1 2-15,1 1-9 0,1-2 1 0,1 0-3 16,0-2 0-16,1 1-1 0,1-1-7 0,1-2-5 16,0-2-19-16,0 0-8 0,2-1-10 0,-1-1-23 15,-1 0-18-15,1-2-28 0,-1 0-27 0,1-3-38 16,0-2-49-16,0-1-66 0,0 0-144 0,-2 0-461 15,-1-1 205-15</inkml:trace>
          <inkml:trace contextRef="#ctx0" brushRef="#br0" timeOffset="-146381.9314">-1869-316 13 0,'0'0'243'16,"0"0"-12"-16,0 0-17 0,0 0-14 0,0 0-17 15,0 0-14-15,0 0-14 0,0 0-8 0,0 0-10 16,0 0-8-16,0 0-6 0,-12 14 0 0,7-6-6 16,1-2-12-16,1 2-6 0,-3 1-9 0,0 1-9 15,-1 1-8-15,1-2-3 0,-3 2-8 0,2-1-9 16,-3 0-4-16,2 0-5 0,-1-2-7 0,0 0-18 0,1-1-21 15,-2 0-26-15,2-2-30 0,3 1-43 16,-2-3-47-16,3 0-50 0,-1-1-208 0,2 1-438 16,3-3 194-16</inkml:trace>
          <inkml:trace contextRef="#ctx0" brushRef="#br0" timeOffset="-146600.6932">-1900-88 13 0,'0'0'260'15,"0"0"-16"-15,0 0-18 0,3-6-15 16,-3 6-8-16,0 0-15 0,1-3-13 0,-1 3-15 0,0 0-15 16,0 0-19-16,3-4-12 0,-3 4-15 0,0 0-26 15,0 0-44-15,0 0-58 0,0-7-86 0,0 7-239 16,0 0-383-16,0 0 169 0</inkml:trace>
          <inkml:trace contextRef="#ctx0" brushRef="#br0" timeOffset="-146975.6677">-1937 55 120 0,'0'0'192'0,"0"0"-11"16,0 0-13-16,0 0-8 0,0 0-13 0,0 0-15 15,0 0-11-15,0 0-14 0,-6 18-9 0,6-18-9 16,-2 5-8-16,2-5-17 0,-3 6 2 0,3-6-5 16,-4 4-10-16,4-4-2 0,-3 4-2 0,3-4-14 15,-6 2 2-15,6-2-5 0,-6 2-1 0,6-2-4 16,-7 0-5-16,7 0 1 0,-6-2 0 0,6 2-6 15,-8-5 0-15,5 2 0 0,0-2-5 0,1 1-3 16,-1-1-4-16,1 0 8 0,0-1-6 0,0 0 3 16,0-1-2-16,1-1 1 0,-1-1-5 0,1-1 7 15,1 1 6-15,-1-2 16 0,0 2 7 0,0 1 12 16,0-2 5-16,-1 3 2 0,2 0 11 0,-1 2 0 16,1 5 1-16,-1-8 5 0,1 8-6 0,-1-6-6 15,1 6-2-15,0 0-9 0,-2-7-2 0,2 7-6 16,0 0-4-16,0 0-4 0,0 0-4 0,0 0-4 0,0 0-1 15,0 0 1-15,0 0-3 0,-4 17-7 0,3-11 2 16,1-6 1-16,1 11 1 0,-2-3-2 16,0-1-3-16,0 1 1 0,-1 1-6 0,0-1 2 0,0 0-1 15,-4-1-3-15,3 0 3 0,-1 0-7 0,-2 0 3 16,1-2-2-16,0 1-2 0,-1-1 1 0,-2-1-3 16,2-1-7-16,0 2-5 0,-3-2-9 0,3-1-2 15,-1 0-1-15,0 0-4 0,1-2-2 0,-2 0-1 16,2 0-4-16,0-1 5 0,-1-1 3 0,1 0 2 15,3-1-3-15,-3-1 7 0,4 2-3 0,2 2 1 16,-6-7 5-16,4 2 1 0,0 1 4 0,2 4-1 16,0-9 1-16,0 9 3 0,-1-7-1 0,1 7 1 15,0 0 2-15,3-7 6 0,-3 7-4 0,3-3 0 0,-3 3 6 16,0 0 2-16,6-1 0 0,-6 1 3 16,0 0 1-16,0 0 11 0,10 6-1 0,-8-5 1 15,0 3 3-15,0 1 4 0,1-1 0 0,-2 3 1 0,0-3-2 16,0 4-1-16,-3 1-3 0,0-1 2 0,0 0-5 15,-4 4 0-15,1-1 0 0,-1 1 2 0,-2-2-11 16,2 0 3-16,-3 0-5 0,3-2-11 0,-1-1-14 16,2-2-18-16,2-1-24 0,0 1-28 0,-1-3-33 15,1 1-46-15,3-3-52 0,-4 2-240 0,4-2-495 16,0 0 219-16</inkml:trace>
          <inkml:trace contextRef="#ctx0" brushRef="#br0" timeOffset="-146210.0949">-2010-243 157 0,'0'0'173'0,"-9"10"-10"0,5-6-20 16,1 0-11-16,-1 1-10 0,0 2-14 0,-1-1-14 15,-1 1-18-15,-2 3-37 0,0-2-54 0,1 0-80 16,-3 1-89-16,2 0-197 0,-2-1 88 0</inkml:trace>
          <inkml:trace contextRef="#ctx0" brushRef="#br0" timeOffset="-145225.796">-2315 270 90 0,'0'0'243'0,"0"0"-15"15,0 0-19-15,0 0-17 0,0 0-15 0,-14 2-14 0,14-2-17 16,-10 1-12-16,4 1-19 0,-1-1-10 0,-1-2-18 16,0 1-31-16,1-2-42 0,1 2-74 15,1 0-98-15,-1-3-133 0,1 0-314 0,1 0 140 16</inkml:trace>
          <inkml:trace contextRef="#ctx0" brushRef="#br0" timeOffset="-145444.5303">-2346 21 121 0,'0'0'187'16,"0"0"-8"-16,0 0-14 0,0 0-4 0,0 0-16 15,0 0-8-15,0 0-17 0,0 0 5 0,0 0-7 16,10 11 0-16,-10-11-9 0,0 0-9 0,-1 10-2 0,1-10-11 15,-2 7-10-15,2-7-4 0,-5 8-12 16,2-5-6-16,0-2-4 0,3-1-4 0,-7 6-2 16,4-4-8-16,-1-1-4 0,0 2-2 0,4-3-5 0,-7 2-1 15,7-2-2-15,-7 2-1 0,7-2-2 0,-6 0-4 16,6 0 0-16,-7-1-3 0,7 1-2 0,-6-1 0 16,6 1-5-16,0 0 2 0,-6-2-1 0,6 2 1 15,0 0-3-15,-5-1 1 0,5 1-1 0,0 0-1 16,0 0-1-16,0 0 3 0,0 0-3 0,-4 7-2 15,4-7-3-15,1 7 7 0,-1-7-2 0,2 8-1 16,-2-8-1-16,3 9 1 0,-2-5 1 0,0 0-1 16,-1-4-2-16,1 9 3 0,-1-9-4 0,0 6 3 15,0-6-2-15,1 8-1 0,-1-8-7 0,0 6-4 16,0-6-7-16,0 0-8 0,0 0-11 0,-2 6-12 16,2-6-3-16,0 0-5 0,0 0-1 0,0 0-1 0,0 0 8 15,0 0 3-15,0 0-1 0,-11-11 9 16,9 7 2-16,2 4 6 0,-5-7 0 0,4 3 4 15,-2 0 5-15,3 4 3 0,-4-8 1 0,1 3 1 0,1 1 8 16,-2-2 0-16,0 3 10 0,1-1 2 0,0-1 2 16,0 2 1-16,3 3 2 0,-6-6-3 0,3 4 4 15,3 2 6-15,-6-3-1 0,6 3-1 0,-5-1 0 16,5 1-2-16,-7 0 1 0,1 0 0 0,6 0 0 16,-9 0 0-16,4 1 3 0,5-1-7 0,-9 2 6 15,5 1 9-15,1 0 1 0,3-3-2 0,-6 4 4 16,3-1 2-16,3-3 2 0,-3 8 8 0,1-3 11 15,2 0 11-15,0-5 2 0,3 14 0 0,-1-8-1 16,-1 3 3-16,2-3-4 0,0 4 7 0,1 1-1 16,1 1 2-16,-2 0-4 0,1 2-2 0,1-2-4 15,-2 1-6-15,0-1-7 0,0 0-4 0,0 0-3 16,-1-3-2-16,-1 0-16 0,1-1-16 0,0-1-44 0,-2 1-46 16,2-2-66-16,-2-3-59 0,0-3-247 0,1 9-498 15,-1-9 220-15</inkml:trace>
        </inkml:traceGroup>
        <inkml:traceGroup>
          <inkml:annotationXML>
            <emma:emma xmlns:emma="http://www.w3.org/2003/04/emma" version="1.0">
              <emma:interpretation id="{554BDD1E-51D6-4C6A-AC75-AA1029AE2D1E}" emma:medium="tactile" emma:mode="ink">
                <msink:context xmlns:msink="http://schemas.microsoft.com/ink/2010/main" type="inkWord" rotatedBoundingBox="11477,7956 10444,7953 10445,7546 11478,7548"/>
              </emma:interpretation>
              <emma:one-of disjunction-type="recognition" id="oneOf10">
                <emma:interpretation id="interp10" emma:lang="" emma:confidence="1">
                  <emma:literal/>
                </emma:interpretation>
              </emma:one-of>
            </emma:emma>
          </inkml:annotationXML>
          <inkml:trace contextRef="#ctx0" brushRef="#br0" timeOffset="-144444.5981">-2699 110 5 0,'0'0'165'15,"-6"-3"-14"-15,6 3-3 0,-6-3-22 0,6 3-14 0,-2-5-9 16,2 5-13-16,-3-3-8 0,3 3-7 0,0 0-9 16,-1-9-3-16,1 9-11 0,0-6 2 0,0 6-13 15,0 0-2-15,1-9-3 0,-1 9-2 0,1-5-1 16,-1 5 1-16,3-4 5 0,-3 4 1 0,0 0-7 16,4-6 4-16,-4 6 0 0,0 0-1 0,3-4-6 15,-3 4-3-15,0 0 7 0,0 0 0 0,7 0 6 16,-7 0 3-16,0 0 5 0,7 5 0 0,-5-2 6 15,-2-3 3-15,5 8 0 0,-3-5 2 0,-1 2 0 0,-1 2 7 16,0 0 10-16,0 1-3 0,-1 0-1 16,-3-1-3-16,0 2-4 0,0-2-2 0,-2 0-3 0,0 0-9 15,-3 2-3-15,2-1-10 0,-2-1-2 0,2-2-4 16,-1-1-19-16,1 1-29 0,-1 0-38 0,-1-1-61 16,3-3-65-16,0 3-273 0,-2-4-491 0,2 1 217 15</inkml:trace>
          <inkml:trace contextRef="#ctx0" brushRef="#br0" timeOffset="-143757.4321">-2897-29 171 0,'0'0'161'15,"0"0"-18"-15,0 0-12 0,0 0-17 16,-10 0-5-16,10 0-15 0,0 0-6 0,-6 5-10 0,6-5-5 16,-5 6-12-16,1-4 1 15,1 2-10-15,3-4-1 0,-6 4-6 0,2 0 0 0,3-2-9 0,-3 3-3 16,4-5-1-16,-2 7-1 0,2-7-4 0,0 6-1 15,0-6-5-15,0 6-7 0,0-6 5 0,0 0 4 16,3 8-5-16,0-6-4 0,-1 1 4 16,-2-3-4-16,5 3-2 15,-5-3 0-15,5 4-7 0,0-4 1 0,-5 0-2 16,7 3 2-16,-4-3 2 0,-3 0 1 0,6 1 3 16,-6-1 2-16,5 2 5 0,-5-2 8 0,0 0 1 0,4 1 0 0,-4-1-4 0,0 0 0 15,0 0-1-15,0 0-1 0,0 0-2 0,0 0-2 0,-20-1 2 16,14-1-9-16,-1 2 2 0,0-1 0 0,0-1-5 15,-1 2 3-15,-3-3-4 0,4 2 0 0,-1-1-7 16,1 0 10-16,0-2-3 0,0 1-1 16,2 3-3-16,0-3 2 0,0-1 0 0,0-1 0 0,1 3 11 15,4 2 6-15,-4-5 9 0,0 3 5 0,4 2 4 16,-3-6 6-16,3 6 1 0,-4-3 3 0,4 3 3 16,0 0-1-16,-2-5 1 0,2 5-7 0,0 0 1 15,-3-7 1-15,3 7-5 0,0 0-4 0,0 0-3 16,0 0-4-16,0 0-1 0,0 0-5 0,0 0-2 15,0 0-3-15,0 0-1 0,0 0-5 0,0 0 0 16,0 0-1-16,0 0 3 0,7 14-6 0,-6-9 0 16,-1-5-1-16,3 9-2 0,-2-6 0 0,1 1 3 0,-2-4-6 15,0 9 1-15,0-9 0 0,0 6-1 16,0-6 1-16,-4 8 2 0,1-4-5 0,-2-1 3 16,2-2 1-16,-4 0-3 0,0 1-4 0,-1-2-1 0,1 2-6 15,-1-1-4-15,-1-1-6 0,1 0-6 0,-2-1-20 16,3-1-13-16,-1-1-21 0,3 2-23 0,-2-2-35 15,3-1-34-15,1 0-53 0,-1 1-183 16,4 3-439-16,-1-11 194 0</inkml:trace>
          <inkml:trace contextRef="#ctx0" brushRef="#br0" timeOffset="-143460.6034">-2968-154 2 0,'0'0'300'0,"6"-5"-2"0,-4 2-12 0,2 0-21 16,-3-1-20-16,2 1-21 0,-3 3-17 0,5-5-21 15,-5 5-12-15,5-3-26 0,-5 3-19 0,0 0-23 0,0 0-24 16,0 0-43-16,0 0-47 0,0 0-54 16,0 14-76-16,0-14-62 0,-7 12-181 0,3-4-412 0,1 2 182 15</inkml:trace>
          <inkml:trace contextRef="#ctx0" brushRef="#br0" timeOffset="-143288.7402">-3027 167 112 0,'4'3'201'0,"-4"-3"-19"0,0 0-11 16,0 0-15-16,0 0-4 0,0 0-7 0,-17 2-9 16,13-2-12-16,-2 1-11 0,6-1-16 0,-15-3-7 0,7 3-18 15,0 0-21-15,-1-2-35 0,2 2-60 0,1-4-52 16,0 1-184-16,-1 0-303 0,2-1 134 0</inkml:trace>
          <inkml:trace contextRef="#ctx0" brushRef="#br0" timeOffset="-142663.7824">-3143-26 153 0,'0'0'203'0,"0"0"-5"0,6 0-6 15,-6 0-8-15,0 0-12 0,0 0-11 0,0 0-3 16,0 0-7-16,7 5-6 0,-7-5-15 16,2 5-4-16,-2-5-5 0,1 5-11 0,-1-5-11 0,0 7-9 15,0-7-8-15,-1 8-6 0,1-8-9 0,-2 8-2 16,2-8-10-16,-2 7-3 0,0-3-7 15,0 0-3-15,2-4-4 0,-4 4-3 0,4-4-4 0,-6 4-5 16,3-2-5-16,3-2-3 0,-7 3 2 0,4-3-4 16,3 0-5-16,-8 0-4 0,8 0-7 0,-12-3 0 15,6 2 1-15,0-3-2 0,-1 0 0 0,1 3-1 16,1-3-1-16,1 1 0 0,1 1 1 0,-4-2 1 16,3 0 1-16,4 4-2 0,-4-5 1 0,4 5 4 15,-4-5-3-15,2 2 2 0,2 3 0 0,-4-6 3 16,4 6 6-16,-3-6 4 0,3 6 0 0,-2-4 3 15,2 4 2-15,0 0 5 0,0 0-2 0,-3-5 0 16,3 5 0-16,0 0 0 0,0 0-4 0,0 0-2 0,0 0 4 16,0 0 2-16,0 0 2 0,0 0 3 0,0 0 2 15,0 0-1-15,0 0-3 0,0 0 0 16,0 0-3-16,7 15-5 0,-7-15 5 0,0 7-1 0,0-7-7 16,1 8 5-16,-1-8 0 0,0 7-1 0,0-7-3 15,-1 7 2-15,-1-2 3 0,2-5-4 0,-4 7-2 16,2-3 2-16,-1 0-6 0,0 0 6 0,0 0-5 15,-1-1-1-15,0-1 3 0,-1 2-5 0,-1-1-6 16,0-2 4-16,0 1 0 0,-3 0 3 0,0 0-2 16,0 0-1-16,-2-4 3 0,0 2-1 0,1 0-4 15,-2-1-1-15,-1-2 1 0,0 0 0 0,1 0-2 16,-5-1 1-16,5 2-7 0,2-3-4 0,-2 1-9 16,3-2-5-16,-1 1-8 0,3 1-17 0,0-2-19 0,1 1-24 15,1 1-33-15,1-2-35 0,2 0-39 16,0-2-28-16,4 1-60 0,-2-2-167 0,1 3-488 15,4-2 216-15</inkml:trace>
          <inkml:trace contextRef="#ctx0" brushRef="#br0" timeOffset="-142132.5753">-3198 227 21 0,'0'0'322'0,"6"-3"-18"0,-6 3-27 0,3-4-23 16,-3 4-25-16,2-7-24 0,-2 7-19 0,0 0-28 15,1-4-36-15,-1 4-55 0,0 0-56 0,0 0-87 16,0 0-95-16,-5-10-148 0,0 8-344 0,0 0 152 0</inkml:trace>
          <inkml:trace contextRef="#ctx0" brushRef="#br0" timeOffset="-142491.9238">-3367-118 182 0,'0'0'235'0,"0"0"-22"0,0 0-24 0,0 0-15 16,0 0-16-16,0 0-17 0,-15-3-14 0,15 3-15 15,-12 2-10-15,5 0-10 0,1 0-10 0,-1 0-12 16,2 1-24-16,-1-2-33 0,2 3-38 0,0-3-63 16,0 2-66-16,4-3-125 0,-4 7-301 0,2-3 134 15</inkml:trace>
          <inkml:trace contextRef="#ctx0" brushRef="#br0" timeOffset="-141632.5973">-3612 72 25 0,'0'0'188'0,"0"0"-22"0,0 0 0 0,0 0-15 15,0 0-17-15,0 0-7 0,-18 1-9 0,18-1-11 16,0 0-12-16,-8 2-8 0,8-2-13 0,0 0-3 16,-6-2-3-16,6 2-7 0,-4-1 0 0,4 1-3 15,-5-3-7-15,5 3 0 0,0 0-5 0,-4-5-6 16,4 5-1-16,-3-4-7 0,3 4 1 0,0 0-4 0,-2-8-1 15,2 8-5-15,0-6-1 0,0 6 0 16,0 0-5-16,5-8-1 0,-2 6-3 0,-3 2 3 16,6-5 0-16,-6 5-3 0,6-3 4 0,-6 3-5 0,5-2 6 15,-5 2 8-15,7 0 5 0,-7 0 1 0,8 1-2 16,-5 0 0-16,0 2 5 0,-3-3 2 0,4 6 1 16,-3 0 3-16,0-1 0 0,-1 2-2 0,0 1 0 15,-2 1-4-15,-1-1 3 0,-1 4-6 0,-2-1-1 16,-2 1-6-16,2-1-2 0,-1 1-3 0,-4 3-4 15,-1-1-30-15,4-5-33 0,0 0-49 0,-1-2-80 16,0-2-261-16,3-1-472 0,1 1 209 0</inkml:trace>
        </inkml:traceGroup>
        <inkml:traceGroup>
          <inkml:annotationXML>
            <emma:emma xmlns:emma="http://www.w3.org/2003/04/emma" version="1.0">
              <emma:interpretation id="{4BCF311A-ACA7-42DF-8968-941731C81E6E}" emma:medium="tactile" emma:mode="ink">
                <msink:context xmlns:msink="http://schemas.microsoft.com/ink/2010/main" type="inkWord" rotatedBoundingBox="10274,7957 8786,7953 8788,7410 10275,7413"/>
              </emma:interpretation>
              <emma:one-of disjunction-type="recognition" id="oneOf11">
                <emma:interpretation id="interp11" emma:lang="" emma:confidence="1">
                  <emma:literal/>
                </emma:interpretation>
              </emma:one-of>
            </emma:emma>
          </inkml:annotationXML>
          <inkml:trace contextRef="#ctx0" brushRef="#br0" timeOffset="-136929.8163">-3886-26 177 0,'-5'0'200'16,"5"0"-17"-16,0 0-15 0,0 0-12 0,0 0-11 15,0 0-9-15,0 0-10 0,0 0-10 0,0 0-5 16,0 0-3-16,0 0-9 0,0 0-3 0,0 0-8 0,5 17-11 16,-5-17-7-16,2 5-4 0,-2-5-9 0,0 5-1 15,0-5-8-15,0 7-6 0,0-7-2 0,0 7-7 16,0-7-2-16,0 6-1 0,0-6-3 0,-3 6-5 16,3-6-3-16,-4 5 2 0,2-2-6 0,2-3 0 15,-4 5-6-15,1-3-3 0,3-2-2 0,-6 2-5 16,2-1-5-16,-1 0-6 0,5-1 3 0,-9-3-4 15,9 3 6-15,-11-3-1 0,6 1 2 0,-1 0-2 16,2-1 3-16,-1-2 2 0,0 0 4 0,1 2-2 16,0-2 2-16,1-2 5 0,-1 3 7 0,4 4 5 15,-4-8 5-15,3 3 12 0,-1 0 7 0,-1 1 7 16,3 4 3-16,-1-6 0 0,1 6 0 0,-3-7 3 0,3 7-4 16,0 0-1-16,-1-7-4 0,1 7-2 0,0 0-7 15,0 0 0-15,0 0-3 0,0 0-2 16,0 0-6-16,0 0-1 0,0 0-4 0,0 0-5 0,0 0 7 15,0 0-6-15,0 0-5 0,0 0 0 0,8 12 3 16,-6-7-4-16,-2-5-3 0,3 7-2 0,-2-2 2 16,-1-5-3-16,1 9 2 0,-2-3-1 0,1-6 1 15,-3 10-3-15,-1-5-1 0,-1-1 2 0,1 2-5 16,-4-3-8-16,1 2-9 0,-3-1-7 0,1-2-11 16,1 1-21-16,0-2-23 0,-1 1-27 0,1-2-27 15,2 1-41-15,1-1-50 0,5 0-215 0,-8-1-474 16,8 1 210-16</inkml:trace>
          <inkml:trace contextRef="#ctx0" brushRef="#br0" timeOffset="-136711.0953">-3963 160 11 0,'0'0'343'16,"0"0"-7"-16,8-2-16 0,-8 2-21 0,4-3-26 16,-1 1-33-16,-3 2-11 0,6-5-28 0,-6 5-19 15,5-5-23-15,-5 5-30 0,3-2-40 0,-3 2-65 16,0 0-72-16,0 0-89 0,0 0-100 0,0 0-166 0,0 0-435 16,0 0 193-16</inkml:trace>
          <inkml:trace contextRef="#ctx0" brushRef="#br0" timeOffset="-135804.9114">-3959-292 47 0,'3'-4'220'0,"0"1"-3"0,-3 3-4 16,5-6-4-16,-3 5-5 0,-2 1-9 0,4-3-17 16,-4 3-9-16,3-3-14 0,-3 3-10 0,0 0-4 15,0 0-2-15,0 0-17 0,0 0-3 0,-7 16-5 16,1-10 1-16,1 2-20 0,-2 1-9 0,-3 2-5 15,1-1-5-15,0 1-12 0,-4 2-7 0,1-1-6 16,-2 2-3-16,4-7 0 0,1 0-7 0,-2 0-7 16,1 1-13-16,1-1-31 0,1-3-42 0,0 1-45 15,2-1-53-15,0-2-44 0,-2 1-61 0,2-3-186 16,1 1-478-16,1-1 211 0</inkml:trace>
          <inkml:trace contextRef="#ctx0" brushRef="#br0" timeOffset="-135633.049">-4109-243 32 0,'0'0'209'16,"0"0"-8"-16,0 0-20 0,0 0-12 0,0 0-18 16,0 0-13-16,-13 9-21 0,9-3-3 0,0-3-17 15,0 2-15-15,-2 1-22 0,1-2-38 0,-2 2-58 16,-1 0-88-16,-2 0-112 0,0 1-255 0,1 1 113 15</inkml:trace>
          <inkml:trace contextRef="#ctx0" brushRef="#br0" timeOffset="-136164.2453">-4186-104 23 0,'0'0'247'0,"-1"-6"-20"0,1 6-15 0,0 0-9 16,0 0-6-16,0 0-10 0,0 0-14 0,0 0-4 15,0 0-12-15,7 14-12 0,-6-10-7 0,0 3-2 0,1-1-13 16,0 1-5-16,-2 1-14 0,0 1-2 16,0-1-10-16,-2 1-7 0,1-1-3 0,-1 1-7 15,0 0-5-15,0 0-5 0,-1-1-11 0,0 0-4 0,-2-2-4 16,0 3-8-16,-1-2-8 0,0-2 10 0,-2 3-7 15,0-3-3-15,0-1-4 0,1-1-15 0,-1 1-5 16,1-1-7-16,-2-1-10 0,1-1-8 0,-1 1-15 16,1-2-4-16,0-3-3 0,1 4-3 0,1-2 2 15,1-1 7-15,5 2-2 0,-7-4-5 0,5 1 9 16,-2 0-2-16,4 3 1 0,-4-5 9 0,4 5 1 16,0-4 1-16,0 4 3 0,0 0 3 0,0 0 0 15,2-11 4-15,-2 11 5 0,4-3 1 0,-4 3 4 0,4-3 3 16,-4 3 3-16,6 0 6 0,-6 0-1 15,0 0 5-15,9 3 1 0,-6-2 2 0,1 2 4 16,-1-1 7-16,0 2-1 0,0 0 8 0,0 0 1 0,-1 1 0 16,1-1 5-16,-1 2 3 0,1 0-3 0,-2 0-1 15,-1-1 2-15,0 2 4 0,-1 1-3 0,-1-1-6 16,0-1-2-16,-2 1-6 0,-1-2-1 0,1 2-1 16,-2-3-5-16,0 2-8 0,1-2-18 0,-1-1-21 15,1-1-35-15,0 1-27 0,1-1-43 0,-1 1-36 16,5-3-53-16,-7 0-265 0,7 0-526 0,-7-3 234 15</inkml:trace>
          <inkml:trace contextRef="#ctx0" brushRef="#br0" timeOffset="-134992.4713">-4499-26 11 0,'-1'-7'231'0,"1"7"-12"16,0 0-9-16,0 0-13 0,1-8-12 0,-1 8-20 15,0 0-12-15,0 0-12 0,0 0-12 0,5-4-7 16,-5 4-2-16,0 0-2 0,0 0-7 0,0 0-10 16,6 9-8-16,-6-9-6 0,3 7-3 0,-2-4-7 0,1 2-8 15,-2-5-3-15,1 9-4 0,0-5-8 16,-1-4 3-16,-1 9-10 0,1-9-3 0,-3 8 1 16,2-3-4-16,1-5-5 0,-6 7-3 0,4-5-3 15,-2 2-2-15,0 0-1 0,1-2-4 0,-1 2-4 16,0-1 2-16,-1 0-6 0,1-3 2 0,-2 3-7 15,2-1 4-15,-1 1 0 0,-1-1-7 0,2 2-1 0,1-1 1 16,3-3-3-16,-7 3 1 0,5-1-2 0,2-2 0 16,-4 4-3-16,4-4 1 0,-3 4-1 0,3-4 2 15,0 0-6-15,-1 8 4 0,1-8-4 0,0 0 4 16,0 0-1-16,4 8 1 0,-4-8-2 0,3 3 2 16,-3-3-3-16,4 4 5 0,-2-1-2 0,-2-3 0 15,4 6 1-15,-4-6-5 0,3 5 2 0,-3-5 2 16,2 4-2-16,-2-4 4 0,1 4-2 0,-1-4 1 15,0 0 0-15,-1 8 7 0,1-8 1 0,0 0-2 16,-5 5-2-16,2-3 2 0,-1 0-6 0,0 0 8 16,4-2-2-16,-8 4 0 0,3-3-1 0,-2 1 0 15,1 0-2-15,-2-1 0 0,0 1 3 0,0-1 1 16,-1-1-1-16,-1 0-1 0,2 0-3 0,0 0 5 16,-4 0-5-16,4-1 3 0,-2 0-3 0,2-2 2 0,1 1-5 15,1-3 3-15,-1 2-3 0,2-1 10 0,1-1 5 16,-1 1 0-16,2-1 1 0,2 0 6 15,1 5-1-15,-3-10-4 0,2 4-3 0,2-2 1 0,2 1-8 16,0-2-7-16,1 2-24 0,2 0-30 0,-1 1-44 16,1 2-44-16,-1 0-49 0,1 2-66 0,0-1-222 15,1-1-520-15,0 3 231 0</inkml:trace>
          <inkml:trace contextRef="#ctx0" brushRef="#br0" timeOffset="-134695.5939">-4462 227 62 0,'0'0'255'0,"0"0"-10"0,0 0-18 0,0 0-15 16,0 0-14-16,-10 1-12 0,10-1-17 0,-11-1-12 15,4 1-16-15,1-2-14 0,0 1-14 0,0 1-15 16,-1-2-27-16,-1 1-40 0,3 0-68 0,-2-3-99 16,0 1-218-16,2 2-382 0,0-4 169 0</inkml:trace>
          <inkml:trace contextRef="#ctx0" brushRef="#br0" timeOffset="-133008.2413">-4656-312 70 0,'0'0'231'16,"4"-1"0"-16,-4 1-13 0,0 0-11 0,4-3-10 16,-4 3-12-16,0 0-12 0,0 0-6 0,0 0-13 0,0 0-7 15,-13 14-13-15,8-8-10 0,-1 0-9 0,-3 4-14 16,-2-1-6-16,1 1-11 0,-4 2-6 15,0-1-8-15,-1 0-7 0,2 1-10 0,-2-1-23 0,1-2-39 16,3 0-47-16,0-1-50 0,0-3-88 0,0 0-233 16,4-1-464-16,-3 1 206 0</inkml:trace>
          <inkml:trace contextRef="#ctx0" brushRef="#br0" timeOffset="-133367.5733">-4855-126 191 0,'0'0'227'0,"0"0"-6"16,0 0-10-16,0 0-8 0,0 0-17 0,0 0-16 15,0 0-13-15,9 14-7 0,-8-10 0 0,0 2-12 16,1-1-11-16,-2-5-8 0,2 8-12 0,-2 0-2 16,-2-1-15-16,2 1-6 0,-1 0-6 0,0 0-10 15,0 1 3-15,-1-2-13 0,0 1-7 0,0 0-5 16,-2-1-2-16,1 0-6 0,-1 0-3 0,1-1-1 15,-1-2-3-15,0 0-6 0,-1 0-2 0,1-1-2 16,2-1-3-16,-4 0-4 0,3 1-4 0,3-3-1 0,-9 0-2 16,3 0-2-16,6 0-7 0,-10-3 0 0,5 2-2 15,1-1 0-15,0 0 0 0,4 2 2 0,-8-5-2 16,5 3 1-16,3 2 3 0,-5-7-5 0,3 3 0 16,2 4 2-16,-3-7-1 0,3 7 1 0,0-6 0 15,0 6-1-15,0 0 1 0,0 0 0 0,2-9-1 16,-2 9 3-16,2-4-1 0,-2 4-1 0,0 0 4 15,2-5-3-15,-2 5 1 0,0 0 2 0,0 0 1 16,0 0-4-16,0 0 7 0,0 0-6 0,0 0-1 16,2 14-1-16,-2-14 0 0,0 0 5 0,-2 12-3 15,2-12-2-15,-1 8-4 0,1-8-1 0,-2 9 2 16,1-4-5-16,-1-1 0 0,2-4-3 0,-3 8 4 0,0-5-2 16,0 0-3-16,0 0-2 0,3-3-9 0,-7 5-1 15,4-4-2-15,3-1 5 0,-9 0-4 0,9 0-3 16,-7 0 4-16,7 0-3 0,-9-3 1 0,6 1-1 15,-1 0 6-15,4 2-1 0,-6-7 5 0,3 3-2 16,1-1 3-16,2 5 4 0,-3-9 0 0,3 9 3 16,-3-7 1-16,3 7 3 0,-2-6 5 0,2 6 5 15,0 0 0-15,-2-7 5 0,2 7-4 0,0 0-1 16,-2-4 1-16,2 4-6 0,0 0 8 0,0 0-1 16,0 0-3-16,0 0 0 0,0 0 1 0,0 0 3 15,0 0-3-15,0 0 2 0,0 0-1 0,-3 16-1 16,1-12 0-16,2-4 0 0,-4 6 0 0,4-1-6 0,-2-1 4 15,0 1 3-15,2-5-3 0,-3 7 1 0,-1-4-4 16,1 2-2-16,3-5-4 0,-6 4-2 0,3-3-5 16,3-1-3-16,-8 2-3 0,8-2-1 0,-11-2 5 15,6 1-1-15,-1 0-6 0,1-2 8 0,1-2 3 16,-1 2 3-16,1-1-3 0,0-1 5 0,1 1-1 16,1-1 3-16,-2-1 4 0,2-1 2 0,0 2 3 15,1-1 5-15,1 6 1 0,-1-7 8 0,1 7 0 16,-2-8 4-16,2 8 0 0,-1-7-1 0,1 7-2 15,0 0 0-15,0 0-3 0,3-6 3 0,-3 6-1 16,0 0 2-16,0 0-4 0,0 0 0 0,0 0-2 16,0 0 3-16,0 0-3 0,0 0 3 0,4 16-2 15,-4-16 2-15,0 0-3 0,-3 12-2 0,0-6 4 0,0-2 0 16,-1 2-2-16,1-1-1 0,-2 3-1 16,-1-4-4-16,2 3 3 0,-2-1 0 0,0 1-3 15,-1-1 0-15,1-2-4 0,0 2 3 0,3-1-1 0,-3 0-1 16,3-1 2-16,-1 1-2 0,0-2-3 0,2 0 5 15,2-3-11-15,-5 7 4 0,2-6-2 0,3-1-1 16,-3 5 1-16,3-5 0 0,0 0 1 0,0 0-3 16,4 9 0-16,-4-9 4 0,5 4-1 0,-3-2 0 15,-2-2 0-15,6 3 1 0,-2-2 3 0,3 1-2 16,-4 1-1-16,1-2 6 0,1 2-4 0,-2-1 0 16,-3-2-2-16,8 3 4 0,-5-1-2 0,-3-2 0 15,4 2 0-15,-4-2 1 0,3 4 0 0,-3-4 2 16,3 3-1-16,-3-3 6 0,0 0-5 0,0 0 1 15,-1 7 0-15,1-7-1 0,0 0-1 0,-5 8 4 16,5-8 3-16,-6 4 2 0,2-1 7 0,0 0 7 0,0-1 2 16,-2 1 5-16,0 0 9 0,-1 0 2 0,-1-1 2 15,-1 0 4-15,0 1-5 0,1-3-8 16,-3 3-4-16,0-2 4 0,0-2-8 0,4 2-3 0,-4-2 0 16,0 1 2-16,2 0-5 0,-1-3 0 0,-1 0-3 15,5 0 1-15,-3 0-2 0,2 0-5 0,1-1 4 16,0 0-3-16,2-1 3 0,0 0 1 0,2 1-3 15,0-4 0-15,1 1-3 0,0-2-4 0,3-1-8 16,0 1-14-16,2-2-24 0,2 0-32 0,0-1-39 16,1 3-46-16,2-3-48 0,0 3-56 0,-1-3-218 15,2 3-517-15,0-2 229 0</inkml:trace>
        </inkml:traceGroup>
        <inkml:traceGroup>
          <inkml:annotationXML>
            <emma:emma xmlns:emma="http://www.w3.org/2003/04/emma" version="1.0">
              <emma:interpretation id="{7A22C147-39D5-402B-917F-DFD686983299}" emma:medium="tactile" emma:mode="ink">
                <msink:context xmlns:msink="http://schemas.microsoft.com/ink/2010/main" type="inkWord" rotatedBoundingBox="8652,7993 7613,7991 7615,7314 8654,7316"/>
              </emma:interpretation>
              <emma:one-of disjunction-type="recognition" id="oneOf12">
                <emma:interpretation id="interp12" emma:lang="" emma:confidence="1">
                  <emma:literal/>
                </emma:interpretation>
              </emma:one-of>
            </emma:emma>
          </inkml:annotationXML>
          <inkml:trace contextRef="#ctx0" brushRef="#br0" timeOffset="-132289.543">-5515 36 158 0,'0'0'223'0,"0"0"-14"0,0 0-16 15,0 0-9-15,0 0-2 0,0 0-11 0,0 0-13 16,9 7-12-16,-9-7-9 0,-2 12-7 0,-1-4-8 16,2-1-13-16,-1 2-7 0,0 0-1 0,0 1-6 15,-2-2-8-15,0 0-10 0,0 4-6 0,-2-3-4 0,0-1-9 16,0-1-4-16,0-1-6 0,-2 2-7 0,2-4-1 16,-1 2-8-16,1 0-4 0,-1-3-16 0,0 0-23 15,1 0-28-15,1-1-44 0,-2-1-37 0,1-1-41 16,6 0-42-16,-12-4-200 0,6 1-438 0,1-2 194 15</inkml:trace>
          <inkml:trace contextRef="#ctx0" brushRef="#br0" timeOffset="-132039.5564">-5641-175 23 0,'0'0'245'0,"1"-5"-8"0,-1 5-6 16,0 0-22-16,0 0-14 0,0 0-7 0,0 0 1 15,5 14-10-15,-5-9-5 0,0-5-12 0,0 13-9 0,0-5-10 16,-2 1-7-16,1 1-13 0,0 1-2 0,-1 1-19 16,0 1-7-16,0-3-13 0,2 0-6 0,-1 0 0 15,0 0-27-15,0-1-35 0,-1 1-43 0,0-2-45 16,0 1-51-16,-1-2-61 0,0 1-279 0,0 0-504 15,0-4 223-15</inkml:trace>
          <inkml:trace contextRef="#ctx0" brushRef="#br0" timeOffset="-130852.147">-5814-26 42 0,'0'0'197'0,"0"0"-9"0,0 0-10 0,0 0-7 16,0 0-18-16,0 0-8 0,6 14-12 0,-6-14-7 16,0 9-12-16,0-9-13 0,-3 8-6 0,1-4-8 15,-1 2-8-15,1-2-1 0,-2 2-9 0,1-3-5 16,0 2-6-16,0 1-7 0,-1-2-6 0,1-3-5 15,0 3-4-15,3-4-3 0,-7 3-1 0,3-3-8 16,4 0-2-16,-8-3-5 0,8 3-5 0,-8-4-1 16,3 0-5-16,-1 0-1 0,1-1-3 0,1-1 3 15,-1-1-2-15,-1-1 0 0,3 2 2 0,-1-3-7 16,0-3 3-16,0 3-1 0,3-3 6 0,-2-2 0 16,0 0-5-16,3 1 1 0,-2 0-2 0,2 0 4 15,0 3 3-15,0 1 7 0,0-1 5 0,0 2 3 16,0 2 10-16,0 6 5 0,-1-8-1 0,1 8-2 0,0-7 4 15,0 7-4-15,0 0-5 0,-2-7 3 0,2 7-7 16,0 0 5-16,0 0-1 0,0 0 7 16,0 0-4-16,0 0 0 0,0 0-4 0,3 20-1 0,-3-14-3 15,2 2 1-15,-2-1-2 0,1 1 3 0,-1 5 2 16,0-3 3-16,0-3-2 0,-1 5-6 0,-1-2 1 16,1-3 2-16,0-1-8 0,-1 2-1 0,-1 0-3 15,1 1-1-15,0-2-3 0,-1 1 0 0,-1-1 1 16,0-1-3-16,0 0 3 0,0-1-4 0,0-1-2 15,0-2-5-15,0 0-2 0,-1 1-8 0,1 0 0 16,-3-1-5-16,1-2-2 0,-1 0-2 0,0 0 2 16,-1-2 0-16,0-1-3 0,2 1 4 0,-1 0 0 15,1-1 3-15,-1-2 0 0,3 2 3 0,0 0 1 0,1-1 2 16,0-1 0-16,0 1 0 0,3 4 2 16,-5-8 0-16,4 4 0 0,1 4 7 0,-3-8 4 15,3 8 5-15,-3-4 6 0,3 4-2 0,-2-5 2 0,2 5 0 16,0 0-3-16,0 0-2 0,-2-7 1 0,2 7-1 15,0 0-2-15,0 0-3 0,0 0-1 0,0 0 2 16,0 0-4-16,0 0 4 0,0 0-2 0,0 0 1 16,3 19-2-16,-3-19 0 0,0 10-3 0,0-10 6 15,-1 10-5-15,-1-6 2 0,0-1-2 0,-3 3 0 16,1-2-3-16,-2 1 2 0,1-2-4 0,-1 2-1 16,-1 0-3-16,0-3-2 0,0 1-1 0,-1-1-1 15,3-1-2-15,-2 1-2 0,3-1 0 0,4-1 1 16,-9 1 0-16,5 0 3 0,4-1 0 0,-6 1 3 15,6-1 2-15,0 0 1 0,-5 0-5 0,5 0 6 16,0 0-1-16,0 0 1 0,0 0-2 0,0 0 3 16,0 0-1-16,0 8-2 0,0-8 2 0,0 0 1 0,4 7 1 15,-2-2-1-15,-2-5-2 0,4 7 2 0,-2-2 1 16,-1-1 0-16,0 1-1 0,-1-5-3 16,2 9 6-16,-1-6 0 0,-1-3-5 0,0 6 4 0,0-6-6 15,0 0 9-15,0 7-1 0,0-7-2 0,0 0-3 16,0 0-1-16,-5 4-6 0,5-4-3 0,0 0-6 15,-8 0 1-15,8 0-1 0,0 0-4 0,-8-5 0 16,4 2-3-16,0 0 3 0,0-2-4 0,1 2 0 16,-2-2 1-16,1 0 5 0,2 1 1 0,-2-4 2 15,1 3 1-15,0-2 1 0,0 2 4 0,0-1-3 16,1 2 3-16,2 4 2 0,-4-7-1 0,2 3 2 16,2 4 3-16,-2-4-1 0,2 4 3 0,-2-5-1 15,2 5 3-15,-4-4-3 0,4 4 3 0,0 0 3 16,-5-2 1-16,5 2-4 0,0 0-2 0,-8 0 4 15,8 0 4-15,-8 3 1 0,8-3 0 0,-6 6-2 16,2-4 2-16,0 1-1 0,0 1-2 0,0 0 6 0,1 0-4 16,-1 0 4-16,1 2 5 0,-1-1-2 0,0-1 5 15,3 2 5-15,-1-1 4 0,2-5-2 16,-1 12 3-16,1-4 3 0,1-1 3 0,0 1 7 0,2 0-2 16,2 0 3-16,-3 1 6 0,1 0 6 0,1 0-3 15,0 2 4-15,-1-2 1 0,1-2-9 0,0 2 1 16,-3 0-7-16,2 0-2 0,-1-1-6 0,-1 1-2 15,-1 0-2-15,0-2-1 0,0 0-6 0,0-2-11 16,0-5-22-16,1 9-18 0,-1-9-28 0,0 6-23 16,0-6-32-16,0 0-45 0,0 0-59 0,0 0-78 15,0 0-153-15,0 0-484 0,0 0 215 0</inkml:trace>
          <inkml:trace contextRef="#ctx0" brushRef="#br0" timeOffset="-130617.7903">-6128-153 176 0,'2'-4'308'0,"1"-3"-9"0,0 2-7 15,0 0-7-15,0 2-2 0,0-2-14 0,-1 1-15 16,-2 4-19-16,3-4-26 0,-3 4-24 0,3-5-11 15,-3 5-20-15,0 0-28 0,2-5-42 0,-2 5-67 16,0 0-80-16,0 0-81 0,0 0-112 0,0 0-226 16,0 0-521-16,0 0 231 0</inkml:trace>
          <inkml:trace contextRef="#ctx0" brushRef="#br0" timeOffset="-129961.5861">-5712-412 159 0,'0'0'250'15,"0"0"-15"-15,0 0-11 0,0 0-17 0,0 0-8 16,0 0-12-16,0 0-13 0,-13 7-13 0,6 0-9 15,1-2-14-15,-1 2-6 0,-2-1-10 0,-1 2-8 0,-3 4-7 16,4-2-7-16,-5 2-5 0,1 1-12 0,0-2-6 16,-1 0-9-16,4-1-9 0,-3 2-21 0,3-4-21 15,0 1-55-15,0 0-57 0,2-2-71 0,3-1-110 16,-1-1-145-16,0 0-456 0,1-2 203 0</inkml:trace>
          <inkml:trace contextRef="#ctx0" brushRef="#br0" timeOffset="-130242.8187">-5819-170 18 0,'0'0'277'0,"2"-5"-16"16,-2 5-15-16,0 0-16 0,0 0-18 0,2-5-20 15,-2 5-18-15,0 0-16 0,0 0-19 0,4-3-15 16,-4 3-33-16,0 0-45 0,0 0-69 0,0-7-91 0,0 7-225 16,0 0-366-16,0 0 161 0</inkml:trace>
          <inkml:trace contextRef="#ctx0" brushRef="#br0" timeOffset="-129071.0176">-6446 20 11 0,'0'0'101'0,"0"0"-8"16,-7-1 6-16,7 1-12 0,0 0-3 0,-9-2 1 15,5 1-4-15,4 1 0 0,-6 0-7 0,6 0-6 16,-5-6 10-16,5 6-15 0,-4-4-1 0,4 4-1 16,-3-5-9-16,3 5-3 0,-3-5-3 0,3 5-10 0,0-7 1 15,0 7-6-15,0 0 3 0,1-10-6 0,-1 10 7 16,3-7-2-16,-3 7 6 0,4-5-2 16,-4 5 5-16,3-4-3 0,-3 4 7 0,4-1 6 0,-4 1 2 15,6-3 3-15,-6 3-2 0,6 0 2 0,-6 0-2 16,0 0 2-16,7 3-2 0,-7-3 2 0,4 5 10 15,-2-2 3-15,-1 1-4 0,-1-4 0 0,2 11 7 16,-2-5 3-16,0-1 0 0,0 3-2 0,-2-2 2 16,-1 2 2-16,-1 2-1 0,0 0-8 0,-1 1-8 15,-1-3-8-15,0-1-3 0,0 4-8 0,-3-5-7 16,1 1-17-16,0-1-32 0,1-1-45 0,-2 1-58 16,2-2-69-16,0-1-106 0,1-1-153 0,2-2-483 15,4 0 214-15</inkml:trace>
        </inkml:traceGroup>
        <inkml:traceGroup>
          <inkml:annotationXML>
            <emma:emma xmlns:emma="http://www.w3.org/2003/04/emma" version="1.0">
              <emma:interpretation id="{66529136-D856-4C18-838A-E75EC9814963}" emma:medium="tactile" emma:mode="ink">
                <msink:context xmlns:msink="http://schemas.microsoft.com/ink/2010/main" type="inkWord" rotatedBoundingBox="7450,7922 6644,7920 6645,7543 7451,7545"/>
              </emma:interpretation>
              <emma:one-of disjunction-type="recognition" id="oneOf13">
                <emma:interpretation id="interp13" emma:lang="" emma:confidence="1">
                  <emma:literal/>
                </emma:interpretation>
              </emma:one-of>
            </emma:emma>
          </inkml:annotationXML>
          <inkml:trace contextRef="#ctx0" brushRef="#br0" timeOffset="-127805.4946">-6733-16 49 0,'0'0'179'0,"0"0"-22"0,12 8 1 0,-12-8-8 16,3 5-13-16,0-2-5 0,-2 1-6 0,1 0-8 15,-1 1 0-15,-1-5-2 0,2 9-6 0,-1-4-8 0,-1 2-9 16,0 1-8-16,0-2-4 0,0-1-7 0,0-5-4 16,-1 12-6-16,-1-5-6 0,-1-1 0 0,1-3-6 15,0 3-2-15,-2-1 0 0,1-1-4 0,-2-1-5 16,2 0-1-16,-3 0-7 0,2-1-3 0,-2 0-6 16,-2-1-1-16,3-1-4 0,-2-1 1 0,1 0-4 15,-1-2 1-15,3 0-2 0,-2 1-6 0,1-2-9 16,-1-1 2-16,1 1-6 0,0-2-4 0,0 0-2 15,3-2-5-15,-1 2-1 0,2-3-4 0,0 2 0 16,2-1 1-16,-1-1-1 0,1 1 0 0,0-2 5 16,0 1 2-16,0 4-4 0,0-3 5 0,1 1 4 15,0 2-6-15,-2 5 4 0,3-8 5 0,-2 4-2 16,-1 4-1-16,3-6 2 0,-3 6 2 0,5-4-1 0,-5 4 5 16,4 0 5-16,-4 0-1 0,0 0 4 0,8 5 2 15,-6-4-2-15,1 3 3 0,-1 0 0 16,2-1 6-16,-4-3 3 0,3 9 5 0,-1-3 3 0,0-1-4 15,-2-5 3-15,0 7 2 0,0-7 2 0,-1 7-1 16,-1-2-2-16,-1 0 0 0,0-2-4 0,-3 2 1 16,0-1-4-16,-1 0-2 0,-1-2-1 0,0 1 2 15,0-1-2-15,-2-1-3 0,0 3-5 0,-1-3 0 16,3 0-1-16,1 2-1 0,0-3-3 0,-1 0 1 16,1 1 0-16,1-2-2 0,-1 1-5 0,2 1 4 15,5-1-2-15,-8-1 1 0,8 1-2 0,-5 0 2 16,5 0-4-16,0 0 1 0,0 0-1 0,-8 0 1 15,8 0 1-15,0 0 1 0,0 0-3 0,0 0 4 16,0 0-2-16,0 0-1 0,0 0 0 0,0 0 0 16,0 0 1-16,8 12-1 0,-8-12 2 0,5 6 1 0,-3-3-1 15,-2-3-1-15,3 6 0 0,-3-2-1 0,0-4 2 16,3 7-2-16,-3-7 0 0,0 7-1 0,0-7 0 16,0 6 5-16,0-6-2 0,-3 6 1 0,3-6 0 15,-2 6-2-15,2-6-1 0,-3 4-3 0,3-4-5 16,-4 4-2-16,4-4-9 0,0 0 0 0,-6 0-1 15,6 0 5-15,0 0-3 0,-7-5-3 0,7 5-1 16,-6-6 6-16,4 2-1 0,0-1 0 0,-1 2 3 16,3 3 4-16,-3-9-3 0,1 3 6 0,2 0-1 15,-2 0 1-15,2 6 3 0,-2-9 0 0,0 4 1 16,2 5-4-16,0-7 5 0,0 7 2 0,0-8-1 16,0 8 4-16,-1-6-3 0,1 6 3 0,0 0-2 15,0 0 2-15,0-9 2 0,0 9-2 0,0 0-6 0,0 0 3 16,1-6 1-16,-1 6 2 0,0 0-3 0,0 0 1 15,0 0-2-15,0 0 5 0,0 0-3 16,0 0 3-16,0 0 0 0,0 0 3 0,0 0-3 0,0 0 2 16,-3 23-3-16,3-20 2 0,-3 1-1 0,3-4-1 15,-3 8-2-15,1-5 3 0,2-3 0 0,-5 6-2 16,3-5 2-16,2-1-2 0,-7 5 1 0,4-4-3 16,3-1 2-16,-6 2 0 0,6-2-3 0,-9 0 2 15,9 0 0-15,-9-3-2 0,4 0-3 0,-2 1 3 16,2 0 3-16,-1 0-2 0,1-3 0 0,1 2 2 15,-1-1-1-15,-1-2 6 0,2 1 1 0,1 2 7 16,-1-2 3-16,0 0 12 0,2 1 0 0,-1-1 2 16,3 5-3-16,-5-6 2 0,5 6-4 0,-3-6 4 0,1 4-4 15,2 2 0-15,-4-4-3 0,4 4-3 16,0 0-2-16,0 0-2 0,-3-5 1 0,3 5-1 0,0 0-4 16,0 0-2-16,0 0-2 0,0 0-2 0,0 0 2 15,0 0 0-15,0 0 0 0,7 18-1 0,-5-14-1 16,-1 0 2-16,1 0 1 0,-2-4 0 0,3 7-4 15,-3-7 3-15,0 7 3 0,0-7-3 0,0 0-2 16,-3 9 5-16,3-9-2 0,-4 4 0 0,1-3-2 16,3-1-4-16,-9 4 3 0,5-3 1 0,-2 1-6 15,0-2-3-15,0 0-13 0,0 0-2 0,-1 0-10 16,0-2-8-16,0 1-16 0,7 1-18 0,-9 0-13 16,9 0-22-16,-8 1-23 0,4-1-22 0,4 0-38 15,-8 2-226-15,8-2-448 0,-5 1 199 0</inkml:trace>
          <inkml:trace contextRef="#ctx0" brushRef="#br0" timeOffset="-127586.7609">-7040 182 185 0,'0'0'216'0,"0"0"-9"0,0 0-11 15,0 0-10-15,0 0-9 0,-6 7-11 0,6-7-10 16,-3 3-12-16,3-3-12 0,-7 0-11 0,7 0-10 16,-8 0-11-16,3 0-12 0,-1 0-7 0,-1 2-10 15,0-4-14-15,1 1-19 0,-1-1-29 0,1 1-40 16,1-2-54-16,1 0-62 0,-2-2-216 0,1 3-394 0,1-2 174 16</inkml:trace>
          <inkml:trace contextRef="#ctx0" brushRef="#br0" timeOffset="-126680.5771">-7192 10 97 0,'0'0'192'15,"0"0"-13"-15,0 0-14 0,0 0-7 0,0 0-6 16,0 0-9-16,0 0-1 0,0 0-12 0,0 0-10 16,0 0 2-16,4 16-7 0,-4-16-4 0,0 6-8 15,0-6-6-15,0 8-12 0,0-8-8 0,0 0-8 16,0 11-4-16,0-11-10 0,-3 6-2 0,3-6-9 16,-3 4 1-16,3-4-8 0,-2 6 0 0,2-6-2 0,-4 2-5 15,4-2-6-15,-3 3-4 0,3-3 0 16,-4 3-2-16,4-3-1 0,0 0-1 0,-5 0-5 15,5 0-1-15,0 0-6 0,0 0 4 0,-9-5-3 0,7 2-3 16,2 3 2-16,-5-4-2 0,5 4 0 0,-2-6 1 16,2 6 0-16,-2-6 0 0,2 6-4 0,-2-7 5 15,2 7-2-15,-2-6 2 0,2 6 0 0,0 0-2 16,-1-6-2-16,1 6 2 0,0 0-1 0,0 0 0 16,0 0 0-16,0 0 0 0,0 0 3 0,0 0-2 15,0 0-7-15,0 0 4 0,0 0 2 0,0 0 2 16,0 0-4-16,0 0-1 0,0 0 6 0,0 0-3 15,2 21 0-15,-2-21 1 0,-2 7-4 0,2-7 0 16,-2 7 2-16,0-4 1 0,2-3-1 0,-3 7-1 16,0-4 0-16,3-3-2 0,-5 4-6 0,1-2-3 15,4-2 0-15,-7 2-4 0,3-1 1 0,4-1 3 16,-7-1 2-16,7 1-9 0,-9-1 3 0,5 0 7 0,4 1 3 16,-7-5-2-16,5 3 4 0,-2-1-3 15,4 3 2-15,-5-7 2 0,3 3 2 0,-2-1 4 16,1-2 2-16,1 3 2 0,0 0 2 0,2 4 3 0,-4-8 4 15,3 3 2-15,1 5 0 0,-2-7 4 0,2 7 4 16,-2-8 4-16,2 8-3 0,0 0-2 0,0-7 0 16,0 7-4-16,0 0 1 0,-2-4-2 0,2 4-4 15,0 0 2-15,0 0-3 0,0 0 2 0,0 0 0 16,0 0 0-16,0 0-1 0,-2 17-1 0,2-17-3 16,0 8-1-16,-2-3-1 0,1 1 2 0,-1 0-1 15,-2 1-2-15,2-1 2 0,1-1 3 0,-1-1 2 16,0 1 0-16,0-1 0 0,-1 1-2 0,-2-1-3 15,2-1-1-15,-1 0 3 0,4-3-3 0,-7 4 2 16,3-3-5-16,4-1 2 0,-8-1-2 0,8 1 0 16,-8-3-3-16,2 0 4 0,2-1-2 0,-1 2-1 15,1-4 4-15,1 3-3 0,-1-2-2 0,-1-1 1 0,1 0 1 16,-1-2 6-16,2 2 3 0,-1 0 1 16,1-1 0-16,1 2 2 0,-1 0 0 0,1 0-4 15,-1 2 0-15,3 3-3 0,-5-5 0 0,5 5 1 0,-5-3-7 16,5 3 0-16,-7-2 2 0,7 2 3 0,-6 3-3 15,6-3 0-15,-7 5-3 0,4-2-4 0,0 0 3 16,0 1 0-16,0 1 0 0,0-1-1 0,1 1-6 16,-1 0-17-16,0-1-7 0,2 1-26 0,-2-1-30 15,1 1-34-15,2-5-25 0,-2 9-44 0,2-9-57 16,-2 3-214-16,2-3-496 0,0 0 219 0</inkml:trace>
          <inkml:trace contextRef="#ctx0" brushRef="#br0" timeOffset="-126383.7229">-7216-96 87 0,'0'0'265'16,"1"-5"-18"-16,-1 5-24 0,0 0-15 0,0 0-11 15,0 0-14-15,-12-3-17 0,12 3-13 0,-10 0-18 16,10 0-6-16,-9 1-11 0,4-1-11 0,5 0-7 16,-9-1-12-16,2 0-8 0,2 1-7 0,-1-3-7 15,6 3 0-15,-9-4-5 0,6 3-3 0,-3-3 2 16,3 2-7-16,0-1-8 0,3 3 0 0,-3-8-3 16,3 8-5-16,-2-8-5 0,2 8 0 0,0-7-2 15,0 7-6-15,1-8-5 0,-1 8 1 0,1-7-9 16,-1 7-3-16,0 0-13 0,2-8-18 0,-2 8-16 0,0 0-18 15,-2-7-23-15,2 7-38 0,-3-3-35 16,3 3-46-16,-7-4-234 0,7 4-468 0,-8-2 208 16</inkml:trace>
        </inkml:traceGroup>
        <inkml:traceGroup>
          <inkml:annotationXML>
            <emma:emma xmlns:emma="http://www.w3.org/2003/04/emma" version="1.0">
              <emma:interpretation id="{AA3357E9-DDCD-4CB6-ACAD-49FF917A7EC6}" emma:medium="tactile" emma:mode="ink">
                <msink:context xmlns:msink="http://schemas.microsoft.com/ink/2010/main" type="inkWord" rotatedBoundingBox="6491,8099 4915,8095 4916,7510 6492,7514"/>
              </emma:interpretation>
              <emma:one-of disjunction-type="recognition" id="oneOf14">
                <emma:interpretation id="interp14" emma:lang="" emma:confidence="1">
                  <emma:literal/>
                </emma:interpretation>
              </emma:one-of>
            </emma:emma>
          </inkml:annotationXML>
          <inkml:trace contextRef="#ctx0" brushRef="#br0" timeOffset="-125196.3112">-7782 55 158 0,'0'0'158'0,"4"-10"-12"0,-1 8-6 0,0-1-9 0,1 1-3 15,1-3-10-15,1 0-4 0,-1 2 2 0,2-1-7 16,1 1 0-16,-2 1-2 0,1-4-6 0,-2 5-6 15,3-2-6-15,-2 1-2 0,-3 1-3 0,3-1-5 16,-6 2-11-16,8 0-2 0,-8 0-8 0,7 0-5 16,-7 0-5-16,5 3-3 0,-5-3-4 0,4 4-6 0,-1-2 0 15,-3-2-3-15,1 6-4 0,-1-6-2 16,0 7 4-16,0-7-9 0,1 8 1 0,-1-8-2 16,-4 6 0-16,3-1-4 0,1-5-3 0,-5 9 6 0,2-7-5 15,-3 2 1-15,1 0-3 0,-1 1-2 0,0-2-3 16,0 1-1-16,-2-2 2 0,3 1-2 0,-1 0-2 15,-1-2 1-15,0 1-2 0,1-4-3 0,0 2-1 16,0 0 0-16,6 0 1 0,-9-3 0 0,4 0-1 16,2 2-2-16,-2-5 3 0,3 3 0 0,-2-3-1 15,2-1 1-15,0 3-2 0,2 4 3 0,-3-7 2 16,2 1 2-16,1 6 0 0,1-9 1 0,-3 4-1 16,2 5 0-16,-1-8 3 0,1 8 2 0,0 0-1 15,0-8 0-15,0 8-4 0,0 0 1 0,0 0-1 16,-2-6 2-16,2 6-1 0,0 0-4 0,0 0 3 15,0 0-2-15,0 0-2 0,0 0 3 0,0 0-1 0,0 0 0 16,0 0-3-16,0 0 4 0,0 20-4 0,-1-15 2 16,-1 1-5-16,1-2 1 0,-3 1 0 15,0 0-4-15,-1 1 1 0,0 0 0 0,-1 0 2 0,-1-2-3 16,1 1 0-16,-1 0 1 0,-1-1-1 0,0-1 3 16,1-3-2-16,0 3 3 0,1-1-2 0,-1-2 7 15,0-1-6-15,0 0 1 0,3 1-1 0,-1-3 2 16,1 0-3-16,-1-1 2 0,1-1 1 0,0-1 4 15,2 0-2-15,1-2 4 0,-1 0 5 0,1 1-2 16,1-2 12-16,1-3 0 0,-1-3 5 0,1 2 3 16,0-1 1-16,0-7 1 0,1 6-2 0,1-5-2 15,-2 1-1-15,1 4-2 0,0 2-2 0,0 2-7 16,1 3 1-16,-2 0-5 0,0 1-3 0,0 4-4 16,-1 3-17-16,0 0-20 0,0 0-42 0,0 0-48 15,0 0-58-15,0 0-75 0,0 0-169 0,-12 16-462 16,7-10 204-16</inkml:trace>
          <inkml:trace contextRef="#ctx0" brushRef="#br0" timeOffset="-125008.825">-8060-3 2 0,'0'0'254'0,"0"0"-15"0,0 0-13 15,0 0-9-15,0 0-17 0,0 0-7 0,0 0-1 16,0 0-9-16,0 0-10 0,0 0-10 0,8 10-13 16,-5-7-7-16,1 1 0 0,1-1-4 0,-2 0-9 15,2 2-6-15,0 0 0 0,1-1-11 0,-4 0-7 0,2 1-13 16,-2-2-7-16,0 2-8 0,-1-1-10 0,-1-4 0 16,0 10-6-16,0-10-9 0,-5 10-2 0,0-6-20 15,0-1-14-15,-1 2-21 0,-1 0-35 0,0-1-49 16,-2-1-43-16,-1 2-57 0,3-3-42 0,-1 0-294 15,0-1-567-15,0-2 251 0</inkml:trace>
          <inkml:trace contextRef="#ctx0" brushRef="#br0" timeOffset="-124477.6103">-8213 81 71 0,'0'0'225'0,"-3"3"-8"0,3-3-11 16,-6 3-8-16,6-3-12 0,-5 2-19 0,5-2-14 0,-5 0-12 15,5 0-11-15,0 0-11 0,-7-1-12 0,7 1-11 16,0 0-14-16,-7-1-6 0,7 1-6 0,-4-5-6 16,4 5-7-16,-5-4-7 0,5 4-5 0,-5-5-5 15,3 2-3-15,2 3-4 0,-2-6-5 0,2 6-3 16,-2-7-2-16,2 7-1 0,1-6 0 0,-1 6-1 15,0-8-4-15,0 8-6 0,2-5 0 0,-2 5-2 16,4-5 3-16,-4 5-7 0,4-3 3 0,-1 0 3 16,-3 3-2-16,0 0-1 0,9-1 9 0,-9 1 7 15,5 1 8-15,-5-1 2 0,7 4-1 0,-4-3-2 16,0 1 4-16,0 2-2 0,1 0 5 0,0-1 7 16,0 3-1-16,0 0 6 0,0-2 0 0,-2 1-2 15,2 1 11-15,-2-2-8 0,1 1-4 0,0 1 3 0,-1-1-2 16,1 1 3-16,-3-2-3 0,0-4 5 0,0 10 3 15,0-5-4-15,-2 1 1 0,2 0-2 16,-3 0 1-16,-2 0 5 0,1-1-1 0,0 2-1 0,-1-2 0 16,-2-1-5-16,1 2-5 0,-1-1 1 0,1-1-12 15,-2 1 0-15,0-3-1 0,0 1-3 0,0-1-6 16,-3 1 1-16,2-1-2 0,-3-4-2 0,1 2-9 16,-1 0 6-16,1-3-7 0,-6 1 0 0,6-1 3 15,-1 1-2-15,0-3 3 0,2 0-6 0,-1 0-9 16,1 0 0-16,1-3-5 0,-1 2 4 0,3 0-9 15,-1-1-11-15,1-2-15 0,1 1 3 0,1 1-15 16,2-2-18-16,1-1-15 0,-2-2-20 0,4 1-19 0,0 2-35 16,2-3-18-16,0-3-27 0,3 3-40 0,-1 0-24 15,1 0-259-15,4 0-565 0,-1 3 250 16</inkml:trace>
          <inkml:trace contextRef="#ctx0" brushRef="#br0" timeOffset="-124274.4984">-8216-105 188 0,'0'0'233'0,"0"0"-18"0,-16 3-16 0,9-2-18 16,1 0-12-16,-1-1-18 0,0 3-17 0,2-2-11 15,-2 2-20-15,0-1-20 0,2 0-42 0,-1 1-48 16,2-3-75-16,-1 1-207 0,5-1-313 0,-5 1 140 15</inkml:trace>
          <inkml:trace contextRef="#ctx0" brushRef="#br0" timeOffset="-123805.7869">-8567 17 160 0,'0'0'190'16,"0"0"-15"-16,0 0-16 0,7 14-8 0,-7-14-10 0,0 0-11 16,0 0-10-16,-1 9-10 0,1-9-13 0,0 0-10 15,-4 6-3-15,4-6-3 0,-3 5-7 0,1-3-7 16,2-2-6-16,-6 4-4 0,6-4-8 0,-5 3-2 16,3-2-8-16,2-1-1 0,-6 2-4 0,6-2-3 15,-7-2-5-15,7 2-1 0,-7-3-3 0,4 0 2 16,-2 0 2-16,2 0 0 0,-1-2 2 0,0 1 7 0,3-1 1 15,-1-2 0-15,0-2 12 0,1 0 2 16,0 0-3-16,-1 0 2 0,4-4 6 0,-1-1-6 16,0 0 2-16,1 0-4 0,1-4-2 0,0 3-2 0,0 2-2 15,-1 4 0-15,0 0-6 0,0 0-3 0,1 3-2 16,-2 1-6-16,-1 0-2 0,0 5-8 0,3-7-16 16,-3 7-21-16,0 0-31 0,0 0-44 0,0 0-37 15,0 0-58-15,0 0-255 0,0 0-484 0,0 19 214 16</inkml:trace>
          <inkml:trace contextRef="#ctx0" brushRef="#br0" timeOffset="-123587.0542">-8669 192 19 0,'0'0'306'0,"0"0"-3"16,0 0-9-16,0 0-17 0,0 0-26 15,0 0-23-15,10-9-20 0,-10 9-22 0,5-6-20 16,-3 3-18-16,1-1-25 0,-3 4-40 0,3-8-46 0,-3 8-56 16,0-6-77-16,0 6-90 0,0 0-202 0,-3-10-421 15,3 10 186-15</inkml:trace>
          <inkml:trace contextRef="#ctx0" brushRef="#br0" timeOffset="-122477.7453">-8730 8 82 0,'5'-2'220'16,"-5"2"-9"-16,0 0-9 0,0 0-15 0,0 0-11 15,8 7-13-15,-8-7-11 0,0 4-9 0,0-4-13 0,0 9-9 16,0-9-8-16,0 7-12 0,0-7-7 0,-1 9-8 15,1-9-8-15,-2 9-9 0,1-7-7 16,1-2-6-16,-3 7-6 0,1-3-3 0,2-4-6 0,-6 5-8 16,4-4-4-16,2-1-5 0,-6 5-3 0,1-5-7 15,5 0-8-15,-7 0-1 0,2 0-1 0,5 0-2 16,-9-3-3-16,5 0 0 0,4 3-4 0,-7-3-2 16,4 0-4-16,0 0 4 0,3 3-1 0,-5-7 1 15,3 3-2-15,2 4 6 0,-2-6-6 0,2 6 4 16,-2-7 0-16,2 7 2 0,-1-8-2 0,1 8 4 15,-2-4-1-15,2 4-3 0,0 0 2 0,1-8 2 16,-1 8-1-16,0 0 1 0,0 0-4 0,0 0 7 16,0 0-2-16,0 0-5 0,0 0 0 0,0 0 7 0,0 0-2 15,0 0 3-15,0 0-4 0,0 0 1 16,5 15 0-16,-5-15 0 0,0 7-4 0,0-7 2 16,0 0 0-16,-1 8 2 0,1-8-3 0,-2 6 0 0,2-6-8 15,-3 5-9-15,3-5-10 0,-5 4-7 0,3-1-5 16,2-3-3-16,-6 2 2 0,6-2-2 0,-6 0 6 15,6 0-3-15,-6-3 9 0,6 3 3 16,-6-6 1-16,2 4 4 0,2-2-1 0,2 4 6 0,-4-8 10 16,2 0 0-16,-1 3 5 0,1 0 10 0,0-1 4 15,2 6 2-15,-3-9 2 0,1 5 7 0,2 4 3 16,-2-8-1-16,2 8 6 0,-3-6-5 0,3 6-4 16,0 0-3-16,0 0 0 0,0 0-2 0,0 0-2 15,-2-3-2-15,2 3 1 0,0 0-2 0,0 0-4 16,0 0 0-16,0 0 7 0,0 0-6 0,0 0 3 15,0 0-1-15,0 17 4 0,0-17-4 0,-1 7 11 16,1-7-5-16,-3 7 3 0,3-3-2 0,0-4-2 16,-6 8 0-16,3-2-3 0,-1-1 1 0,-2-2-2 15,1 2 1-15,-1-3-6 0,0 2 3 0,3-1-2 16,-2 0-3-16,-2-1 1 0,1 0-2 0,1-2 1 16,-1 0 3-16,-1 0-2 0,7 0 0 0,-7 0 1 0,7 0-3 15,-7-1 3-15,7 1 0 0,-5-3 2 16,2 0 0-16,3 3 3 0,0 0 5 0,-6-3 0 15,6 3 3-15,-3-4 4 0,3 4-6 0,0 0-3 0,0 0 4 16,0 0-6-16,0 0 3 0,0 0-2 0,0 0 0 16,0 0-2-16,0 0 2 0,0 0-7 0,0 0 5 15,9 16-5-15,-7-12 2 0,0 1-1 0,2-1 1 16,-1 2-4-16,0-2 4 0,-2 2-3 0,1-2 0 16,-1 0 2-16,-1-4 2 0,2 8-5 0,0-4-1 15,-2-4 0-15,1 6 1 0,-1-6-3 0,0 6 4 16,0-6-1-16,0 0-3 0,-1 8 0 0,1-8-3 15,-4 3-4-15,4-3-3 0,0 0-4 0,-7 0-4 16,7 0-6-16,-8-3-6 0,8 3 2 0,-7-4-7 16,2 1 3-16,-1-1-4 0,2 0 3 0,-3-1 1 15,4 1 4-15,-2 0 1 0,1-1 2 0,-1 0 1 16,0 1 3-16,2 0 3 0,-1-1 2 0,1 2 2 0,-1-1-6 16,0 0 8-16,4 4-1 0,-4-7 6 0,2 5 4 15,2 2-3-15,-5-4 1 0,5 4 4 0,-4-6 1 16,4 6 1-16,-4-4 3 0,4 4 6 0,-5-1 1 15,5 1-1-15,-5-1 5 0,5 1 2 0,-7 0 10 16,7 0-1-16,-8 4 1 0,4-4-2 0,1 3-3 16,0 0 3-16,0 1 0 0,-1 0 4 0,1 0-1 15,2 1 0-15,-1 1 10 0,2 1-6 0,-1 1 5 16,1-2 6-16,0 1-5 0,0 0 8 0,2 1-2 16,-1 0 3-16,0 2-1 0,2-1-2 0,-1 1 5 15,0-1-2-15,1 3 2 0,-1-2-6 0,1-1 0 16,0 0-1-16,0 3-5 0,0-1-5 0,1 1 4 15,-1-2-14-15,-1-1 7 0,1 0-6 0,-1 0 1 0,0 3-4 16,2-3 0-16,-2 1-10 0,0-1-12 16,-1-2-18-16,1 1-31 0,0-2-35 0,-2 2-35 15,0-4-51-15,3 1-65 0,-3-5-226 0,0 5-503 0,0-5 222 16</inkml:trace>
          <inkml:trace contextRef="#ctx0" brushRef="#br0" timeOffset="-122087.1634">-8735-153 30 0,'0'0'268'0,"0"0"-23"0,0 0-17 16,0 0-19-16,0 0-16 0,0 0-20 0,0 0-16 0,-9-4-10 15,9 4-11-15,-10 4-11 0,3-3-13 0,1 0-8 16,-1 3-9-16,0-2-12 0,1 1-6 0,-1-2-7 16,3-1-8-16,-4 1-5 0,8-1-7 0,-8 0-13 15,8 0-7-15,-7-1-18 0,2 0-8 0,5 1-4 16,-5-5-3-16,5 5-5 0,-2-7 1 0,2 7 1 15,1-8 3-15,-1 8-2 0,2-9 3 0,0 3-7 16,1 0 8-16,-1 1-5 0,1 1 1 0,-2-2-1 16,2 2 6-16,-1 0 0 0,-2 4-7 0,4-6 6 15,-4 6-19-15,1-4-21 0,-1 4-36 0,0 0-29 0,0 0-41 16,0 0-66-16,0 0-126 0,0 0-366 0,0 0 161 16</inkml:trace>
          <inkml:trace contextRef="#ctx0" brushRef="#br0" timeOffset="-121680.9413">-9243 107 5 0,'0'0'371'0,"0"0"-13"0,0 0-10 16,0 0-42-16,0 0-28 0,0 0-18 0,0 0-24 16,0 0-25-16,0 0-25 0,10-14-20 0,-8 12-20 15,-2 2-44-15,6-4-60 0,-3 1-101 0,-3 3-108 0,4 0-299 16,-4 0-503-16,0 0 223 0</inkml:trace>
        </inkml:traceGroup>
      </inkml:traceGroup>
    </inkml:traceGroup>
  </inkml:traceGroup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0-03-09T14:05:46.816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-2 35 28 0,'0'0'323'0,"0"-6"0"0,0 6-17 0,2-8-22 16,-2 8-14-16,0 0-22 0,0-8-27 0,0 8-24 15,0-5-20-15,0 5-48 0,0 0-70 0,0 0-114 16,0 0-136-16,0 0-196 0,0-8-418 0,0 8 184 15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0-03-09T14:06:03.295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Group>
    <inkml:annotationXML>
      <emma:emma xmlns:emma="http://www.w3.org/2003/04/emma" version="1.0">
        <emma:interpretation id="{51A83C7E-CDA2-4F31-B322-E4223253D6C9}" emma:medium="tactile" emma:mode="ink">
          <msink:context xmlns:msink="http://schemas.microsoft.com/ink/2010/main" type="inkDrawing"/>
        </emma:interpretation>
      </emma:emma>
    </inkml:annotationXML>
    <inkml:trace contextRef="#ctx0" brushRef="#br0">3 0 147 0,'0'0'206'0,"0"0"-5"0,0 0-7 0,0 0-4 0,0 0-9 16,0 0-5-16,0 0-4 0,0 0-10 0,0 0-3 15,0 0-10-15,0 0-8 0,0 0-12 0,0 0-8 16,0 0-18-16,0 0-6 0,0 0-8 0,0 0-10 16,0 0-7-16,0 0-2 0,0 0-4 0,0 0-4 15,-3 19-4-15,2-12-5 0,1 1-4 0,1 0-5 16,-1 0-5-16,0 1-5 0,1-1-1 0,0 1-1 15,0 0-12-15,0 0-28 0,-1 0-26 0,1-1-43 16,1 3-52-16,-2-2-57 0,0-1-70 0,0 0-184 16,0 2-477-16,0-3 212 0</inkml:trace>
  </inkml:traceGroup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0-03-09T14:06:03.670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Group>
    <inkml:annotationXML>
      <emma:emma xmlns:emma="http://www.w3.org/2003/04/emma" version="1.0">
        <emma:interpretation id="{6BC05CE1-7A91-446D-B273-B5E7AEAE31AB}" emma:medium="tactile" emma:mode="ink">
          <msink:context xmlns:msink="http://schemas.microsoft.com/ink/2010/main" type="inkDrawing"/>
        </emma:interpretation>
      </emma:emma>
    </inkml:annotationXML>
    <inkml:trace contextRef="#ctx0" brushRef="#br0">139 0 124 0,'0'0'240'0,"0"0"-11"16,0 0-13-16,0 0-12 0,0 0-12 15,0 0-9-15,0 0-9 0,0 0-11 0,1 14-5 16,-1-14-13-16,0 8-15 0,0-8-11 0,-1 10-9 0,0-5-9 16,-1 2-11-16,0 0-5 0,-1 1-10 0,0 0-1 15,0 0-12-15,-1 1-2 0,-3 0-5 0,0 1-9 16,0 1-2-16,-2-3-9 0,1 1-19 0,-2-1-17 15,0 0-32-15,-1-1-29 0,2-1-33 0,-1-1-43 16,3-2-38-16,-1 0-62 0,1 0-161 0,1-3-430 16,1 0 190-16</inkml:trace>
  </inkml:traceGroup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0-03-09T14:06:03.935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Group>
    <inkml:annotationXML>
      <emma:emma xmlns:emma="http://www.w3.org/2003/04/emma" version="1.0">
        <emma:interpretation id="{B725DC9A-D3C5-490A-939C-0DFB3DFE3CE5}" emma:medium="tactile" emma:mode="ink">
          <msink:context xmlns:msink="http://schemas.microsoft.com/ink/2010/main" type="inkDrawing"/>
        </emma:interpretation>
      </emma:emma>
    </inkml:annotationXML>
    <inkml:trace contextRef="#ctx0" brushRef="#br0">14 13 150 0,'0'0'328'0,"2"-6"-20"0,-2 6-16 0,1-4-20 0,-1 4-13 16,2-5-19-16,-2 5-30 0,0 0-24 0,0 0-15 15,0 0-25-15,0 0-38 0,0 0-47 0,0 0-63 16,0 0-84-16,0 0-97 0,-9 15-227 0,4-11-445 16,0 3 197-16</inkml:trace>
  </inkml:traceGroup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0-03-09T14:12:32.284"/>
    </inkml:context>
    <inkml:brush xml:id="br0">
      <inkml:brushProperty name="width" value="0.05292" units="cm"/>
      <inkml:brushProperty name="height" value="0.05292" units="cm"/>
      <inkml:brushProperty name="fitToCurve" value="1"/>
    </inkml:brush>
    <inkml:brush xml:id="br1">
      <inkml:brushProperty name="width" value="0.05292" units="cm"/>
      <inkml:brushProperty name="height" value="0.05292" units="cm"/>
      <inkml:brushProperty name="color" value="#FF0000"/>
      <inkml:brushProperty name="fitToCurve" value="1"/>
    </inkml:brush>
    <inkml:brush xml:id="br2">
      <inkml:brushProperty name="width" value="0.05292" units="cm"/>
      <inkml:brushProperty name="height" value="0.05292" units="cm"/>
      <inkml:brushProperty name="color" value="#00B050"/>
      <inkml:brushProperty name="fitToCurve" value="1"/>
    </inkml:brush>
  </inkml:definitions>
  <inkml:traceGroup>
    <inkml:annotationXML>
      <emma:emma xmlns:emma="http://www.w3.org/2003/04/emma" version="1.0">
        <emma:interpretation id="{0090C364-A988-43ED-8049-0A2E910E39A1}" emma:medium="tactile" emma:mode="ink">
          <msink:context xmlns:msink="http://schemas.microsoft.com/ink/2010/main" type="writingRegion" rotatedBoundingBox="14723,20339 4122,20389 4076,10752 14677,10701"/>
        </emma:interpretation>
      </emma:emma>
    </inkml:annotationXML>
    <inkml:traceGroup>
      <inkml:annotationXML>
        <emma:emma xmlns:emma="http://www.w3.org/2003/04/emma" version="1.0">
          <emma:interpretation id="{3CFB9679-55B0-4D06-86B8-D5FEA1274851}" emma:medium="tactile" emma:mode="ink">
            <msink:context xmlns:msink="http://schemas.microsoft.com/ink/2010/main" type="paragraph" rotatedBoundingBox="14376,20315 11267,20357 11261,19893 14370,1985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F9381C6E-48CD-4EC9-9FB8-23126B5A232F}" emma:medium="tactile" emma:mode="ink">
              <msink:context xmlns:msink="http://schemas.microsoft.com/ink/2010/main" type="line" rotatedBoundingBox="14376,20315 11267,20357 11261,19893 14370,19851"/>
            </emma:interpretation>
          </emma:emma>
        </inkml:annotationXML>
        <inkml:traceGroup>
          <inkml:annotationXML>
            <emma:emma xmlns:emma="http://www.w3.org/2003/04/emma" version="1.0">
              <emma:interpretation id="{5DA230F5-02BA-4A9C-9E3A-3038E9801DF8}" emma:medium="tactile" emma:mode="ink">
                <msink:context xmlns:msink="http://schemas.microsoft.com/ink/2010/main" type="inkWord" rotatedBoundingBox="14376,20298 13979,20303 13974,19875 14371,19870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138 4265 160 0,'0'0'252'0,"0"0"-18"0,0 0-22 0,0 0-17 0,0 0-14 16,0 0-13-16,0 0-2 0,0 0-8 0,0 0-10 15,-8 15-10-15,3-10-10 0,-2 2-12 0,1-2-10 16,-2 3-13-16,-3-1-6 0,2 2-8 0,-2 0-10 15,2-1-13-15,-1-1-35 0,-1 2-37 0,0 0-48 16,2-2-44-16,0 1-47 0,1-2-64 0,0 3-149 16,0-4-398-16,1 4 176 0</inkml:trace>
          <inkml:trace contextRef="#ctx0" brushRef="#br0" timeOffset="-265.6218">61 4464 78 0,'0'0'254'0,"0"0"-17"16,0 0-12-16,-5-2-17 0,5 2-19 0,0 0-12 0,0 0-9 16,0 0-5-16,0 0-11 0,0 0-13 0,0 0-12 15,0 0-2-15,0 0-13 0,7 15-8 0,-7-15-9 16,2 4-5-16,-2-4-5 0,2 4-6 0,0 2-9 16,-2-6-10-16,2 5-6 0,-2-5-2 0,1 8-7 15,-1-8 0-15,0 8-3 0,0-3 0 0,0-5-7 16,-1 9-3-16,1-9 1 0,-2 6-7 0,0-1-5 15,2-5 0-15,-4 5 1 0,1-2-3 0,3-3-3 16,-5 4-4-16,5-4-5 0,-4 0-2 0,4 0-8 16,-7 2-3-16,3-1-5 0,4-1-5 0,-10-2-4 15,4-1-2-15,1-3 0 0,0 4-1 0,1-2 2 16,0 1 0-16,-1-2-1 0,0 0 9 0,1 1-3 16,2 0 1-16,-1-4 1 0,0 3 4 0,1-2-2 15,-1 3 7-15,3 4 1 0,-3-7 8 0,3 7 9 0,-2-7 6 16,2 7 7-16,-2-6 0 0,2 6 15 0,-2-6-1 15,2 6 9-15,-2-5 5 0,2 5 4 0,0 0-3 16,0 0 3-16,-1-5-11 0,1 5-2 0,0 0-2 16,0 0-8-16,0 0-6 0,0 0-1 0,0 0-6 15,0 0 1-15,0 0 2 0,0 0-7 0,0 0 1 16,0 0-4-16,0 0 0 0,6 14-4 0,-6-14 2 16,1 8-5-16,1-5 2 0,-1 2 3 0,-1-5 1 15,1 9-6-15,-1-4-3 0,0-5 2 0,0 10 5 16,0-10-1-16,-3 10-4 0,2-6-5 0,-2 1 4 15,2 0-3-15,-2-1 5 0,-1-1 3 0,0 1-7 16,1 0 3-16,-3 0-3 0,0 0 2 0,0-2-3 16,-2 0 2-16,1 1-5 0,-1-3-1 0,0 0 10 15,-2 0-5-15,-1 0-2 0,0-1 0 0,-2-2 1 16,2-1 1-16,-1-1-3 0,0 0 1 0,1 0 3 16,0 2-6-16,1-1 3 0,-1-2 0 0,2 0 2 15,2 1-1-15,1 0-16 0,1-2-15 0,1 3-25 0,0-2-35 16,1 2-28-16,2-1-38 0,1 5-40 0,-1-10-37 15,3 4-40-15,1-1-241 0,0 0-553 16,1-2 244-16</inkml:trace>
          <inkml:trace contextRef="#ctx0" brushRef="#br0" timeOffset="657.1932">57 4694 70 0,'7'-1'278'0,"-7"1"-15"0,0 0-15 0,5 1-7 16,-5-1-15-16,0 0-15 0,0 0-12 0,0 0-12 15,0 0-18-15,0 0-16 0,0 0-15 0,0 0-11 16,0 0-13-16,0 0-11 0,0 0-9 0,-18-2-10 16,11 0-24-16,-1 1-44 0,1-1-58 0,-1 0-76 0,1 1-90 15,-2-3-228-15,0 2-472 0,-1-2 209 0</inkml:trace>
        </inkml:traceGroup>
        <inkml:traceGroup>
          <inkml:annotationXML>
            <emma:emma xmlns:emma="http://www.w3.org/2003/04/emma" version="1.0">
              <emma:interpretation id="{18E8F876-9F16-4548-92DC-74A595596E5A}" emma:medium="tactile" emma:mode="ink">
                <msink:context xmlns:msink="http://schemas.microsoft.com/ink/2010/main" type="inkWord" rotatedBoundingBox="13762,20316 12837,20328 12832,19976 13757,19964"/>
              </emma:interpretation>
              <emma:one-of disjunction-type="recognition" id="oneOf1">
                <emma:interpretation id="interp1" emma:lang="" emma:confidence="1">
                  <emma:literal/>
                </emma:interpretation>
              </emma:one-of>
            </emma:emma>
          </inkml:annotationXML>
          <inkml:trace contextRef="#ctx0" brushRef="#br0" timeOffset="19280.8334">-1077 4490 53 0,'0'0'203'0,"6"6"-14"0,-6-6-10 0,0 0-9 16,2 7-17-16,-2-7-7 0,0 5-8 16,0-5-12-16,0 0-8 0,-1 10-11 0,1-10-18 0,0 7 0 15,0-7-5-15,-2 7-11 0,2-7-5 0,-5 6-6 16,4-3-6-16,1-3-7 0,-4 6-5 0,-1-4-5 15,2 0-2-15,3-2-3 0,-7 2-6 0,3-1-9 16,4-1-4-16,-10-1-3 0,3-1-7 0,2 0-1 16,0-1-3-16,0 0 1 0,0-2-4 0,1 2 0 0,0-3-1 15,-1 0 1-15,1 0-4 0,1-1 4 16,0-1 0-16,0-1 4 0,1 1 1 0,1 0 5 16,1-2 10-16,-1 1 10 0,1-1 8 0,0 2 14 0,-1-1 15 15,1 3 12-15,1-3 9 0,-2 3 5 0,1 6 7 16,1-10 3-16,0 5-4 0,-1 5 5 0,0-7-1 15,0 7-4-15,0 0-6 0,0-7 8 0,0 7-10 16,0 0 1-16,0 0-22 0,1-6 11 0,-1 6-20 16,0 0-6-16,0 0 1 0,0 0 3 0,0 0 1 15,0 0-17-15,0 0 0 0,0 0-14 0,0 0 7 16,-3 20-3-16,2-15-1 0,1 4-11 0,0-3 6 16,-1 2 2-16,2 0-8 0,-2 2-2 0,1-1-4 15,0 1 2-15,-2-1 1 0,2-1 10 0,0 2-21 16,-1-1 6-16,-1-1-4 0,1 2-1 0,-2-2-1 15,1 2-1-15,-1 1 7 0,0-3-8 0,0-1-2 0,-1-1 1 16,1 2 2-16,0-2 5 0,-1-2 12 0,-1 2-25 16,0-2 9-16,0 2-3 0,-1 0 1 15,-2-1-4-15,2-1-2 0,-1-1 3 0,-1 0 0 0,1-1-6 16,-1-1 12-16,-3 0-17 0,0-1-6 0,0 0 11 16,0-2-14-16,1-2 3 0,0 0-6 0,-2 1 2 15,2-4 2-15,-1 1 0 0,2-1-7 0,4 1 5 16,-1 0-4-16,2-1-8 0,1 0-8 0,0-1-13 15,2-4-24-15,2 5-21 0,1-2-31 0,1-1-43 16,0 3-47-16,3-2-48 0,0 3-296 0,1 0-610 16,2-1 269-16</inkml:trace>
          <inkml:trace contextRef="#ctx0" brushRef="#br0" timeOffset="19482.9427">-1106 4718 131 0,'0'0'308'0,"0"0"-18"0,0 0-23 15,0 0-23-15,0 0-20 0,-10 1-13 0,10-1-27 16,-11 0-19-16,5 1-16 0,-1-2-11 0,-1 1-25 15,-1-1-30-15,-1 0-50 0,-2 1-59 0,1-3-73 16,5 2-78-16,-1-2-196 0,2 1-405 0,2 0 179 16</inkml:trace>
          <inkml:trace contextRef="#ctx0" brushRef="#br0" timeOffset="17889.3175">-500 4535 66 0,'0'0'222'16,"4"6"-13"-16,-4-6-19 0,0 0-19 0,4 4-10 15,-4-4-12-15,3 2-8 0,-3-2-12 0,4 7-12 0,-4-7-5 16,4 4-8-16,-2-1-10 0,-2-3-8 0,3 6-13 15,-3-6 1-15,1 7 0 0,0-4-5 16,-1-3-5-16,1 8-4 0,-1-8-9 0,1 7-2 0,-1-7-8 16,0 6-5-16,0-6-1 0,0 0-6 0,0 0-2 15,-2 8-2-15,2-8 0 0,-2 4-4 0,2-4 0 16,-5 4 1-16,5-4-7 0,-4 2-4 0,4-2-3 16,-6 2-3-16,6-2-5 0,-5 0-1 0,5 0-6 15,-7 0-4-15,7 0-1 0,0 0 3 0,-7-4-7 16,4 2-1-16,3 2 4 0,-4-5 2 0,4 5-1 15,-4-5 1-15,3 0-3 0,1 5 3 0,-2-8 0 16,2 8 3-16,0-10 2 0,0 10 0 0,2-9 1 16,-2 1-2-16,2 4 5 0,-2 4 2 0,2-9-1 15,-2 4-1-15,0 5 2 0,3-8 8 0,-3 8-9 16,1-8 9-16,1 5-3 0,-2 3 3 0,3-5-3 16,-3 5 0-16,1-4 2 0,-1 4-4 0,0 0 1 0,0 0-1 15,0 0 0-15,0 0-3 0,0 0 1 0,0 0 4 16,0 0-2-16,0 0 0 0,0 0 0 0,0 0 0 15,-10 12 1-15,6-8 0 0,1 0-1 0,-1-1-1 16,-1 1 2-16,0 0 3 0,0 0-3 0,-2 0 4 16,0-1-4-16,2 1-2 0,0 0-2 0,-3-2 6 15,-2 0-2-15,1 0-7 0,2-1 4 0,-2 0-5 16,2-1-11-16,0 0-13 0,0 0-10 0,2 0-9 16,-2 0-9-16,1 0-1 0,0-1-5 0,6 1-4 15,-8-3 3-15,4 2-4 0,4 1 3 0,-6-4 0 16,3 1 8-16,3 3 2 0,-4-5 7 0,4 5 12 15,0 0 2-15,0-7 8 0,0 7 13 0,0 0 8 0,0 0 3 16,3-9 2-16,-3 9 9 0,3-5 3 0,-3 5 8 16,3-5-2-16,-3 5 5 0,0 0 6 15,4-3-5-15,-4 3 5 0,0 0 3 0,0 0 3 0,0 0 4 16,0 0 0-16,5 9-2 0,-5-9 2 0,1 9 0 16,-1-5 3-16,0-4 1 0,-1 11 6 0,1-6-4 15,-1 3 3-15,-1 0 0 0,0-1 1 0,-2 1-3 16,0-2-2-16,-3 2 2 0,0-1-5 0,0 0-6 15,-2 1-2-15,2-2-5 0,-1 0-4 0,1-2-25 16,-2 1-42-16,1-2-54 0,2-1-67 0,-1 2-91 16,3-3-137-16,-3 0-423 0,0-2 188 0</inkml:trace>
          <inkml:trace contextRef="#ctx0" brushRef="#br0" timeOffset="20217.2598">-657 4574 73 0,'0'0'157'16,"0"0"-10"-16,0 0-11 0,0 0-6 0,-6 0-6 15,6 0-3-15,0 0-5 0,0 0 0 0,-9 0-4 16,9 0-4-16,0 0-6 0,0 0-4 0,-5-2-7 16,5 2-2-16,0 0-6 0,-4-2-3 0,4 2-2 15,-5-2-10-15,5 2-4 0,0 0-9 0,-7-4-2 16,7 4-3-16,-4-3 2 0,4 3-5 0,-4-3-2 16,4 3-4-16,0 0-7 0,-4-5-1 0,4 5-5 15,1-6-2-15,-1 6-4 0,0 0 0 0,7-8-5 16,-7 8 3-16,5-4-6 0,-3 1 0 0,-2 3-1 0,6-3-1 15,-6 3 0-15,6-3 0 0,-3 1 1 0,-3 2-3 16,5-2 0-16,-5 2 1 0,6-2 0 0,-6 2-5 16,5 0 0-16,-5 0 3 0,0 0-2 0,8 0-1 15,-8 0 5-15,5 2-2 0,-5-2 1 0,3 3 1 16,-3-3-1-16,4 3 1 0,-2 1 2 0,-2-4 1 16,2 6-5-16,-1-1 0 0,-1-5 3 0,1 7-1 15,-1-7 1-15,-2 8-10 0,0-2-25 0,-2-2-40 16,1 1-58-16,-3-1-67 0,0 1-238 0,-1-1-461 15,0 0 205-15</inkml:trace>
          <inkml:trace contextRef="#ctx0" brushRef="#br0" timeOffset="18279.9037">-853 4522 42 0,'0'0'177'0,"0"0"-8"0,0 0-17 15,0 0-13-15,0 0-10 0,0 0-3 0,2 18-16 16,-2-18-6-16,0 0-14 0,-4 9-2 0,2-5 0 15,2-4-2-15,-4 8-7 0,0-7-7 0,4-1-9 16,-4 6-3-16,1-4-3 0,3-2-2 0,-4 4-5 16,4-4-4-16,-6 0-4 0,6 0-5 0,-6 0 2 15,6 0-1-15,0 0-4 0,-9-5 0 0,7 2 4 0,2 3 5 16,-4-7 11-16,2 4 1 0,2 3-1 16,-1-9 4-16,1 2 1 0,0 7 6 0,4-13 3 15,-2 1 5-15,-1 3-3 0,2 0-5 0,0-3-3 16,2 0-6-16,-1-1-2 0,1 1-11 0,-1-2-6 0,0 2 0 15,0 0-5-15,0 4-4 0,0 0-2 0,0 0-4 16,0 0 1-16,-3 4-6 0,2-1-13 0,-3 5-25 16,3-5-27-16,-3 5-25 0,0 0-31 0,0 0-37 15,0 0-37-15,0 0-64 0,0 0-182 0,-9 23-459 16,4-13 203-16</inkml:trace>
          <inkml:trace contextRef="#ctx0" brushRef="#br0" timeOffset="18514.2652">-992 4711 25 0,'0'0'298'0,"0"0"-7"16,0 0-21-16,0 0-17 0,0 0-29 0,0 0-21 16,0 0-22-16,8-13-17 0,-8 13-18 0,4-4-32 15,-4 4-34-15,4-4-47 0,-4 4-60 0,3-4-72 16,-3 4-72-16,0-5-161 0,0 5-357 15,0 0 158-15</inkml:trace>
        </inkml:traceGroup>
        <inkml:traceGroup>
          <inkml:annotationXML>
            <emma:emma xmlns:emma="http://www.w3.org/2003/04/emma" version="1.0">
              <emma:interpretation id="{5F9E6ABD-8FE3-498F-A3EF-760C43783532}" emma:medium="tactile" emma:mode="ink">
                <msink:context xmlns:msink="http://schemas.microsoft.com/ink/2010/main" type="inkWord" rotatedBoundingBox="12620,20339 11267,20357 11261,19893 12614,19875"/>
              </emma:interpretation>
              <emma:one-of disjunction-type="recognition" id="oneOf2">
                <emma:interpretation id="interp2" emma:lang="" emma:confidence="1">
                  <emma:literal/>
                </emma:interpretation>
              </emma:one-of>
            </emma:emma>
          </inkml:annotationXML>
          <inkml:trace contextRef="#ctx0" brushRef="#br0" timeOffset="21935.8842">-1697 4489 19 0,'0'0'228'0,"0"0"-11"0,0 0-6 15,0 0-16-15,0 0-18 0,0 0-16 0,0 0-9 0,0 0-12 16,0 0-7-16,0 0-8 0,4-4-9 0,-4 4-9 15,5-3-8-15,-5 3-6 0,4-3-6 0,-4 3-21 16,6 0 1-16,-6 0-10 0,5-1-5 0,-5 1-6 16,5 3-4-16,-5-3-3 0,6 2-5 0,-6-2-6 15,3 2-1-15,-3-2-2 0,3 4-4 0,-3-4-1 16,2 4-2-16,-2-4-3 0,1 8 4 0,-1-8-6 16,1 5-2-16,-1-5 0 0,1 8-2 0,-1-8-1 15,0 9-3-15,0-9-5 0,-1 8-1 0,0-3 1 16,1-5 2-16,-1 8-4 0,1-8-2 0,0 7 1 15,0-7-2-15,0 7 2 0,0-7 0 0,1 4-2 0,-1-4 2 16,1 7 0-16,-1-7 2 0,2 5-1 16,-2-5-3-16,1 4 1 0,-1-4-6 0,0 0 5 15,1 5-4-15,-1-5-2 0,0 0 0 0,4 3 2 0,-4-3-2 16,0 0 2-16,5 0-2 0,-5 0-2 0,0 0 2 16,4 2 1-16,-4-2 1 0,0 0 1 0,0 0-1 15,0 0 0-15,0 0 3 0,0 0-2 0,0 0 0 16,0 0 3-16,0 0 0 0,-15 1 1 0,9-1 1 15,-1-1 1-15,-2 1-1 0,2-2 1 0,-4 2 1 16,0 0-5-16,1-1 6 0,-1 0-1 0,2 1 1 16,-3-1-2-16,4 1 2 0,0-1-2 0,-3-1 1 15,4 0-1-15,-2 0-1 0,1 0-1 0,0-1-8 0,0 0-7 16,1-1-4-16,-1 2 0 0,2-2 3 16,0 3 0-16,1-2-2 0,5 3 2 0,-6-5 0 15,3 3 0-15,-1-1 2 0,4 3 2 0,-1-7 3 0,1 7-1 16,0 0 4-16,-1-8 0 0,1 8 1 0,0 0 2 15,2-7-2-15,-2 7 3 0,4-5 3 0,-4 5 3 16,3-4 4-16,-3 4 0 0,4-2 5 0,-4 2 0 16,0 0-1-16,4-1 2 0,-4 1 0 0,0 0-5 15,0 0 9-15,7 2-1 0,-7-2-2 0,4 4 3 16,-1-2-2-16,-3-2 1 0,2 7-2 0,-1-3 7 16,-1-4-6-16,0 8 5 0,0-8 0 0,-1 7-1 15,1-7-1-15,-4 5 2 0,0-1-1 0,-1 0-7 0,-1-2 4 16,1 1-2-16,-3 0 0 0,0-1 0 15,1 1-3-15,0-1-2 0,-1-1-1 0,0-2 3 16,0 3-5-16,0-2 2 0,0 2 2 0,1-4-2 0,-1 2-1 16,4 2 1-16,4-2-1 0,-6 0 1 0,6 0-1 15,-6 0-4-15,6 0 4 0,0 0-3 0,-7 0 2 16,7 0 1-16,0 0 5 0,0 0 0 0,-4 1 10 16,4-1 0-16,0 0 2 0,0 0 4 0,0 0 2 15,0 0-1-15,0 0 10 0,0 0 2 0,0 0-2 16,8 9 0-16,-8-9-6 0,5 4 2 0,-2-1 1 15,-3-3-2-15,5 5-3 0,-2 0 1 0,0-1-3 16,0 1-4-16,0 0-2 0,-1-1 3 0,-1 2-1 16,1-1-5-16,0 0 3 0,-2-5-6 0,1 9 7 15,0-5-6-15,-1-4 2 0,0 8-4 0,0-8 9 16,-3 9 2-16,2-5-4 0,-1-1 1 0,0 1 2 16,2-4 1-16,-7 6-2 0,4-4 2 0,-2 2 2 0,-2-2 0 15,2 0-7-15,-2 0 1 0,0 1-1 0,0-3 2 16,-2 1-5-16,0 1-3 0,-3-2 0 15,0 0 5-15,0 0-5 0,1-2-2 0,-1 1 1 0,0 0-2 16,0-3-3-16,1 2 5 0,1-2-4 0,2 0-1 16,-3 1 2-16,5-1-3 0,-1-1-3 0,2 1 0 15,-2-1 0-15,5-2-11 0,-2 1-3 0,3 1-13 16,-1-2-17-16,2-1-23 0,1 0-31 0,1 0-31 16,-1 0-44-16,2 0-43 0,1-2-41 0,-1 1-231 15,1 0-526-15,-1 1 234 0</inkml:trace>
          <inkml:trace contextRef="#ctx0" brushRef="#br0" timeOffset="22342.1093">-1845 4420 273 0,'4'-5'296'0,"-1"2"-22"0,0 1-13 0,-1-2-25 16,-2 4-26-16,4-5-18 0,-4 5-20 16,3-5-17-16,-3 5-21 0,3-2-35 0,-3 2-48 0,0 0-49 15,0 0-55-15,4-4-53 0,-4 4-48 0,0 0-187 16,4-3-368-16,-4 3 163 0</inkml:trace>
          <inkml:trace contextRef="#ctx0" brushRef="#br0" timeOffset="22123.3764">-2054 4462 69 0,'0'0'271'0,"2"-4"-7"15,-2 4-21-15,3-4-23 0,-3 4-21 16,4-4-21-16,-4 4-20 0,5-2-18 0,-5 2-21 0,4-2-42 15,-4 2-38-15,4-2-60 0,-4 2-46 0,6-2-57 16,-6 2-171-16,6-1-318 0,-3 0 141 0</inkml:trace>
          <inkml:trace contextRef="#ctx0" brushRef="#br0" timeOffset="22921.1924">-1641 4354 205 0,'0'0'315'0,"5"-3"-13"0,-2 0-15 0,-3 3-20 16,5-6-22-16,-1 4-14 0,-4 2-23 0,4-4-22 15,-4 4-14-15,2-4-20 0,-2 4-25 0,0 0-43 0,0 0-45 16,0 0-54-16,0 0-54 0,0 0-68 0,0 0-78 16,0 0-183-16,-17 2-430 0,10 0 190 0</inkml:trace>
          <inkml:trace contextRef="#ctx0" brushRef="#br0" timeOffset="23998.2398">-2251 4464 7 0,'-4'-2'195'0,"4"2"-9"16,0 0-15-16,0 0-12 0,0 0-10 0,0 0-7 15,0 0-8-15,0 0-2 0,0 0-5 0,-1 13-6 0,1-13-4 16,0 0-6-16,0 0-13 0,2 8-5 0,-2-8-5 16,0 7-2-16,3-5 2 0,-1 2 0 0,-2-4 2 15,4 7-9-15,-3-2-7 0,1 0-2 0,-2-5-7 16,0 7 2-16,0-7-7 0,1 9-1 0,-1-9-2 16,-2 8-6-16,-2-5-1 0,0 0-5 0,0 3-5 15,-2-3-1-15,-1 0-5 0,2 0-3 0,-1 0-6 16,-1-1-14-16,0 0-20 0,1 0-16 0,0 0-31 15,0-1-31-15,-1-1-31 0,2 0-34 0,5 0-31 0,-8 0-39 16,3 0-177-16,5 0-431 0,-8 0 190 0</inkml:trace>
          <inkml:trace contextRef="#ctx0" brushRef="#br0" timeOffset="24216.973">-2337 4708 105 0,'5'-9'313'0,"-5"9"-27"16,2-6-26-16,-2 6-26 0,2-6-25 0,-2 6-21 15,3-6-22-15,-3 6-46 0,1-7-61 0,0 3-71 0,-1 4-85 16,1-7-209-16,-1 7-330 0,0 0 146 0</inkml:trace>
          <inkml:trace contextRef="#ctx0" brushRef="#br0" timeOffset="23310.7879">-2390 4491 192 0,'0'0'219'0,"0"0"-11"15,0 0-17-15,0 0-8 0,0 0-8 16,0 0-6-16,-3-8-11 0,3 8-11 0,0 0-10 0,0 0-13 16,0 0-7-16,0 0-12 0,5-10-6 0,-5 10-12 15,3-3-11-15,-3 3-7 0,5-3-5 0,-5 3-8 16,5-1-3-16,-5 1-9 0,7-1-3 0,-7 1-4 16,7 0-2-16,-7 0-4 0,7 0-3 0,-7 0-7 15,6 1-2-15,-6-1-9 0,5 2 0 0,-2 1-4 0,-3-3-3 16,2 5-1-16,-2-5-4 0,2 4-1 15,-2-4-5-15,1 6-1 0,-1-6-5 0,-1 6-3 16,1-6-2-16,0 9-6 0,1-6 1 0,-1-3-6 0,0 8 1 16,0-8 1-16,1 6-3 0,-1-6 3 0,1 5 2 15,-1-5 1-15,1 6 1 0,-1-6 4 0,1 4 4 16,-1-4 2-16,0 0 1 0,0 0 0 0,0 0 0 16,0 0 4-16,-1 8 2 0,1-8-3 0,0 0 3 15,0 0 4-15,0 0-2 0,3 4 2 0,-3-4-4 16,0 0 3-16,0 0 3 0,0 0 0 0,0 0 0 15,4 2 3-15,-4-2 8 0,0 0-2 0,0 0-1 16,0 0 1-16,0 0 4 0,-13 0 2 0,13 0 6 16,-12-2-3-16,4 0 4 0,-1 2-2 0,-3 0-4 15,1-1 3-15,0-1-5 0,2 2 0 0,-3 0-2 16,2-2-5-16,2 2-7 0,0-1-16 0,0 1-19 0,2-1-29 16,-1 0-31-16,1 1-30 0,6 0-47 0,-8-2-182 15,8 2-384-15,-7-1 170 0</inkml:trace>
          <inkml:trace contextRef="#ctx0" brushRef="#br0" timeOffset="24874.1771">-2367 4302 204 0,'2'-5'296'15,"0"1"-20"-15,-2 4-25 0,5-5-23 0,-5 5-22 16,2-3-21-16,-2 3-21 0,0 0-18 0,2-5-29 15,-2 5-39-15,0 0-39 0,0 0-57 0,0 0-51 16,0 0-53-16,0 0-209 0,0 0-357 0,0 0 158 16</inkml:trace>
          <inkml:trace contextRef="#ctx0" brushRef="#br0" timeOffset="25091.905">-2485 4536 75 0,'0'0'229'16,"0"0"-5"-16,0 0-18 0,0 0-3 0,0 0-14 16,0 0-12-16,0 0-14 0,-2 9-5 0,2-9-6 15,0 0-1-15,0 0-4 0,0 6-3 0,0-6-11 0,1 7-10 16,-1-7-6-16,0 10-11 0,0-10-8 16,-1 9 1-16,1-3-14 0,-1 2-7 0,-1-1-10 15,1 1-4-15,-1 0-6 0,0 0-4 0,-1 0-5 0,0-1-4 16,0 1-4-16,-1-2-7 0,0 0-12 0,0 2-15 15,-1-2-18-15,-2-1-14 0,0 2-30 0,0-3-42 16,-1 3-41-16,-1-4-54 0,3-1-67 0,-2-1-195 16,1 1-491-16,-1-2 216 0</inkml:trace>
          <inkml:trace contextRef="#ctx0" brushRef="#br0" timeOffset="25560.6254">-2700 4485 177 0,'0'-6'211'0,"2"-1"-12"0,-1 1-17 15,1 1-11-15,1-1-15 0,-1 1-12 0,2 1-16 16,-2 1-7-16,-2 3-12 0,5-6-7 0,-1 3-9 15,-1 1-7-15,-3 2-4 0,5-5-2 0,-1 4-4 16,-4 1-6-16,0 0-8 0,7-2-1 0,-7 2-3 16,5 0-2-16,-5 0 0 0,6 3-4 0,-6-3-1 15,4 4-5-15,-4-4-6 0,3 5-4 0,0-3 0 16,-3-2-3-16,3 8-4 0,-2-4-1 0,-1-4-4 16,0 7-1-16,0-7-4 0,-3 9 1 0,0-5-2 0,-1 2-1 15,0-1-2-15,-3-1 2 0,2 0-8 16,-1 0 2-16,-2-3 0 0,1 4-5 0,-1-1 1 15,1-1 2-15,0-1-3 0,0 2 0 0,-4 0-1 0,1-2 2 16,2 0-2-16,0 0 3 0,0 0-2 0,0 0 2 16,2-1-2-16,-1 0 6 0,2 0-4 0,1 0 2 15,1 1 1-15,-1 2 4 0,4-4-2 0,-4 4-1 16,2 0 0-16,0 1 5 0,1-1-2 0,1-4 0 16,-1 12 0-16,1-4-1 0,0 1-3 0,1 0 3 15,0 0-1-15,-1 0 1 0,2 0-1 0,0 3-1 16,-1-3-3-16,0 4 3 0,-1-2-5 0,1-2 3 15,0 0-4-15,-1 0 2 0,0 0-11 0,0 0-15 0,0-1-29 16,-1-1-34-16,0 0-34 0,-2 0-51 16,2-3-46-16,1-4-247 0,-3 6-497 0,0-3 221 15</inkml:trace>
          <inkml:trace contextRef="#ctx0" brushRef="#br0" timeOffset="78306.8762">-2943 4587 101 0,'0'0'335'0,"0"0"-14"0,0 0-21 0,0 0-27 16,0 0-19-16,0 0-27 0,0 0-25 0,0 0-19 0,0 0-21 15,0 0-26-15,0 0-34 0,0 0-55 0,0 0-65 16,0 0-91-16,0 0-98 0,0 0-179 0,0 0-416 16,0 0 185-16</inkml:trace>
          <inkml:trace contextRef="#ctx0" brushRef="#br0" timeOffset="80962.8702">-2960 4575 157 0,'0'0'272'0,"0"0"-12"0,0 0-10 0,0 0-10 16,0 0-7-16,0 0-6 0,0 0-9 0,0 0-3 16,0 0-7-16,0 0-4 0,0 0-15 0,0 0-10 15,0 0-7-15,0 0-21 0,0 0-6 0,0 0-25 0,0 0-4 16,0 0-20-16,0 0-29 0,0 0-10 16,0 0-42-16,0 0-56 0,0 0-81 0,0 0-103 15,-8 0-343-15,8 0-614 0,0 0 272 0</inkml:trace>
        </inkml:traceGroup>
      </inkml:traceGroup>
    </inkml:traceGroup>
    <inkml:traceGroup>
      <inkml:annotationXML>
        <emma:emma xmlns:emma="http://www.w3.org/2003/04/emma" version="1.0">
          <emma:interpretation id="{9980ADE3-075C-4257-9368-446747C5BB7C}" emma:medium="tactile" emma:mode="ink">
            <msink:context xmlns:msink="http://schemas.microsoft.com/ink/2010/main" type="paragraph" rotatedBoundingBox="14692,19220 8097,19289 8090,18648 14686,18579" alignmentLevel="1"/>
          </emma:interpretation>
        </emma:emma>
      </inkml:annotationXML>
      <inkml:traceGroup>
        <inkml:annotationXML>
          <emma:emma xmlns:emma="http://www.w3.org/2003/04/emma" version="1.0">
            <emma:interpretation id="{33B58EC6-2392-4BBB-ACE4-3AE8E629CC99}" emma:medium="tactile" emma:mode="ink">
              <msink:context xmlns:msink="http://schemas.microsoft.com/ink/2010/main" type="inkBullet" rotatedBoundingBox="14691,19089 14509,19091 14507,18935 14689,18934"/>
            </emma:interpretation>
            <emma:one-of disjunction-type="recognition" id="oneOf3">
              <emma:interpretation id="interp3" emma:lang="" emma:confidence="0">
                <emma:literal>•</emma:literal>
              </emma:interpretation>
            </emma:one-of>
          </emma:emma>
        </inkml:annotationXML>
        <inkml:trace contextRef="#ctx0" brushRef="#br1" timeOffset="617687.5081">458 3432 202 0,'0'0'216'15,"0"0"3"-15,0 0-7 0,0 0-14 0,0 0-12 0,0 0-9 16,0 0-7-16,-19 4-14 0,15-3-14 0,-4 0-11 16,2 0-17-16,0-1-8 0,-2 1-10 0,1-1-9 15,1 1-13-15,-1-1-9 0,3 0-10 0,4 0-15 16,-12-1-36-16,6 1-43 0,6 0-68 0,-6-1-61 16,6 1-59-16,0 0-125 0,0 0-381 0,-3-5 169 15</inkml:trace>
        <inkml:trace contextRef="#ctx0" brushRef="#br1" timeOffset="617906.2169">446 3397 28 0,'0'0'197'0,"-10"-8"-5"15,10 8-7-15,-6 0-18 0,0 0-14 0,0 0-14 16,-1 0-12-16,0 0-14 0,0 0-15 0,0 0-11 15,-1 0-7-15,0 0-7 0,-3 0-15 0,3 1-26 16,0-2-35-16,1 1-51 0,1 0-36 0,6 0-42 16,-9-1-110-16,9 1-262 0,-6-3 116 0</inkml:trace>
        <inkml:trace contextRef="#ctx0" brushRef="#br1" timeOffset="618249.9409">362 3331 175 0,'0'0'174'0,"0"0"-5"0,0 0-3 16,0 0-6-16,0 0 1 0,0 0-6 0,0 0-10 15,0 0 2-15,0 0 0 0,0 0-9 0,0 0-3 0,0 0 0 16,-9 17-8-16,8-13-10 0,-2-1-8 0,-3 0-2 16,3 1-5-16,-1 0-5 0,1 0-7 0,-3-1-11 15,0 2-2-15,1-1-5 0,1 0-7 0,-3 1-1 16,1-1-2-16,1 1 5 0,-1-2-18 0,3 1-5 15,0 1-4-15,0-2-2 0,2 1-1 0,-1 3-2 16,2-7-6-16,0 9-7 0,0-9-3 0,3 9 2 16,1-4-11-16,0-1-17 0,0-1-21 0,2 2-33 15,0 1-45-15,-2 0-71 0,5-4-77 0,-4 2-239 16,0-1-532-16,-1 2 235 0</inkml:trace>
      </inkml:traceGroup>
      <inkml:traceGroup>
        <inkml:annotationXML>
          <emma:emma xmlns:emma="http://www.w3.org/2003/04/emma" version="1.0">
            <emma:interpretation id="{239CE334-EDD0-4FA3-B008-D5FAEBBFEAB0}" emma:medium="tactile" emma:mode="ink">
              <msink:context xmlns:msink="http://schemas.microsoft.com/ink/2010/main" type="line" rotatedBoundingBox="14342,19224 8097,19289 8090,18648 14335,18583"/>
            </emma:interpretation>
          </emma:emma>
        </inkml:annotationXML>
        <inkml:traceGroup>
          <inkml:annotationXML>
            <emma:emma xmlns:emma="http://www.w3.org/2003/04/emma" version="1.0">
              <emma:interpretation id="{D4F2DB0A-7A20-4A96-BE98-5650660913EB}" emma:medium="tactile" emma:mode="ink">
                <msink:context xmlns:msink="http://schemas.microsoft.com/ink/2010/main" type="inkWord" rotatedBoundingBox="14341,19152 14003,19156 13999,18712 14336,18708"/>
              </emma:interpretation>
              <emma:one-of disjunction-type="recognition" id="oneOf4">
                <emma:interpretation id="interp4" emma:lang="" emma:confidence="1">
                  <emma:literal/>
                </emma:interpretation>
              </emma:one-of>
            </emma:emma>
          </inkml:annotationXML>
          <inkml:trace contextRef="#ctx0" brushRef="#br0" timeOffset="-60949.0672">97 3104 232 0,'0'0'226'0,"0"0"-19"0,0 0-6 0,7 6-13 0,-7-6-9 16,0 0-16-16,0 0-16 0,-10 16-14 0,5-10-8 16,-3 2-14-16,-1 1-9 0,0-2-10 0,0 2-10 15,-3 3-25-15,1-3-43 0,0-1-45 0,-1 6-56 16,3-7-76-16,-1 2-167 0,1 0-357 0,1 0 158 16</inkml:trace>
          <inkml:trace contextRef="#ctx0" brushRef="#br0" timeOffset="-61183.4213">63 3344 217 0,'0'0'220'0,"0"0"-16"0,0 0-14 15,0 0-16-15,0 0-13 0,0 0-13 0,0 0-9 16,0 0-5-16,0 0-9 0,0 0-8 0,0 0-12 16,0 0-7-16,4 17-4 0,-4-17-4 0,0 5-5 15,0-5-4-15,0 0-8 0,0 7-10 0,0-7-6 16,0 7-2-16,0-7-8 0,-1 6 2 0,1-6-5 16,-3 8-7-16,2-4 5 0,1-4-11 0,-4 4-3 15,4-4-2-15,-4 5-3 0,2-2-2 0,2-3 0 16,-5 3 0-16,5-3-3 0,-7 1-4 0,3 0 0 0,4-1-7 15,-7 0-3-15,7 0-4 0,-6-3-3 16,1 0 0-16,1-1 1 0,1 1 2 0,-2 1-9 16,2-3 3-16,-1 0 1 0,-1 0 2 0,1-1 0 15,1 1 2-15,0 1-1 0,3 4 5 0,-3-8 1 0,1 5 6 16,2 3 10-16,-3-7 12 0,3 7 11 0,-2-6 12 16,2 6 5-16,0 0 5 0,-1-6 5 15,1 6-4-15,0 0 8 0,-1-6-4 0,1 6 5 0,0 0 0 16,0 0-2-16,0 0-5 0,0 0-9 0,0 0-7 15,2-8-3-15,-2 8-10 0,0 0 0 0,0 0-8 16,0 0 4-16,0 0 1 0,0 0-11 0,0 0 5 16,8 11-8-16,-8-11-4 0,1 6 8 0,-1-6-13 15,2 6 3-15,-1-1-7 0,-1-5 4 0,-1 8-5 16,1-8 1-16,-2 8-4 0,2-8 3 0,-1 10 7 16,-1-7-10-16,2-3 1 0,-4 8-1 0,2-4 1 15,-1 1-3-15,-1-1 5 0,-1-1 4 0,-1 0-7 16,0 2-1-16,-1-2 3 0,-1-2 5 0,0 1 3 15,-3-1-10-15,0 0-7 0,0-1 9 0,-1 1-6 16,-1-2 2-16,1 0 2 0,-1-2-1 0,1 1-4 16,1 0 2-16,1-3-6 0,1 4 13 0,3-3-10 15,0 0 5-15,0 1-10 0,1-2-16 0,2 1-33 16,-1-3-27-16,3 2-38 0,-1-2-51 0,3-1-58 0,0-1-69 16,3 2-302-16,0-2-650 0,1-2 288 15</inkml:trace>
          <inkml:trace contextRef="#ctx0" brushRef="#br0" timeOffset="-60323.1089">67 3537 149 0,'-1'8'301'0,"1"-8"-10"16,0 0-10-16,0 0-18 0,0 0-20 15,-6 3-26-15,6-3-17 0,-7 0-21 0,7 0-14 0,-11-2-21 16,3 1-46-16,0 1-54 0,-2-3-68 0,-1 1-93 15,4-1-97-15,-3 0-156 0,1 0-402 0,0-1 178 16</inkml:trace>
        </inkml:traceGroup>
        <inkml:traceGroup>
          <inkml:annotationXML>
            <emma:emma xmlns:emma="http://www.w3.org/2003/04/emma" version="1.0">
              <emma:interpretation id="{E2AC77EB-7653-452B-958F-5BF828D13A1D}" emma:medium="tactile" emma:mode="ink">
                <msink:context xmlns:msink="http://schemas.microsoft.com/ink/2010/main" type="inkWord" rotatedBoundingBox="13788,19203 12201,19220 12194,18605 13782,18589"/>
              </emma:interpretation>
              <emma:one-of disjunction-type="recognition" id="oneOf5">
                <emma:interpretation id="interp5" emma:lang="" emma:confidence="1">
                  <emma:literal/>
                </emma:interpretation>
              </emma:one-of>
            </emma:emma>
          </inkml:annotationXML>
          <inkml:trace contextRef="#ctx0" brushRef="#br0" timeOffset="-42716.0188">-869 3053 103 0,'0'0'257'0,"0"0"-15"0,2-6-19 16,-2 6-15-16,0 0-19 0,0 0-19 0,0 0-13 16,2-4-14-16,-2 4-9 0,0 0-8 0,0 0-9 15,0 0-7-15,0 0-4 0,-8 14-3 0,3-10-5 16,-1 2-3-16,0 1-8 0,-3 0-8 0,0 3-8 0,1 0-4 15,-2-1-7-15,-4 1-4 0,4-1-7 0,0 0-4 16,0 0-8-16,-1 0-17 0,0-1-23 16,0 1-29-16,1-3-35 0,0 3-35 0,0-3-39 0,2-2-42 15,1 0-47-15,-1 0-169 0,1-2-433 0,1-1 191 16</inkml:trace>
          <inkml:trace contextRef="#ctx0" brushRef="#br0" timeOffset="-42528.5288">-1050 3110 182 0,'0'0'197'16,"0"0"-11"-16,0 0-11 0,0 0-17 0,0 0-12 16,0 0-10-16,-12 10-16 0,8-7-18 15,0 2-8-15,-2 0-25 0,-1 0-35 0,-2 3-54 0,-1-1-55 16,0 0-176-16,-3-2-272 0,-2 4 121 0</inkml:trace>
          <inkml:trace contextRef="#ctx0" brushRef="#br0" timeOffset="-59433.5474">-448 3270 121 0,'0'0'236'0,"0"0"-20"16,0 0-10-16,-6-8-8 0,2 6-9 0,4 2-15 15,-7-2-2-15,2 1-12 0,-1 1-8 0,0 0-11 16,6 0-6-16,-13 1-11 0,6 1-6 0,0 1-4 15,-3-2 4-15,1 1-10 0,1 0-3 0,-3 2-8 16,3-1-8-16,-1 2-6 0,-1 1-1 0,2-2 2 16,1 1-5-16,0 2 7 0,1-1-14 0,0 0-6 15,1 1-11-15,1 1 1 0,1-1-5 0,1 0-5 0,2 2-2 16,2-2-7-16,2 0 0 0,1 0-39 0,2-1-38 16,2 0-53-16,4 0-54 0,2 1-74 15,1-3-337-15,-2-1-605 0,5-1 267 0</inkml:trace>
          <inkml:trace contextRef="#ctx0" brushRef="#br0" timeOffset="-59808.5218">-875 3329 202 0,'3'-7'242'0,"1"-1"-9"16,-1 2-17-16,3 0-14 0,-1-1-8 0,0 0-8 0,0 0-9 16,2 2-12-16,1 1-9 0,-2 0-9 15,1 0-10-15,0 2-9 0,0-2-7 0,0 3-8 16,-1-1 0-16,1 2-10 0,1 0-10 0,-2 2-13 0,1-1-6 15,-3 1-4-15,3 1-4 0,-3 0-11 0,2 2-6 16,-1-1-3-16,0 2-3 0,0 1-7 0,-2-1-4 16,0 1-3-16,-2 1 6 0,0 1-7 0,-1-1-7 15,-2 0-6-15,0 0-5 0,-4 0-26 0,-1 1-26 16,-2 0-38-16,2 0-39 0,-3-1-49 0,3-4-59 16,0 1-268-16,1-1-535 0,1 0 238 0</inkml:trace>
          <inkml:trace contextRef="#ctx0" brushRef="#br0" timeOffset="-46621.9596">-845 3593 97 0,'0'0'116'0,"0"0"-7"0,0 0-6 16,0 0-10-16,0 0 0 0,0 0-7 0,-5 4-12 0,5-4-6 16,0 0 3-16,0 0-2 0,0 0-6 15,0 0-3-15,0 0-3 0,0 0 6 0,0 0-7 16,0 0 6-16,0 0-4 0,0 0 0 0,0 0 0 0,0 0-4 15,0 0-5-15,0 0-4 0,0 0-4 0,-1 6-2 16,1-6 2-16,0 0-6 0,0 0-1 0,0 0 0 16,0 0-4-16,0 0 5 0,0 0 4 0,0 0 5 15,0 0 5-15,0 0-1 0,0 0 5 0,0 0 1 16,0 0 0-16,0 0-2 0,0 0-2 0,0 0 5 16,0 0-1-16,0 0-2 0,0 0-5 0,6-14-1 15,-6 14 2-15,1-8-2 0,-1 8-3 0,2-9-8 16,-2 1-3-16,0 3-2 0,0-3-3 0,0 2-17 15,0-2-34-15,0 8-49 0,0-15-55 0,0 7-84 16,-2 1-202-16,2-2-448 0,0 2 198 0</inkml:trace>
          <inkml:trace contextRef="#ctx0" brushRef="#br0" timeOffset="-60058.5015">-878 3361 89 0,'0'0'273'16,"0"0"-10"-16,0 0-9 0,0 0-16 0,0 9-12 0,0-9-23 16,0 0-6-16,5 13-9 0,-4-7-7 0,2 3-14 15,-1-3-13-15,0 3-10 0,2-3-8 16,-1 3-14-16,-1 1-7 0,0-2-15 0,1 0-10 0,-2 0-6 15,2 1-8-15,-3-1-10 0,2-1-20 16,-2 1-32-16,0-3-39 0,0 3-51 0,0-2-43 0,0-6-50 16,0 9-49-16,0-9-253 0,-2 8-508 0,2-8 225 15</inkml:trace>
          <inkml:trace contextRef="#ctx0" brushRef="#br0" timeOffset="-44403.3849">-1057 3254 160 0,'0'0'212'16,"0"0"-12"-16,-4-2-15 0,4 2-21 0,0 0-4 16,0 0-10-16,0 0-13 0,0 0-3 0,0 0-9 15,0 0-3-15,0 0-2 0,0 0-2 0,0 0-4 16,0 0-5-16,2 18-6 0,-2-18-8 0,0 10-10 0,0-6-4 16,2 2-5-16,-2 2-4 0,0-8-5 0,0 11-4 15,0-4-7-15,0 1-8 0,0-3-7 0,0 3 0 16,-2-2-2-16,1 0-3 0,-1 1-4 0,0-1-3 15,-1 2-3-15,1-2-2 0,0-2-4 0,-1 2 0 16,0-2-4-16,0 1-2 0,-1 1-3 0,1-3 5 16,-1 0-6-16,1 2 1 0,-1-2-3 0,4-3 0 15,-7 4-7-15,4-2-5 0,-1-1-7 0,-3 1-2 16,2-2-5-16,-2 0 0 0,2-2 2 0,-2 1 3 16,1-1-6-16,-1-1 4 0,-1 1 2 0,3-2-1 15,-1-1 2-15,1 1 0 0,-1 1 3 0,2-1 2 16,-1-1 1-16,2 2-1 0,0-1 3 0,0 0 1 15,3 4 3-15,-6-5 6 0,5 2 2 0,1 3 0 0,-2-5 6 16,2 5-1-16,-4-4 2 0,4 4 1 0,0 0-1 16,0 0-3-16,-2-5-4 0,2 5 3 0,0 0-2 15,0 0 4-15,0 0-11 0,0 0 3 0,0 0 1 16,0 0-4-16,0 0 2 0,0 0 3 0,0 0-6 16,-3 11 4-16,3-11 2 0,0 0-3 0,-1 10-2 15,1-10 3-15,-2 6-2 0,2 0-1 0,0-6 0 16,-3 6-1-16,0-3-1 0,3-3-6 0,-5 9 0 15,2-7-3-15,-1 1-5 0,0 0-2 0,-2 0-4 16,2-2-2-16,-2 2 2 0,1-3 0 0,-1 2-5 16,-1-1 2-16,3 1-2 0,4-2 5 0,-10 0 2 15,10 0 4-15,-6 0-3 0,6 0 7 0,-5 1-5 0,5-1 4 16,0 0 2-16,0 0 2 0,-6 1-3 0,6-1 5 16,0 0-3-16,0 0 0 0,0 0 2 15,0 0-2-15,0 0 0 0,0 0 1 0,0 0 2 0,0 0 2 16,0 0-1-16,0 0 0 0,0 0-1 0,0 0 4 15,9 13-5-15,-9-13 3 0,3 5 1 0,-2-2-1 16,-1-3 3-16,2 5 0 0,-2-5-1 0,2 6 0 16,-2-6 1-16,1 7-3 0,-1-7 2 0,0 0 1 15,-3 10-2-15,3-10 2 0,-3 5 2 0,3-5 1 16,-3 4-1-16,0-1-1 0,3-3 2 0,-5 1-2 16,5-1-1-16,-6 0-1 0,6 0-1 0,-7-1-2 15,7 1-2-15,-7-4 2 0,4 1-2 0,3 3 5 16,-7-4-4-16,5 1 3 0,2 3-1 0,-5-6 4 0,4 2-4 15,1 4 1-15,-3-10 7 0,2 7 6 16,1 3-2-16,-2-10 7 0,2 10 5 0,2-8 2 16,-2 8 5-16,1-8-2 0,-1 8 5 0,0-8 1 0,0 8-2 15,0-4-1-15,0 4-9 0,0 0 1 0,1-8-7 16,-1 8 0-16,0 0-3 0,0 0 0 0,1-5-1 16,-1 5-2-16,0 0-2 0,0 0-1 0,0 0 3 15,0 0-5-15,0 0 1 0,0 0 5 0,0 0-6 16,-8 14 6-16,5-11-7 0,0 1 1 0,3-4 0 15,-6 5 0-15,2-1-2 0,-2 1-2 0,3-1-3 16,-2-3-5-16,1 2 2 0,-1-1-4 0,-1 0-9 16,1 0 3-16,-1-2-4 0,0 1-4 0,-2 0-3 15,2 0-1-15,-1-2 4 0,1 0-1 0,0 0 1 16,6 1 5-16,-10-4-4 0,6 2 7 0,0-1 2 16,1 1 3-16,0-2 1 0,3 4-1 0,-5-7 4 0,3 3 2 15,1-2 6-15,1 6 5 0,-2-7 3 0,2 7 2 16,-2-8 1-16,2 8 4 0,-2-6 0 0,2 6 4 15,0 0-1-15,-2-6-2 0,2 6 0 0,0 0-2 16,0 0-2-16,0 0-1 0,0-6 0 0,0 6 0 16,0 0-5-16,0 0-1 0,0 0-2 0,0 0 5 15,0 0-5-15,0 0 0 0,0 0 3 0,0 0-3 16,0 0 1-16,0 0 1 0,0 17-3 0,0-17 1 16,-2 7-1-16,2-7 1 0,-1 7-3 0,-1-3 4 15,2-4-3-15,-2 7 4 0,2-7-3 0,-4 6 2 16,1-2-3-16,0-1 0 0,-2-1 1 0,1 1-3 15,-1 0-3-15,-1-3 0 0,0 2-2 0,-1-1 2 16,1 0-2-16,0-1 5 0,-1 0-7 0,7 0 5 0,-9-1 0 16,5-2-1-16,4 3 3 0,-8-3 0 15,3 0 1-15,2 0-1 0,0-1-3 0,3 4 2 16,-5-7 0-16,3 5 1 0,-1-3 3 0,3 5 4 0,-2-6 1 16,2 6 1-16,-2-6 4 0,2 6 8 0,-2-6 1 15,2 6 5-15,-2-6 0 0,2 6-4 0,0 0-1 16,0 0-2-16,0 0 1 0,1-7-4 0,-1 7-4 15,0 0 0-15,0 0-3 0,0 0 3 0,0 0-6 16,0 0-1-16,0 0 1 0,0 0 10 0,0 0-9 16,0 0-3-16,0 0-4 0,0 0 6 0,0 0-2 15,0 0 3-15,0 0-6 0,-5 16 3 0,5-16-4 16,-3 7 1-16,3-7 4 0,-3 7-7 0,3-7 4 16,-3 6-3-16,2-4-4 0,1-2 1 0,-6 7-7 15,3-5-5-15,3-2-6 0,-6 3-3 0,3-2-2 16,-2 0-6-16,0 0-3 0,-3 0 1 0,8-1-3 0,-13-2-1 15,4 0 5-15,3 1 0 0,-2-2 1 0,2 0 7 16,-1 0 0-16,0-1 1 0,3 0 5 0,-2-1 4 16,0 1-2-16,1-3 1 0,1 2 2 0,-1-2 0 15,2 1 3-15,0-1 5 0,1 1 0 0,-1-4 4 16,1 2 1-16,1-3 4 0,1 2 7 0,1 0 8 16,-2 0 7-16,1 2 13 0,0 0 0 0,0 7 5 15,1-10 1-15,-1 6 2 0,0 4 0 0,0 0 1 16,1-9-2-16,-1 9-5 0,0 0-3 0,0 0-7 15,0 0-3-15,0-5 1 0,0 5-1 0,0 0-4 16,0 0 1-16,0 0 0 0,0 0-1 0,0 0 1 16,0 0-4-16,1 21 4 0,-1-21-7 0,1 9 7 15,-1-3 0-15,2 1-2 0,-2-2-2 0,1 3-3 0,1-2 4 16,-1 1-5-16,0-1-3 0,-1 2 0 0,1 0-1 16,-2-3 0-16,1 3-1 0,-2 0 0 15,0 0 4-15,1-3 0 0,-1-1-2 0,-1 4 2 0,-1-2 0 16,0 0-3-16,0-1-5 0,0 0 4 0,-2 0-4 15,0-1 2-15,-1 2-10 0,-1-2 7 0,1 1 2 16,-4-3 1-16,0 2-2 0,-1-1-1 0,-5 0 2 16,0-3-2-16,-1 0 2 0,0 0-4 0,-1-3 1 15,1 1 3-15,2 0-9 0,-1-3 3 0,5 2 5 16,1-1 1-16,3-1-3 0,2-1 1 0,1 1-5 16,1-3-11-16,2 2-5 0,1-2-18 0,2-1-19 15,0 3-32-15,2-3-33 0,2 2-38 0,1-2-39 0,4 0-49 16,-1 1-279-16,1 2-564 0,2-1 250 0</inkml:trace>
          <inkml:trace contextRef="#ctx0" brushRef="#br0" timeOffset="-43106.6135">-1190 3563 89 0,'0'0'256'0,"0"0"-18"16,0 0-17-16,0 0-18 0,0 0-17 15,0 0-17-15,-10 5-12 0,10-5-18 0,-8 1-9 0,8-1-16 16,-8-1-11-16,2 1-42 0,6 0-47 0,-9-2-56 16,5-1-69-16,4 3-211 0,-7-4-347 0,5 2 154 15</inkml:trace>
          <inkml:trace contextRef="#ctx0" brushRef="#br0" timeOffset="-41606.7005">-1506 3558 174 0,'0'0'203'0,"0"0"-9"16,0 0-8-16,0 0-7 0,0 0-15 0,0 0 1 15,0 0-9-15,0 0-6 0,0 0-10 0,0 0-8 0,0 0-10 16,0 0-12-16,0 0-5 0,-16 3-14 15,16-3-9-15,-11-1-6 0,4 2-13 0,1 0-5 16,-1 0-15-16,0 0-38 0,3 1-41 0,0-2-68 0,4 0-69 16,-7 0-209-16,7 0-412 0,0 0 183 0</inkml:trace>
          <inkml:trace contextRef="#ctx0" brushRef="#br0" timeOffset="-43558.7083">-1585 2996 26 0,'0'0'218'0,"0"0"-17"0,0 0-10 0,0 0-15 16,0 0-10-16,0 0 2 0,0 0-14 0,0 0-10 15,0 0-6-15,-7 21-10 0,3-13-9 0,-2 2-6 0,0-3-8 16,0 4-13-16,-3-1-3 0,0-1-9 0,-1 1-7 15,2 0-8-15,-2-1-7 0,1-2-6 0,-3 2-1 16,2-1-12-16,-2-2-19 0,1 1-37 0,0 0-34 16,0-2-39-16,4-1-44 0,-2-1-39 0,2 0-195 15,1-1-396-15,2-2 175 0</inkml:trace>
          <inkml:trace contextRef="#ctx0" brushRef="#br0" timeOffset="-44122.1458">-1612 3263 39 0,'0'0'339'0,"4"-3"-10"0,-1 0-20 15,-3 3-27-15,4-5-22 0,-4 5-26 0,2-4-24 0,-2 4-29 16,4-3-6-16,-4 3-20 0,0 0-27 0,0 0-40 15,2-6-48-15,-2 6-56 0,0 0-75 16,0 0-60-16,0 0-91 0,0 0-137 0,-9-6-409 0,9 6 181 16</inkml:trace>
          <inkml:trace contextRef="#ctx0" brushRef="#br0" timeOffset="-43544.0815">-1740 3050 170 0,'0'0'170'0,"0"0"-13"0,0 0-18 0,-11 17-12 16,7-12-15-16,-2 1-12 0,1 0-12 0,-1 2-34 0,1-2-45 16,-2 1-66-16,0 1-122 0,0-1-193 0,0 2 86 15</inkml:trace>
        </inkml:traceGroup>
        <inkml:traceGroup>
          <inkml:annotationXML>
            <emma:emma xmlns:emma="http://www.w3.org/2003/04/emma" version="1.0">
              <emma:interpretation id="{BCF3EFFD-9C63-4CED-B9A5-3E65CD74E676}" emma:medium="tactile" emma:mode="ink">
                <msink:context xmlns:msink="http://schemas.microsoft.com/ink/2010/main" type="inkWord" rotatedBoundingBox="12018,19248 10826,19261 10820,18782 12013,18769"/>
              </emma:interpretation>
              <emma:one-of disjunction-type="recognition" id="oneOf6">
                <emma:interpretation id="interp6" emma:lang="" emma:confidence="1">
                  <emma:literal/>
                </emma:interpretation>
              </emma:one-of>
            </emma:emma>
          </inkml:annotationXML>
          <inkml:trace contextRef="#ctx0" brushRef="#br0" timeOffset="-37435.1524">-2923 3346 102 0,'0'0'221'0,"0"0"-30"0,0 0-8 0,0 0-21 16,0 0-8-16,0 0-13 0,0 0-6 0,0 0-9 15,0 0-6-15,0 0-10 0,0 0-14 0,4 19 5 16,-3-15-6-16,-1-4-4 0,2 8 0 0,-1-5-4 0,-1-3-11 15,2 6-4-15,-2-6-8 0,0 0-5 0,0 7-3 16,0-7-7-16,0 0-4 0,-2 7-3 16,2-7-2-16,-6 2-4 0,2 0-5 0,-2 0-6 0,-2-1 0 15,1-1-12-15,-4 2-14 0,3-1-14 0,0-1-24 16,0 0-19-16,0 0-19 0,2 0-13 0,0 0-27 16,0 0-20-16,6 0-54 0,-7 0-162 0,7 0-381 15,-6 0 168-15</inkml:trace>
          <inkml:trace contextRef="#ctx0" brushRef="#br0" timeOffset="-37247.6668">-2989 3534 178 0,'0'0'288'0,"0"0"-21"0,0 0-24 16,0 0-19-16,0 0-23 0,0 0-19 0,0 0-25 15,6-10-35-15,-6 10-45 0,1-5-62 16,-1 5-63-16,1-6-63 0,-1 6-189 0,0 0-324 0,-4-12 144 16</inkml:trace>
          <inkml:trace contextRef="#ctx0" brushRef="#br0" timeOffset="-36450.8513">-3035 3202 63 0,'3'-5'279'0,"0"0"-15"0,-1 1-17 0,1 1-20 16,0 0-26-16,-3 3-19 0,4-5-22 0,-4 5-22 15,0 0-41-15,2-4-46 0,-2 4-60 0,0 0-67 0,0 0-87 16,0 0-115-16,0 0-299 0,-14 7 133 0</inkml:trace>
          <inkml:trace contextRef="#ctx0" brushRef="#br0" timeOffset="-36669.5853">-3115 3350 107 0,'3'-6'244'0,"0"5"-13"16,-3 1-15-16,6-6-12 0,-3 3-16 0,3 1-18 0,-3 0-18 15,3 1-14-15,-3-2-15 0,3 1-13 0,-1 2-7 16,-5 0-14-16,8-2-10 0,-8 2-6 0,5 0-8 15,-5 0-9-15,5 3-2 0,-3 0-6 0,-2-3-5 16,5 4-7-16,-5-4-4 0,4 6-6 0,-3-2-3 16,-1-4-5-16,3 7-3 0,-3-3-9 0,0-4-4 15,3 6 2-15,-2-2-9 0,-1-4 1 0,2 7-6 16,0-3 1-16,-2-4 2 0,1 7-5 0,-1-7 3 16,2 7-1-16,0-5-1 0,-2-2 0 0,2 5-1 15,-2-5 4-15,2 5 3 0,-2-5-6 0,0 0 4 16,0 0 3-16,0 0 1 0,-1 7-3 0,1-7 1 15,0 0 2-15,-7 3 4 0,2-3-6 0,0 2 3 16,-1-2 1-16,0 0-4 0,-2 0 3 0,0 0 2 0,0 0-2 16,-1 1 1-16,1-1 1 0,-1 0-4 0,1 0 4 15,0 0-3-15,1 0 5 0,1 0 2 0,-1 1-4 16,1-2 3-16,1 2-4 0,5-1 5 0,-7 1-1 16,7-1 7-16,-7 0 3 0,7 0 2 0,-3 0-2 15,3 0 4-15,0 0-3 0,0 0 2 0,-6 2 2 16,6-2 9-16,0 0 1 0,0 7 3 0,0-7 1 15,0 0-5-15,4 8 2 0,-4-8 4 0,3 8-3 16,-1-4 4-16,0 1-2 0,0 2-1 0,-1-1 6 16,0-1-1-16,0 4-1 0,-2 0 0 0,0-1 0 15,0 0 4-15,-1 4-9 0,-2-3 0 0,-2 2-8 16,0-2-1-16,-1 3 0 0,-1-3 1 0,0-2-4 0,-2 2-15 16,2-1-17-16,0-4-37 0,1 1-31 0,1-2-35 15,0 0-45-15,3-3-64 0,3 0-220 16,-7-3-484-16,7 3 215 0</inkml:trace>
          <inkml:trace contextRef="#ctx0" brushRef="#br0" timeOffset="-35794.6472">-3352 3390 64 0,'0'0'213'0,"5"-9"-12"16,-3 5-12-16,2-3-4 0,0 3-18 0,-1-1-15 16,1 0-12-16,-1 0-9 0,3 0-9 0,-1 1-8 0,-2 0-7 15,1 0-8-15,-2 0-3 0,2 2-7 0,-1-1-4 16,-3 3-6-16,6-4-5 0,-2 2-7 0,-4 2 0 16,5-2-10-16,-5 2-5 0,4-1-4 0,-4 1-11 15,0 0 2-15,8 1-1 0,-8-1-8 0,5 2 1 16,-5-2-7-16,5 4 3 0,-4-1-6 0,-1-3-2 15,3 5 0-15,-1-1 0 0,-2-4-2 0,2 8-1 16,-2-8 0-16,-2 7-3 0,2-7 4 0,-2 8-2 16,1-4-2-16,-4 0 3 0,0 0-7 0,-2-1 3 15,0 1 1-15,1 0-3 0,-3-2 0 0,2 1-3 16,0 0-2-16,-1-1 1 0,2 0-2 0,1 0-2 16,0 0 2-16,1-1 3 0,-1 2-4 0,5-3 5 0,-8 3-5 15,8-3-3-15,-5 3 3 0,1 0 5 0,4-3 3 16,-4 5 5-16,3-1 2 0,-1 1 4 0,2-5-2 15,-3 9 3-15,3-2-1 0,-1 0 3 0,1 0 1 16,0 1 4-16,0 0-3 0,0 3 1 0,0-2-3 16,0 0 0-16,0 4-2 0,-2-3-4 0,1 2 3 15,1 0-5-15,0 1 1 0,-2-1-7 0,1-2-1 16,-1-1-17-16,-1 0-32 0,2 0-37 0,-2 1-47 16,0-2-59-16,0 0-59 0,-1-1-245 0,0 2-525 0,0-3 234 15</inkml:trace>
          <inkml:trace contextRef="#ctx0" brushRef="#br0" timeOffset="-8686.8778">-2309 3354 117 0,'0'0'207'0,"0"0"-4"0,0 0-11 16,0 0-7-16,0 0-11 0,0 0-9 0,0 0-10 15,10-11-13-15,-10 11-8 0,5-3-9 0,-5 3-3 16,4-1-7-16,-4 1-9 0,6-2-7 0,-6 2-6 16,0 0-11-16,5 0-7 0,-5 0-9 0,6-2-8 15,-6 2-4-15,0 0-6 0,7 2-2 0,-7-2-5 16,0 0-5-16,6 0-4 0,-6 0-4 0,6 5-3 15,-5-5-2-15,-1 0-1 0,6 2-2 16,-6-2-3-16,3 6-4 0,-3-6 1 0,4 4-6 0,-3-1-1 16,-1-3-4-16,2 7-6 0,0-3 3 0,-2-4-6 15,2 7-4-15,-1-4-2 0,-1-3-1 0,0 9-2 0,1-4-6 16,0-1 1-16,-1-4 0 0,-1 8-4 0,1-8 1 16,2 9 1-16,-2-5 1 0,0-4 0 0,1 7-1 15,1-4 0-15,-2-3 2 0,0 0 1 0,0 8 1 16,0-8 6-16,2 3-2 0,-2-3 0 0,0 0 7 15,4 6-4-15,-4-6 6 0,0 0-3 0,3 4 2 16,-3-4 1-16,0 0 4 0,0 0-5 0,0 0 4 16,0 0-1-16,0 0 4 0,0 0-2 0,0 0-4 15,0 0 2-15,0 0-2 0,0 0 5 0,0 0 1 0,-17-6-6 16,8 5 4-16,-2 0 0 0,-3 1 4 16,3 0-4-16,-7-2 1 0,5 4 2 0,0-2 0 15,-3 0-2-15,3 0 2 0,0 0-2 0,1 0-2 0,1 0 5 16,-2-2 0-16,3 2-1 0,-2-2-6 0,3 1-3 15,2 0 5-15,-1-1-5 0,2-1 4 0,-1 2 4 16,3-1-7-16,4 2 0 0,-7-4 4 0,5 1-1 16,2 3 4-16,-3-6 0 0,3 6-3 0,-2-6 5 15,2 6-3-15,1-8 2 0,-1 8 0 0,2-9 3 16,-2 9 2-16,3-6-6 0,0 3 1 0,-3 3 4 16,5-6-3-16,-3 4 2 0,-2 2 1 0,5-4-1 15,-2 1 4-15,-3 3-2 0,5-2 0 0,-5 2 4 16,0 0-3-16,7 0-1 0,-7 0 9 0,0 0 4 15,0 0 1-15,7 4-2 0,-7-4 1 0,3 5 1 16,-1-2-1-16,-2-3 0 0,1 6-3 0,-1-6-3 0,3 8 0 16,-3-8-2-16,-1 7 4 0,1-7-2 0,-2 10-4 15,2-10 3-15,-2 6-2 0,1-2-1 16,1-4-2-16,-5 6 3 0,0-3-3 0,-1 0-3 0,0-1 4 16,-2-1 1-16,-1 1-4 0,-1-1 1 0,-2 1-2 15,1-1 1-15,-1 1-6 0,1-2 5 0,0 0 0 16,1 1-1-16,-1-1-3 0,4-1 3 0,0 1-4 15,1 0 3-15,1 0 1 0,5 0-2 0,-9-3-2 16,5 2 8-16,4 1-5 0,-5-2 3 0,5 2 4 16,-5-2 11-16,5 2 0 0,-5-3 2 0,5 3 2 15,0 0 1-15,0 0-1 0,-4-1-5 0,4 1-1 16,0 0 0-16,0 0 3 0,0 0 5 0,0 0-10 16,0 0 3-16,0 0-2 0,0 0 0 0,11 10 1 0,-8-7 5 15,0 0-4-15,0 2-2 0,0-1 3 16,-1 0 0-16,3 1-2 0,-3 0 2 0,0-1-2 15,0 1 1-15,1-1 1 0,0 2-1 0,-1 0 3 0,0 1-1 16,0-2-10-16,-1 0 10 0,1-1-5 0,-2-4 0 16,3 8-4-16,-3-4-1 0,0-4 2 0,0 11-4 15,0-11 7-15,-2 10 1 0,0-7-1 0,-1 3 0 16,0-3-3-16,-2 0 4 0,-1 1-3 0,-1 0 2 16,0 0-4-16,-2-1 0 0,-1 0-1 0,0 0-4 15,1-1 3-15,-1-1 1 0,-1 2-2 0,0-3-13 16,0 1 25-16,-1 1-14 0,2-4-1 0,-3 1 1 15,1-2 1-15,0 3-13 0,0-3 14 0,1-2-7 16,2 1 4-16,-1-1-6 0,2 1 0 0,3-1 6 16,-1 1 4-16,0-3-4 0,3 1-2 0,0 0 1 15,-1-1 10-15,4 1-14 0,0-1-3 0,3-2-13 0,-2 1-12 16,1 0-24-16,2-3-31 0,-1 4-42 0,1-2-37 16,1 3-48-16,1-3-37 0,0 2-72 0,-1 0-172 15,-1 1-530-15,2 0 235 0</inkml:trace>
          <inkml:trace contextRef="#ctx0" brushRef="#br0" timeOffset="-8280.6604">-2489 3285 195 0,'3'-3'294'0,"1"0"-12"0,-1 0-15 0,-3 3-20 16,6-5-23-16,-4 2-22 0,-2 3-20 0,6-3-15 0,-6 3-20 16,5-4-26-16,-5 4-43 0,4-1-53 15,-4 1-57-15,0 0-71 0,8 2-67 0,-8-2-185 16,0 0-384-16,5 1 171 0</inkml:trace>
          <inkml:trace contextRef="#ctx0" brushRef="#br0" timeOffset="-8499.3943">-2703 3344 263 0,'1'-5'267'0,"-1"5"-15"0,3-8-21 15,-1 5-11-15,-2 3-20 0,3-4-18 0,-3 4-23 16,4-4-10-16,-4 4-17 0,5-4-25 0,-5 4-35 0,4-1-45 15,-4 1-53-15,7 0-59 0,-7 0-55 0,0 0-195 16,7 1-364-16,-3 0 162 0</inkml:trace>
          <inkml:trace contextRef="#ctx0" brushRef="#br0" timeOffset="-7748.4439">-2234 3237 163 0,'3'-3'321'0,"-3"3"-11"0,3-5-18 16,-3 5-24-16,3-4-28 0,-3 4-25 0,2-4-20 15,-2 4-17-15,0 0-32 0,4-5-43 0,-4 5-55 0,0 0-67 16,0 0-74-16,0 0-85 0,0 0-188 0,0 0-395 16,0 0 176-16</inkml:trace>
        </inkml:traceGroup>
        <inkml:traceGroup>
          <inkml:annotationXML>
            <emma:emma xmlns:emma="http://www.w3.org/2003/04/emma" version="1.0">
              <emma:interpretation id="{1AE21360-E4E6-4FE6-ACDE-D7217150F864}" emma:medium="tactile" emma:mode="ink">
                <msink:context xmlns:msink="http://schemas.microsoft.com/ink/2010/main" type="inkWord" rotatedBoundingBox="10667,19172 8096,19199 8091,18783 10663,18756"/>
              </emma:interpretation>
              <emma:one-of disjunction-type="recognition" id="oneOf7">
                <emma:interpretation id="interp7" emma:lang="" emma:confidence="1">
                  <emma:literal/>
                </emma:interpretation>
              </emma:one-of>
            </emma:emma>
          </inkml:annotationXML>
          <inkml:trace contextRef="#ctx0" brushRef="#br2" timeOffset="-22357.7551">-5579 3346 31 0,'0'0'247'16,"6"0"-17"-16,-6 0-15 0,3 2-6 0,-3-2-13 16,3 4-15-16,-3-4-14 0,2 4-15 0,-2-4-12 15,1 5-8-15,-1-5-6 0,1 9-11 0,-1-9-10 16,-2 8-4-16,2-8-12 0,-2 8-5 0,1-3-10 15,-2 1-4-15,2-2-7 0,-1 0-6 0,0 1-4 16,-1-1-4-16,0-1-7 0,-1-1-3 0,1 3-2 16,3-5-6-16,-8 3-12 0,4-2-7 0,0 0-4 0,4-1-5 15,-9 1-8-15,9-1-1 0,-8-2-2 0,4 0 2 16,-1 0-1-16,1-1 0 0,4 3-1 16,-6-6 2-16,3 1 2 0,2 2-2 0,1 3 1 0,-6-7 3 15,4 2-1-15,2 5-2 0,-1-9 6 0,1 9-1 16,-2-5-1-16,2 5 6 0,0 0-2 0,0-8 0 15,0 8-3-15,0 0 0 0,0 0 2 0,0 0-2 16,2-5-2-16,-2 5 4 0,0 0-2 0,0 0 1 16,0 0 4-16,0 0-5 0,0 0 2 0,0 0-5 15,3 18 4-15,-3-18 1 0,-3 6-4 0,0-3 7 16,1 3-6-16,-1-3 4 0,0 2-3 0,3-5-4 16,-6 6-10-16,2-3-8 0,-1-2-10 0,1 3-10 0,0-1-12 15,-2-2-14-15,1-1 1 0,-1 1-7 0,6-1-1 16,-10 0-2-16,10 0-4 0,-9-2-5 15,3-1 9-15,3 1 11 0,-1 0 2 0,4 2 8 0,-6-5 8 16,5 1 1-16,1 4 17 0,-4-8 1 0,4 4 15 16,0 4 15-16,-3-8 13 0,2 4 10 0,1 4 10 15,0 0 3-15,0-9 2 0,0 9 6 0,-2-4 0 16,2 4 1-16,0 0-1 0,0 0-9 0,0 0-1 16,0 0-7-16,-1-6 3 0,1 6-8 0,0 0 3 15,0 0-6-15,0 0-1 0,0 0-2 0,0 0 4 16,0 0-7-16,-6 14-2 0,6-14 0 0,-1 7 2 15,1-7 1-15,-3 6-1 0,2-2-2 0,1-4 3 0,-7 9-3 16,3-4 1-16,-2-1-2 0,-1 1-1 0,0 0-4 16,-1-2 2-16,-1 2-1 0,0-1 3 15,-1-1-5-15,0-1-2 0,2 1-5 0,0 0-1 0,0-3-6 16,1 2-1-16,1-2-1 0,0 0 4 0,6 0 1 16,-8-2 0-16,8 2 1 0,-6-4 2 0,3 1 6 15,3 3-3-15,-3-5 2 0,3 5 4 0,-3-7 2 16,3 7 6-16,0 0 6 0,3-9 2 0,-3 9 3 15,3-6 2-15,-2 1 1 0,-1 5 4 0,5-5 9 16,-2 2 4-16,-3 3 6 0,6-2 8 0,-2 0 3 16,-4 2 3-16,7-1 0 0,-2-1-7 0,-5 2-4 15,7 0 0-15,-4 3-3 0,-3-3-2 0,7 3-8 0,-3 0 2 16,-1 0 4-16,-3 3-4 0,0-6-4 16,1 9-6-16,1-2 0 0,-2 1-1 0,-2 0-1 15,1 1-1-15,-2-1-7 0,-2 4-2 0,-1 0 0 0,-1 0 1 16,1-1-1-16,-1-1-6 0,-1 1 3 0,0-2-2 15,0 0-6-15,1 0-9 0,0-3-19 0,2-1-21 16,-1-2-26-16,2 0-31 0,1-2-34 0,3-1-38 16,-6 1-45-16,6-1-44 0,0 0-245 0,-3-8-543 15,3 8 239-15</inkml:trace>
          <inkml:trace contextRef="#ctx0" brushRef="#br2" timeOffset="-22045.2751">-5608 3242 216 0,'0'0'202'0,"0"0"-16"16,0 0-13-16,0 0-10 0,0 0-7 0,0 0-14 0,-17 7-2 15,11-4-8-15,0-1-8 0,-1 0-3 0,0 0-1 16,0 0-8-16,1 0 1 0,1-2-1 0,-1 0-3 15,6 0-5-15,-9-2-7 0,5 0 0 0,4 2-5 16,-5-5-4-16,2 1-7 0,3 4-9 0,-3-8-6 16,3 3-9-16,-1-2-1 0,1 7-28 0,0-11-40 15,0 11-55-15,0-8-68 0,0 8-87 0,-3-9-233 16,0 5-490-16,-2-1 216 0</inkml:trace>
          <inkml:trace contextRef="#ctx0" brushRef="#br2" timeOffset="-21764.0483">-6103 3349 235 0,'0'0'249'0,"0"0"-16"16,9 5-10-16,-9-5-12 0,7 4-8 0,-3-1-12 15,0-1-13-15,1 2-8 0,1 0-11 0,-1 2-12 0,1-3-4 16,-1 3-5-16,1-1-8 0,-3-1-9 0,1 2-10 16,-2-2-11-16,-1 1-4 0,-1-5-12 0,0 9-5 15,-3-2-3-15,0-1-10 0,-2 2-5 0,-2-2-3 16,0 0-6-16,-3 0-13 0,0 1-22 0,0-2-41 15,0 0-55-15,1-1-69 0,1-1-74 0,1 0-295 16,0-2-558-16,1-2 247 0</inkml:trace>
          <inkml:trace contextRef="#ctx0" brushRef="#br2" timeOffset="-26857.414">-4156 3367 163 0,'0'0'223'0,"0"0"-11"16,0 0-10-16,-5-3-9 0,5 3-8 0,0 0-15 0,0 0-13 15,0 0-12-15,0 0-13 0,0 0-14 0,0 0-10 16,0 0-11-16,0 0-12 0,0 0-6 0,0 0-5 15,0 0-7-15,0 0-5 0,0 0-7 0,0 0-1 16,0 0-6-16,0 0-2 0,-1 10-4 0,1-10-3 16,-2 5 5-16,2-5-13 0,0 0 0 0,-1 7-3 15,1-7-5-15,0 6-2 0,0-6 1 0,-2 6-5 16,2-6 0-16,-3 4 3 0,3-4-6 0,-3 4-1 16,3-4-2-16,-3 4 1 0,3-4-1 0,-4 3-2 15,4-3 2-15,-5 2-2 0,5-2 0 0,-5 0-1 16,5 0-2-16,0 0-3 0,-6 1 0 0,6-1-4 15,-6-1 0-15,6 1-4 0,-8-1 4 0,4-3-3 0,-1 1 0 16,1 2 2-16,-2-4-1 0,1 2 1 16,0 0 1-16,-1-1 0 0,3 1 0 0,-1-2-1 0,-1 1 0 15,1 1 1-15,0-4 0 0,0 2 6 0,1 0-2 16,-1 0 7-16,2 0 4 0,-1-1 4 0,-1 0 2 16,2 1 14-16,0 2 4 0,2 3 11 0,-2-8 2 15,2 8-6-15,-2-7 5 0,2 7 5 0,-3-4-5 16,3 4-4-16,0 0-5 0,0 0-4 0,-1-6-7 15,1 6-3-15,0 0-4 0,0 0 1 0,0 0-2 16,0 0-4-16,0 0-1 0,0 0-3 0,0 0-1 16,0 0-1-16,0 0 2 0,0 0 0 0,6 19 0 0,-4-16-6 15,0 1 2-15,1 1 0 0,-1 0 0 0,0-1 0 16,0 1-1-16,0 0-1 0,-2-5-2 16,3 7 0-16,-3-7 1 0,0 8-3 0,0-8-2 0,-4 9 1 15,1-5 6-15,0 2-1 0,-1-2 0 0,-2 1-4 16,-1-1-5-16,0 1 7 0,-1-1-3 0,1 1-2 15,1-4-13-15,-2 2-21 0,0 0-21 0,2 0-32 16,-2-1-37-16,1-2-41 0,-1 1-45 0,1-2-48 16,1 1-260-16,-3-1-559 0,1-2 248 0</inkml:trace>
          <inkml:trace contextRef="#ctx0" brushRef="#br2" timeOffset="-30607.1465">-4162 3530 231 0,'0'0'273'15,"0"0"-16"-15,0 0-13 0,0 0-11 0,-15 0-15 16,8-2-7-16,-1 2-26 0,1-1-19 0,-1 0-16 0,-1 0-14 16,-1 1-16-16,3 0-25 0,1-1-46 0,0-2-72 15,0 3-72-15,6 0-80 0,-6-6-205 16,4 3-411-16,2 3 183 0</inkml:trace>
          <inkml:trace contextRef="#ctx0" brushRef="#br2" timeOffset="-25232.5489">-4495 3405 135 0,'0'0'181'0,"0"0"-14"15,0 0-6-15,0 0-10 0,2 17-9 0,-2-17-8 16,5 6-9-16,-3-2-7 0,-2-4-5 0,5 7-2 0,-3-4-2 15,0 2-19-15,-2-5-7 0,2 7-5 0,-1-3-7 16,-1-4-4-16,2 4-6 0,-2-4-2 0,0 0-2 16,-2 8-9-16,2-8-5 0,-3 4-3 0,3-4-5 15,-5 5-1-15,3-3-7 0,2-2-3 0,-6 2 1 16,2 0-6-16,4-2-3 0,-8 0-4 0,8 0-9 16,-6-3 0-16,6 3 0 0,-6-4-2 0,2 1 3 15,4 3-1-15,-5-5 0 0,3 1-2 0,-1-1-1 16,3 5 2-16,-2-9 7 0,2 4 0 0,0 5 5 0,-1-9 10 15,1 9 4-15,1-11 1 0,1 7 3 16,-2-2 2-16,0 6 1 0,1-8 0 0,1 3 3 16,-2 5-2-16,1-6-2 0,-1 6-4 0,2-7-1 0,-2 7-7 15,0 0-1-15,0 0-3 0,1-5-2 0,-1 5 2 16,0 0-2-16,0 0-8 0,0 0 4 0,0 0-4 16,0 0 0-16,0 0-1 0,0 0 2 0,0 0-4 15,-4 20 0-15,1-16 0 0,1 0 1 0,2-4-3 16,-7 5 3-16,3 2-1 0,0-5-2 0,-2 2 2 15,1 0-3-15,0-1-4 0,0-1 1 0,0 0-3 16,-1-1-5-16,2 1 0 0,-1-1 0 0,-1 1-1 16,1-2-2-16,5 0 0 0,-8-2 2 0,8 2-2 15,-7-1 2-15,7 1 1 0,-7-4 1 0,4 2 4 16,3 2-2-16,-5-4 1 0,3 0 1 0,2 4 0 0,-2-5 2 16,2 5-1-16,-1-8 1 0,1 8 0 0,0 0 0 15,0-9 5-15,0 9 4 0,0 0 4 0,2-6 2 16,-2 6-2-16,0 0 0 0,1-6-3 0,-1 6 1 15,0 0-3-15,0 0-3 0,0 0 0 0,0 0 1 16,0 0 1-16,0 0-2 0,0 0 0 0,0 0 1 16,0 0-2-16,0 0-1 0,0 0-2 0,0 0 2 15,0 0-2-15,0 18 5 0,0-18-1 0,0 0 0 16,-3 10 0-16,2-8-2 0,1-2 0 0,-5 5-3 16,3-2 0-16,2-3-5 0,-6 5-2 0,2-5-4 15,4 0-2-15,-7 3-3 0,2-2-1 0,1 0-1 16,4-1 0-16,-9-1 2 0,9 1-3 0,-9-2 2 0,5 1 1 15,4 1 2-15,-8-2 5 0,8 2-2 0,-5-5 4 16,3 2 0-16,2 3 1 0,-3-6 0 0,3 6 4 16,-2-7 5-16,2 7 0 0,-1-5 0 0,1 5 2 15,0 0 5-15,1-9 4 0,-1 9 3 0,0 0 1 16,0 0-1-16,-1-7 0 0,1 7 2 0,0 0-10 16,0 0-3-16,0 0 2 0,0 0 0 0,0 0-3 15,0 0 9-15,0 0-6 0,0 0-1 0,0 0-1 16,0 0-2-16,0 0 0 0,0 0-3 0,-2 19 2 15,2-19-2-15,-1 8 1 0,-1-5 0 0,2-3-2 16,-4 8 2-16,4-8-8 0,-2 5-4 0,2-5 0 16,-4 3-5-16,4-3 1 0,-5 3-1 0,5-3 0 0,-7 2 2 15,7-2-1-15,-6-3 0 0,6 3 4 0,-8-4-2 16,4 2 3-16,-1-2 1 0,0 1 0 0,2-1 4 16,0 1 1-16,3 3 5 0,-6-8 7 0,3 5 4 15,0-2 7-15,0 2 4 0,3 3 6 0,-3-7 6 16,1 2 2-16,2 5 6 0,-4-4-1 0,4 4-5 15,-1-5 2-15,1 5-6 0,0 0-2 0,-3-5-2 16,3 5-4-16,0 0-6 0,0 0 0 0,0 0 0 16,0 0-5-16,0 0 2 0,0 0-3 0,0 0-1 15,0 0-2-15,0 0 0 0,0 0-1 0,6 14 0 16,-6-14-2-16,1 7 2 0,-1-2-2 0,0-5-3 16,0 0-3-16,1 8 8 0,-1-8-5 0,-2 7 0 0,-1-3 0 15,3-4 2-15,-7 6 0 0,3-3 1 0,-2-1-3 16,-1 1 3-16,-2-1-2 0,1-1 0 0,-3 1 2 15,1-1-3-15,-1-2-4 0,0 1-15 0,3 0-12 16,1-1-26-16,-2-1-20 0,3 1-30 0,-1-2-36 16,1 0-52-16,3-1-52 0,-1-2-192 0,2 0-472 15,2 2 209-15</inkml:trace>
          <inkml:trace contextRef="#ctx0" brushRef="#br2" timeOffset="-24935.6859">-4660 3289 123 0,'0'0'220'0,"0"0"-18"0,0 0-19 15,0 0-19-15,0 0-17 0,0 0-10 0,0 0-16 16,0 0-11-16,0 0-10 0,-13-8-11 0,13 8-4 15,-9-1-8-15,3-1-10 0,0 0-3 0,-2 1-8 16,1 0 0-16,0-1-3 0,-1 0-3 0,2-1 7 16,0 0 1-16,0 1-2 0,2-2-3 0,1 2-1 15,3 2-1-15,-7-8-5 0,5 5-6 0,-1-2-2 16,3 5-6-16,-4-8-10 0,2 4-14 0,2 4-24 0,0-7-34 16,0 7-37-16,-1-5-47 0,1 5-46 15,0 0-179-15,0 0-388 0,-4-4 172 0</inkml:trace>
          <inkml:trace contextRef="#ctx0" brushRef="#br2" timeOffset="-24154.4963">-4883 3197 25 0,'2'-5'307'15,"1"1"-20"-15,-1-1-17 0,-1 1-20 0,-1 4-23 0,3-6-25 16,-3 6-15-16,3-7-27 0,-3 7-18 0,2-1-31 16,-2 1-33-16,0 0-49 0,0 0-55 0,0 0-62 15,0 0-69-15,-14 11-177 0,8-7-363 0,1 2 161 16</inkml:trace>
          <inkml:trace contextRef="#ctx0" brushRef="#br2" timeOffset="-24309.7416">-5049 3401 45 0,'0'0'268'0,"0"0"-13"0,4-11-16 0,-4 11-19 0,3-4-14 15,-3 4-14-15,5-4-16 0,-5 4-13 0,6-3-17 16,-3 1-12-16,-3 2-14 0,7-3-13 0,-3 2-11 16,-4 1-10-16,6 0-6 0,-6 0-11 0,7-2-5 15,-7 2-7-15,6 2-2 0,-6-2-10 0,5 0-5 16,-5 0-5-16,0 0 0 0,6 3-6 0,-6-3-2 15,4 4-4-15,-4-4 0 0,4 5-7 0,-2-2-7 16,-2-3-6-16,3 5-4 0,-3-5-1 0,3 5-6 16,-2-1-6-16,-1-4-3 0,3 7-3 0,-3-7 0 15,2 6 3-15,-2-6 0 0,2 7 2 0,-2-7 1 16,3 5 1-16,-3-5 0 0,2 5 4 0,-2-5-3 16,2 4 1-16,-2-4 3 0,4 4 2 0,-4-4-2 0,2 2 4 15,-2-2-1-15,5 3 0 0,-5-3 2 0,5 1-4 16,-5-1 3-16,6 0 1 0,-6 0 0 0,7 1 0 15,-7-1 0-15,6 2 1 0,-6-2 2 0,6 1 2 16,-6-1-1-16,5 0-2 0,-5 0 1 0,0 0 0 16,5 2 8-16,-5-2-4 0,0 0 11 0,0 0 6 15,2 3 7-15,-2-3 3 0,0 0 5 0,0 0-5 16,-13 4-2-16,7-2 0 0,-2-1 3 0,-3-1 0 16,0 2-1-16,-5-1-3 0,-1 0-5 0,0-3-1 15,0 1 1-15,1 0-2 0,3 1-2 0,1 1-4 16,2-2-8-16,1 0-21 0,2-2-26 0,1 1-36 0,1 0-39 15,2-1-46-15,3 3-57 0,-4-8-226 0,3 4-480 16,1 4 213-16</inkml:trace>
          <inkml:trace contextRef="#ctx0" brushRef="#br2" timeOffset="-23388.9332">-5203 3462 107 0,'-4'-9'253'15,"4"9"-13"-15,0 0-8 0,0 0-20 16,6-12-10-16,-4 9-23 0,1-2-12 0,1 1-16 0,-1 1-8 16,1-2-11-16,1 1-4 0,1 0-16 0,-2-2-8 15,3 1-8-15,-1 1-6 0,-1-1-3 0,0 1-6 16,-1 1-10-16,0 0-4 0,1 0-7 0,-1 1 5 15,-4 2-11-15,7-1-3 0,-3 0-7 0,-4 1-4 16,7-2-5-16,-7 2-5 0,0 0 2 0,6 3-7 0,-6-3-3 16,4 5-1-16,-4-5 5 0,3 4-10 15,-3-4 0-15,2 7 0 0,-1-3-3 0,-1-4 0 16,2 7 0-16,-1-4-2 0,-1-3 1 0,0 0 1 0,-4 12-7 16,2-8 8-16,-2 0-2 0,-1-1-5 0,1 1 0 15,-2-1-1-15,-1 1 2 0,-1-3-3 0,-1 2-2 16,2-1 0-16,-1 0-6 0,0-2-6 0,-1 0-3 15,-2-3-6-15,4 1-5 0,-2 1 0 0,2-1 2 16,-1 0 0-16,1 0 2 0,0-1-1 0,1-1 3 16,1 0 7-16,-1 0-5 0,2-1 6 0,-1 1 0 15,1 1-1-15,1 0 4 0,3 3 7 0,-5-6 4 16,3 3 8-16,2 3 1 0,-3-5 1 0,3 5-1 16,-3-4 8-16,3 4-3 0,0 0 0 0,0 0 7 15,-2-7-5-15,2 7 1 0,0 0-1 0,0 0-2 16,0 0 4-16,0 0-6 0,0 0-1 0,0 0 4 0,0 0-5 15,0 0 1-15,0 0 7 0,0 0 8 0,0 0-4 16,11 12 5-16,-9-8-2 0,0-1 1 0,1 1-5 16,-2 1 6-16,1 0-5 0,-1-1-5 0,1 2 1 15,0-2 2-15,-1 1-3 0,0 0-2 0,0 0 0 16,-1-5-3-16,1 10 3 0,0-3 2 0,-1-1-2 16,0 0 0-16,0-6-3 0,-2 9 0 0,1-1-6 15,0-1 9-15,-1-2-12 0,1 1 3 0,-1 1-2 16,-1-1-1-16,1-2 10 0,-2 4-9 0,1-2-1 15,-1 0 3-15,0 0 6 0,0-2-12 0,-2 0-1 16,1 0 1-16,-2-1 2 0,0 2 1 0,-2-3-2 16,-1 3 2-16,-1-2-7 0,0 0-1 0,0-2 6 0,0 0-6 15,-1-1 5-15,-1 0-5 0,2-1 3 0,1 1 1 16,-2-3-2-16,1 0 12 0,0 1-12 0,3-2-4 16,-2 0 1-16,4-2 2 0,0 0-9 0,-1 1 7 15,2-2-3-15,1-1-13 0,1-1-11 0,1-3-21 16,1-1-23-16,2 1-23 0,2-3-37 0,4-2-46 15,1 0-51-15,2 2-42 0,-2 3-57 0,1 1-167 16,1 2-536-16,-1 0 239 0</inkml:trace>
          <inkml:trace contextRef="#ctx0" brushRef="#br2" timeOffset="-32560.5076">-3567 3427 199 0,'0'0'191'0,"0"0"-13"0,0 0-13 0,0 0-12 16,-14 2-12-16,14-2-16 0,-8 1-10 0,2-2-6 16,0 2-14-16,-1-1-7 0,0 0-13 0,1-1-6 0,-1 1-8 15,-1-1-7-15,1 1-3 0,-1 0-20 16,0-1-20-16,2 1-30 0,6 0-36 0,-8-1-39 16,3-1-44-16,5 2-130 0,-5-3-290 0,5 3 128 0</inkml:trace>
          <inkml:trace contextRef="#ctx0" brushRef="#br2" timeOffset="-32357.3991">-3572 3370 171 0,'0'0'186'0,"0"0"-7"0,0 0-11 0,0 0-5 15,0 0-13-15,0 0-4 0,-17 4-9 0,12-2-11 16,-2-4-12-16,1 4-11 0,-1-1-9 0,1-1-11 15,-2 0-11-15,3 1-23 0,-2 0-33 0,2 0-46 0,5-1-46 16,-7-2-49-16,7 2-163 0,-7-2-312 0,7 2 138 16</inkml:trace>
          <inkml:trace contextRef="#ctx0" brushRef="#br2" timeOffset="-31700.1955">-3663 3328 183 0,'0'0'205'0,"0"0"-8"0,0 0-16 0,-4-5-10 16,4 5-16-16,0 0-3 0,0 0-9 0,0 0-6 16,0 0-6-16,0 0-11 0,0 0 2 0,0 0-8 15,0 0-4-15,-5 12-1 0,5-12-3 0,-4 7-5 16,2-3 1-16,-1 0-8 0,-1 1 1 0,0 1-8 0,0 0-3 16,-2 0-1-16,1 1-5 0,0-1-2 0,0 1-4 15,-1 0-1-15,1-1-3 0,-1 1-11 0,0-2 2 16,0 1-3-16,0-1-7 0,0 1-8 0,3-2-5 15,0 0 0-15,0 0-7 0,0-1 3 0,3-3-6 16,-2 8-3-16,2-8 2 0,0 0-2 0,2 8-4 16,-2-8-8-16,8 4-12 0,-4-1-21 0,2-2-22 15,0 3-23-15,1-1-28 0,-1-1-31 0,1 1-43 16,0-1-37-16,0 1-47 0,-4 0-228 0,1 0-522 16,0-2 231-16</inkml:trace>
          <inkml:trace contextRef="#ctx0" brushRef="#br2" timeOffset="-31482.4639">-3899 3395 97 0,'0'0'189'0,"0"0"-16"16,-1 8-11-16,1-8-9 0,-3 6-11 15,3-6-7-15,-3 7-11 0,2-4-13 0,-2 1-4 0,3-4-9 16,-5 4-6-16,3-1-8 0,2-3-5 0,-7 4-8 16,4-1-5-16,3-3-4 0,-7 3-5 0,2-2-7 15,5-1-3-15,-7 2 1 0,2-3 2 0,5 1 1 16,-8-1 1-16,8 1 0 0,-8-1 9 0,5-1 5 16,3 2-3-16,-6-6 3 0,6 6-4 0,-3-6-4 15,2 2 8-15,1 4 2 0,0-10-6 0,0 10 10 16,2-11-4-16,2 3-3 0,-1 0 10 0,1-3-19 15,2-1 12-15,-1 1-4 0,0 0-7 0,1-1-1 0,1-2-7 16,-1 4-5-16,-2 2-1 0,1 1-5 0,-1 0-7 16,-1 1-4-16,-1 2-18 0,0-1-23 15,-2 5-35-15,3-4-40 0,-3 4-42 0,0 0-47 0,0 0-46 16,0 0-76-16,0 0-161 0,0 0-498 0,-6 17 221 16</inkml:trace>
          <inkml:trace contextRef="#ctx0" brushRef="#br2" timeOffset="-31294.9789">-4031 3542 256 0,'0'0'335'0,"0"0"-23"0,0 0-30 0,0 0-26 15,0 0-28-15,0 0-22 0,0 0-20 0,11-9-34 0,-11 9-44 16,4-7-56-16,-4 7-63 0,3-5-76 0,-1 1-75 15,-2 4-191-15,0 0-381 0,-2-9 169 0</inkml:trace>
        </inkml:traceGroup>
      </inkml:traceGroup>
    </inkml:traceGroup>
    <inkml:traceGroup>
      <inkml:annotationXML>
        <emma:emma xmlns:emma="http://www.w3.org/2003/04/emma" version="1.0">
          <emma:interpretation id="{829356C5-B8ED-4D14-8023-FC81507F6196}" emma:medium="tactile" emma:mode="ink">
            <msink:context xmlns:msink="http://schemas.microsoft.com/ink/2010/main" type="paragraph" rotatedBoundingBox="14641,18201 9144,18221 9141,17587 14638,17566" alignmentLevel="1"/>
          </emma:interpretation>
        </emma:emma>
      </inkml:annotationXML>
      <inkml:traceGroup>
        <inkml:annotationXML>
          <emma:emma xmlns:emma="http://www.w3.org/2003/04/emma" version="1.0">
            <emma:interpretation id="{14C271FD-4030-4BCA-84C2-CD02276DA431}" emma:medium="tactile" emma:mode="ink">
              <msink:context xmlns:msink="http://schemas.microsoft.com/ink/2010/main" type="inkBullet" rotatedBoundingBox="14640,17921 14501,17921 14500,17860 14639,17859"/>
            </emma:interpretation>
            <emma:one-of disjunction-type="recognition" id="oneOf8">
              <emma:interpretation id="interp8" emma:lang="" emma:confidence="0">
                <emma:literal>-</emma:literal>
              </emma:interpretation>
            </emma:one-of>
          </emma:emma>
        </inkml:annotationXML>
        <inkml:trace contextRef="#ctx0" brushRef="#br1" timeOffset="616484.4458">407 2316 139 0,'0'0'210'0,"0"0"-10"0,0 0-15 16,0 0-9-16,0 0-6 0,0 0-16 0,0 0-8 15,0 0-14-15,0 0-11 0,0 0-10 0,-13-3-11 16,13 3-12-16,-7-1-5 0,1 1-11 0,6 0-5 16,-13 1-9-16,5 0-1 0,-1-3-10 0,1 0-7 15,-2 0-6-15,-1 2-1 0,3-1-7 0,-1-1-25 16,1 2-27-16,1-1-29 0,0-1-38 0,3 2-40 15,4 0-41-15,-8-2-155 0,5-1-355 0,3 3 158 16</inkml:trace>
        <inkml:trace contextRef="#ctx0" brushRef="#br1" timeOffset="616687.581">397 2259 190 0,'5'-1'180'0,"-5"1"-5"0,0 0-16 0,0 0-4 0,0 0-10 16,0 0-12-16,0 0-7 0,0 0-11 0,-17-3-14 15,10 3-8-15,0 2-9 0,-1-2-6 0,-1 1-13 16,1-1-9-16,0 2-6 0,0-1-27 0,1-1-29 16,0 0-43-16,0-1-40 0,1 2-46 0,6-1-141 15,-9-3-297-15,9 3 133 0</inkml:trace>
      </inkml:traceGroup>
      <inkml:traceGroup>
        <inkml:annotationXML>
          <emma:emma xmlns:emma="http://www.w3.org/2003/04/emma" version="1.0">
            <emma:interpretation id="{99F4273D-A2BB-4B1A-BD28-16BA01B7DE50}" emma:medium="tactile" emma:mode="ink">
              <msink:context xmlns:msink="http://schemas.microsoft.com/ink/2010/main" type="line" rotatedBoundingBox="14535,18201 9144,18221 9141,17587 14533,17567"/>
            </emma:interpretation>
          </emma:emma>
        </inkml:annotationXML>
        <inkml:traceGroup>
          <inkml:annotationXML>
            <emma:emma xmlns:emma="http://www.w3.org/2003/04/emma" version="1.0">
              <emma:interpretation id="{91F7943B-7764-460F-ADB8-A0F4127DE683}" emma:medium="tactile" emma:mode="ink">
                <msink:context xmlns:msink="http://schemas.microsoft.com/ink/2010/main" type="inkWord" rotatedBoundingBox="14534,17995 14462,17996 14461,17781 14533,17780"/>
              </emma:interpretation>
              <emma:one-of disjunction-type="recognition" id="oneOf9">
                <emma:interpretation id="interp9" emma:lang="" emma:confidence="1">
                  <emma:literal>.</emma:literal>
                </emma:interpretation>
                <emma:interpretation id="interp10" emma:lang="" emma:confidence="0">
                  <emma:literal>)</emma:literal>
                </emma:interpretation>
                <emma:interpretation id="interp11" emma:lang="" emma:confidence="0">
                  <emma:literal>,</emma:literal>
                </emma:interpretation>
                <emma:interpretation id="interp12" emma:lang="" emma:confidence="0">
                  <emma:literal>;</emma:literal>
                </emma:interpretation>
                <emma:interpretation id="interp13" emma:lang="" emma:confidence="0">
                  <emma:literal>!</emma:literal>
                </emma:interpretation>
              </emma:one-of>
            </emma:emma>
          </inkml:annotationXML>
          <inkml:trace contextRef="#ctx0" brushRef="#br1" timeOffset="617469.7596">301 2184 11 0,'0'0'200'0,"-1"-7"-4"15,1 7-9-15,0 0-8 0,0 0-18 0,0 0-9 16,0 0-7-16,0 0 5 0,0 0 5 0,0 0-3 15,0 0-12-15,0 0-14 0,0 0-10 0,-10 13-4 16,8-9 0-16,1-1-1 0,-3 3 1 0,2-3-2 16,-1 0-7-16,1 3-9 0,-1-2-2 0,0 1-13 15,-1 1-3-15,-1 0-3 0,1 0 1 0,-1 0 4 0,0 0-13 16,1 1-5-16,0-2-6 0,1-1-5 0,0 4-3 16,0-4 5-16,2 1-12 0,1-5 0 15,0 10-10-15,1-3-2 0,2 1-1 0,1 0-4 16,2-1-7-16,-1 1-3 0,0-2-25 0,0 2-28 0,3 1-48 15,-3-3-58-15,0 2-88 0,0-2-317 0,-1 2-596 16,-2-2 265-16</inkml:trace>
        </inkml:traceGroup>
        <inkml:traceGroup>
          <inkml:annotationXML>
            <emma:emma xmlns:emma="http://www.w3.org/2003/04/emma" version="1.0">
              <emma:interpretation id="{A1133915-702C-4D5E-AEFF-4BD62B6E3056}" emma:medium="tactile" emma:mode="ink">
                <msink:context xmlns:msink="http://schemas.microsoft.com/ink/2010/main" type="inkWord" rotatedBoundingBox="14298,17953 13136,17957 13135,17756 14297,17752"/>
              </emma:interpretation>
              <emma:one-of disjunction-type="recognition" id="oneOf10">
                <emma:interpretation id="interp14" emma:lang="" emma:confidence="1">
                  <emma:literal/>
                </emma:interpretation>
              </emma:one-of>
            </emma:emma>
          </inkml:annotationXML>
          <inkml:trace contextRef="#ctx0" brushRef="#br0" timeOffset="-108878.9615">-192 2236 53 0,'0'0'220'0,"3"3"-12"16,-3-3-14-16,0 0-16 0,0 0-12 0,4 5-13 0,-4-5-11 16,1 4-12-16,-1-4-7 0,0 6-9 0,0-6-10 15,0 0-7-15,-5 9-6 0,5-9-6 0,-4 6-7 16,2-2-7-16,2-4-3 0,-3 5-7 0,-1-2-9 16,4-3-2-16,-7 3-6 0,3-1-5 0,1 0-4 15,3-2-7-15,-6 2 2 0,2-2-5 0,4 0-2 16,-7 2-5-16,7-2-5 0,-8-2 2 0,8 2-6 15,-5-4 1-15,2 2-1 0,3 2 2 0,-5-3-3 16,5 3-4-16,-3-6 2 0,3 6 2 0,-3-5 0 16,3 5 1-16,-2-4 6 0,2 4 1 0,0 0 3 15,-1-8 1-15,1 8 0 0,0 0 1 0,0 0-1 16,0-7-1-16,0 7 0 0,0 0-5 0,0 0-2 16,0 0-4-16,0 0 1 0,0 0-1 0,0 0-3 0,0 0 2 15,0 0 0-15,0 0-3 0,0 0-2 0,0 0 1 16,0 0-1-16,0 0 0 0,0 0-5 15,-5 15-1-15,5-15-9 0,-5 6-5 0,3-3-3 0,-2 0-3 16,1 2 0-16,0-2-7 0,3-3-4 0,-6 7-2 16,2-6 3-16,4-1-7 0,-7 4-7 0,4-2-5 15,3-2 1-15,-8 1 1 0,4 0 4 0,4-1 4 16,-7 0 6-16,7 0 7 0,-6-2-3 0,6 2 5 16,-7-3 7-16,7 3 5 0,-3-4 6 0,3 4 5 15,-3-5 9-15,3 5 5 0,-3-7 3 0,3 7 2 16,0-6 7-16,0 6 1 0,0 0 7 0,-1-9 0 15,1 9 3-15,0 0 2 0,0-7-6 0,0 7-2 16,0 0 1-16,0 0-4 0,0 0-4 0,-2-5-4 0,2 5-1 16,0 0 0-16,0 0-2 0,0 0 1 0,0 0-4 15,0 0-1-15,0 0 2 0,-7 12 0 16,4-9-7-16,0 1-3 0,3-4-6 0,-6 7-3 16,4-4-2-16,-2 1 0 0,-1-1-3 0,0 0 3 0,-1 0 0 15,2-1-4-15,-1 1 1 0,-1-2 4 0,1 1-2 16,1-1 2-16,4-1 3 0,-9 2-2 15,5-2 1-15,4 0 7 0,-8-2 5 0,8 2 10 0,-6-3 7 16,4 0 10-16,2 3 6 0,-4-7 6 0,3 1 5 16,1 6 8-16,1-11 6 0,1 4 0 0,-1-2 4 15,3-2 2-15,2-1-5 0,-1 1-3 0,1-2-1 16,0 1-5-16,-2 0 0 0,1 4-7 0,-1 0 0 16,-1 1-11-16,0 3-1 0,-1 0-6 0,0 0-7 15,-2 4-20-15,2-4-13 0,-2 4-40 0,0 0-50 16,0 0-49-16,0 0-57 0,0 0-82 0,-11 10-173 15,6-5-501-15,-1-1 221 0</inkml:trace>
          <inkml:trace contextRef="#ctx0" brushRef="#br0" timeOffset="-108160.2652">-623 2264 148 0,'0'0'202'0,"0"0"-20"0,0 0-18 16,0 0-15-16,-8 2-9 0,8-2-11 0,0 0-12 0,-5 3-11 15,5-3-11-15,-6 4-7 0,6-4-11 0,-5 3-4 16,2-1-9-16,3-2-4 0,-4 7-3 0,2-4-7 15,2-3-3-15,-3 5-5 0,3-5-5 0,-2 6-3 16,2-6-3-16,0 8 0 0,0-8-6 0,0 0 6 16,2 7 0-16,1-4-2 0,-3-3-1 0,6 6-3 15,-2-3-2-15,-1 0 3 0,1-1-1 0,0-1-1 16,1 2-2-16,0-2-2 0,-5-1 2 0,6 0 1 16,-6 0 0-16,6 0 0 0,-6 0 3 0,0 0 4 15,6 0-2-15,-6 0-1 0,0 0-3 0,0 0-1 16,0 0-2-16,0 0 0 0,0 0-5 0,0 0 1 15,0 0-3-15,-24-2-3 0,18 0 2 0,-1 2-2 16,-5-1-2-16,2-1 1 0,-2 0 0 0,2-2-1 16,1 2-3-16,-2 0 0 0,0 0-1 0,3-1-1 0,1 1 4 15,0-1-5-15,1 1 4 0,1-3 2 0,0 3 10 16,1 0 15-16,0-1 2 0,4 3 8 16,-5-5 1-16,5 5 3 0,-4-5 6 0,4 5 6 0,-2-4 0 15,2 4-1-15,0 0 0 0,0 0-2 0,0-9 5 16,0 9-5-16,0 0-2 0,0 0 3 0,0 0-4 15,0 0 3-15,0 0-9 0,3-6-6 0,-3 6 12 16,0 0-13-16,0 0-3 0,0 0-1 0,0 0 7 16,0 0-18-16,0 0 2 0,0 0 5 0,0 0-13 15,6 14 5-15,-6-14-1 0,0 0-8 0,0 7 1 16,0-7-1-16,0 7-1 0,0-7-5 0,0 8 3 16,0-8 1-16,-3 7-1 0,3-7-4 0,-2 5 0 15,0 0-1-15,2-5 0 0,-2 6 2 0,2-6 3 16,-4 6-5-16,1-3 11 0,3-3-3 0,-6 4-7 15,-1-1 6-15,1 0-9 0,-1-1 3 0,0-1 1 16,-1 1-7-16,-3 1 4 0,-1-3 2 0,0 0 0 16,0 0-2-16,-5 0 1 0,0-3-5 0,3 1 3 15,-3-1-1-15,0-1 6 0,0-1-12 0,1-1 2 0,0 3-9 16,0-4-5-16,0 0-17 0,3 3-6 16,3 0-8-16,-1-3-8 0,4 3-15 0,0-1-30 15,1-1-28-15,2 2-36 0,0-1-49 0,4 0-25 0,-1-1-45 16,1 6-261-16,4-14-585 0,0 9 259 0</inkml:trace>
          <inkml:trace contextRef="#ctx0" brushRef="#br0" timeOffset="-107972.7735">-896 2180 28 0,'0'0'274'0,"0"0"-13"16,0 0-16-16,0 0-9 0,0 0-16 0,0 0-19 15,-13-7-14-15,7 7-12 0,-1 0-22 0,-1 0-12 16,0 1-15-16,1-1-8 0,-1 1-22 0,1-2-45 16,1 1-61-16,0 1-74 0,6-1-84 0,-8-1-207 15,8 1-407-15,-5-2 180 0</inkml:trace>
          <inkml:trace contextRef="#ctx0" brushRef="#br0" timeOffset="-109894.5039">14 2173 72 0,'0'0'246'0,"-6"-2"-13"0,6 2-16 15,0 0-17-15,0 0-14 0,0 0-11 0,0 0-15 16,0 0-14-16,0 0-8 0,0 0-7 0,0 0-8 16,0 0-6-16,0 0-17 0,0 0-12 0,13 9-3 15,-11-7-6-15,2 0-5 0,-1 2-4 0,-1-1-4 16,2 1 3-16,-1-1-16 0,0 2-5 0,-1-1 1 16,1 1-3-16,-2 1-7 0,2-2-2 15,-2 4-1-15,1-3-5 0,-1 2 0 0,2-1-5 0,-1 2-4 16,-1-2-1-16,1-2 1 0,-2 1-6 0,2 0 3 15,-2 2-5-15,0-7 0 0,0 10-5 0,0-5 5 16,0-5 4-16,-2 7-9 0,0-2-4 0,2-5 4 16,-3 7-1-16,3-7 1 0,-5 5-5 0,2-3 0 15,0 0-2-15,3-2-2 0,-9 1-3 0,5-1 0 16,4 0-2-16,0 0 2 0,-9-4-2 0,6 2-2 16,3 2 1-16,-6-4-1 0,6 4 5 0,-4-4-4 15,4 4 2-15,-3-5 1 0,3 5 0 0,-3-4 1 16,3 4 2-16,-2-4 2 0,2 4 1 0,0 0 3 15,-3-5-1-15,3 5 9 0,0 0 3 0,0 0-2 0,0 0 3 16,0 0 3-16,0-6-4 0,0 6-7 16,0 0 2-16,0 0-4 0,0 0-4 0,0 0-2 15,0 0 1-15,0 0 1 0,0 0 0 0,0 0 1 16,0 0-4-16,0 0 2 0,0 0-2 0,-5 12 3 0,5-12 8 16,0 0-9-16,-1 7-7 0,1-7 9 0,-3 6-6 15,3-6 4-15,-3 6-1 0,1-4-7 16,2-2 2-16,-5 6-1 0,1-5 0 0,1 2-1 0,3-3-2 15,-7 3-4-15,4-3 4 0,3 0-3 0,-10 0 4 16,10 0 1-16,-9-3 5 0,4 0-6 0,0 1-1 16,0-2 3-16,1 1 1 0,-1 0 0 0,2 0 0 15,3 3 2-15,-5-6 3 0,3 0 0 0,2 6 5 16,0-8 0-16,0 8-1 0,1-11 0 0,1 6 3 16,1-1-2-16,0 0 3 0,2 0 1 0,0 0-2 15,1 0-6-15,0-1-6 0,0 1-14 0,1 0-32 16,-2-1-33-16,1 3-42 0,-1-1-55 0,1 1-59 15,-3 1-233-15,0 0-509 0,-3 3 225 0</inkml:trace>
        </inkml:traceGroup>
        <inkml:traceGroup>
          <inkml:annotationXML>
            <emma:emma xmlns:emma="http://www.w3.org/2003/04/emma" version="1.0">
              <emma:interpretation id="{547A5CBC-20CA-4472-8D0D-A347B36F9ACC}" emma:medium="tactile" emma:mode="ink">
                <msink:context xmlns:msink="http://schemas.microsoft.com/ink/2010/main" type="inkWord" rotatedBoundingBox="12971,18207 10614,18216 10612,17581 12968,17572"/>
              </emma:interpretation>
              <emma:one-of disjunction-type="recognition" id="oneOf11">
                <emma:interpretation id="interp15" emma:lang="" emma:confidence="1">
                  <emma:literal/>
                </emma:interpretation>
              </emma:one-of>
            </emma:emma>
          </inkml:annotationXML>
          <inkml:trace contextRef="#ctx0" brushRef="#br0" timeOffset="-101816.9785">-1686 2125 161 0,'0'0'227'0,"5"-1"-13"16,-5 1-18-16,0 0-15 0,0 0-14 0,0 0-10 15,0 0-19-15,0 0-14 0,-18-2-9 0,12 3-8 16,6-1-11-16,-12 0-8 0,6-1-10 0,-1 0-6 15,7 1-8-15,-10-2-7 0,7 2-3 0,-2-3-5 0,5 3-4 16,-7-4 1-16,6 2-4 0,1 2 1 16,-3-9-1-16,3 9-1 0,-1-9-2 0,1 9 0 15,2-10-7-15,0 2-1 0,0 2-6 0,1-1-5 0,-1 2-16 16,0 1-26-16,-2 4-35 0,2-7-51 0,0 3-66 16,-2 4-232-16,0 0-440 0,0 0 196 0</inkml:trace>
          <inkml:trace contextRef="#ctx0" brushRef="#br0" timeOffset="-102176.3182">-1629 2267 45 0,'0'0'197'0,"0"0"-11"16,0 0-6-16,0 0-5 0,0 0-9 0,0 0-6 16,0 0-14-16,4 8-7 0,-4-8-12 0,0 0-15 15,-1 9-11-15,1-9-8 0,0 0-10 0,0 0-4 16,-3 10-11-16,3-10-11 0,-1 5 2 0,-2-2-9 16,3-3-1-16,-3 5-9 0,3-5-2 0,-5 7-10 15,3-5 4-15,2-2-8 0,-5 3-2 0,5-3-6 16,-6 2-4-16,3 0-3 0,3-2-8 0,-6-1 0 15,6 1 4-15,-7 0-5 0,7 0 0 0,-5-2-2 16,2-2 1-16,3 4 3 0,-6-6-3 0,4 4 2 16,2 2 0-16,-4-6-1 0,4 6 6 0,-3-7-1 15,2 4 5-15,1 3-7 0,0 0 10 0,-2-9 6 0,2 9 3 16,0 0-4-16,-1-5 1 0,1 5 0 0,0 0-3 16,0 0 1-16,0 0-6 0,0 0-1 15,0 0-3-15,0 0 1 0,-1-7 0 0,1 7-1 0,0 0 0 16,0 0 0-16,0 0-4 0,0 0 1 0,0 0 1 15,0 0-4-15,-4 15-1 0,4-15 5 0,-3 4-5 16,3-4-2-16,-3 6-1 0,3-6-5 0,-4 4-7 16,0-2-7-16,2 3-4 0,2-5-3 0,-9 2-12 15,5-1 6-15,1 1-4 0,3-2 2 0,-9 1 4 16,9-1-2-16,-7 0 1 0,7 0 2 0,-8-1-2 16,4-1 1-16,-1 0 10 0,5 2 1 0,-6-4 4 15,3 1-3-15,3 3 1 0,-6-4 5 0,6 4 1 0,-4-5 3 16,4 5 0-16,-3-5 3 0,3 5 6 0,-3-4 6 15,3 4 7-15,-2-5 6 0,2 5 3 0,0 0 2 16,-2-5 3-16,2 5 3 0,0 0 0 0,0 0-6 16,-3-5 4-16,3 5-8 0,0 0-1 0,0 0-2 15,0 0-3-15,0 0 1 0,0 0-7 0,0 0 4 16,0 0 1-16,0 0-4 0,0 0 2 0,0 0-5 16,0 0-10-16,0 0 13 0,0 0 3 0,-2 13-2 15,2-13-2-15,-3 6-3 0,3-6-7 0,-2 5 0 16,2-5-3-16,-5 4-4 0,3-2-6 0,2-2-5 15,-6 4-7-15,2-1-13 0,4-3 6 0,-8 3 8 16,4-3-6-16,4 0 3 0,-9 1 3 0,5-1 3 16,4 0 4-16,-7-1 0 0,7 1 0 0,-7-3 4 0,3 2 0 15,4 1 6-15,-6-6 6 0,3 3 5 0,0 0 3 16,3 3 8-16,-3-6 5 0,3 6 7 16,-3-6 6-16,3 6 4 0,-4-7 2 0,4 7 3 0,-1-6 5 15,1 6 1-15,-2-4-2 0,2 4 1 0,0 0-2 16,0 0-7-16,0 0 3 0,0-9-4 0,0 9-5 15,0 0-1-15,0 0-2 0,0 0-4 0,0 0 1 16,0 0-2-16,0 0 0 0,0 0-6 0,0 0 1 16,0 0-3-16,0 0-1 0,0 0-1 0,0 0 0 15,0 0-1-15,5 19-1 0,-5-19 1 0,-2 8 0 16,2-8-4-16,-3 4 4 0,1 0-2 0,-1 0-2 16,0-1 3-16,0 0-3 0,-1 0-1 0,-2 0 1 15,1 0-3-15,1-1 1 0,0-1-3 0,4-1-3 16,-11 2 6-16,5-2 0 0,0 1-3 0,6-1-2 15,-8-1 2-15,3-2 0 0,1 1 2 0,4 2-3 0,-8-4 2 16,3 0 4-16,1 0 4 0,1 0 4 0,-1-2 7 16,3 1 0-16,-1-1 1 0,1-1 0 0,1-1 2 15,1-1 0-15,-1-3-3 0,2-2 1 0,-1 1-5 16,1-3 0-16,2-4-6 0,-2 5-2 0,1 3-4 16,1-1-11-16,-2 3-17 0,0 3-40 0,-1-1-31 15,1 3-48-15,0 0-53 0,-1 1-238 0,-1 4-470 16,3-4 208-16</inkml:trace>
          <inkml:trace contextRef="#ctx0" brushRef="#br0" timeOffset="-103801.2073">-1299 2227 92 0,'0'0'220'0,"-6"0"-12"0,6 0-2 0,0 0-17 15,0 0-10-15,0 0-10 0,0 0-11 0,0 0-10 0,0 0-6 16,0 0-5-16,0 0-4 0,0 0-6 0,0 0-8 16,0 0-9-16,0 0-7 0,0 0-7 0,0 0-4 15,0 0-12-15,0 0-4 0,0 0-6 0,0 0-10 16,0 0-4-16,0 0-2 0,0 0-9 0,0 0-3 16,0 0-5-16,0 0-3 0,0 0-1 0,0 0-7 15,0 0 1-15,-3 3-3 0,3-3-3 0,0 0-1 16,0 0-5-16,0 0 0 0,0 0 0 0,0 0-3 15,0 0 3-15,0 0-5 0,0 0-2 0,0 0 1 16,0 0-3-16,0 0 3 0,0 0-2 0,0 0 0 16,0 0 0-16,0 0 5 0,0 0-5 0,0 0 3 0,0 0-3 15,0 0-5-15,0 0 5 0,0 0-3 0,0 0 1 16,0 0-2-16,0 0 0 0,0 0 2 16,0 0-2-16,0 0-3 0,0 0 0 0,0 0 5 0,0 0-3 15,0 7 2-15,0-7 2 0,0 0-1 0,0 0-4 16,0 0-1-16,6 7 5 0,-3-5-7 0,-3-2 9 15,6 3-1-15,-3-1-7 0,0 1 6 0,0 0-4 16,-3-3-1-16,7 6 0 0,-5-5 3 0,1 2-4 16,-3-3 2-16,4 6-2 0,-4-6 0 0,2 5 0 15,0-2 4-15,-2-3-6 0,1 6 3 0,-1-6-2 16,0 0 5-16,-1 8-3 0,1-8 0 0,-4 7-3 16,4-7-16-16,-5 3-27 0,-1 1-36 0,-2-1-34 15,-2 1-42-15,0-1-32 0,-2-3-37 0,1 1-230 16,3-1-495-16,0 1 219 0</inkml:trace>
          <inkml:trace contextRef="#ctx0" brushRef="#br0" timeOffset="-103394.9793">-1445 2283 182 0,'0'0'229'0,"0"0"-7"16,-2 6-10-16,2-6-19 0,0 0-14 0,-1 8-8 16,1-8-5-16,0 8-2 0,-1-3-2 0,1-5-17 15,0 13-11-15,-1-5-6 0,0-1-6 0,-1 2-9 16,1 0-3-16,-1 0-9 0,1 3-8 0,-4-1-6 16,1 1-6-16,-1 0-7 0,-4 0-8 0,2 0-5 15,-4 3-9-15,1-4-2 0,1 0-12 0,-2-1-31 16,-3 1-31-16,4-4-31 0,0 1-50 0,-1-1-49 15,1-3-46-15,0 1-268 0,3-2-506 0,1-1 224 16</inkml:trace>
          <inkml:trace contextRef="#ctx0" brushRef="#br0" timeOffset="-101378.5087">-2002 2427 95 0,'0'0'304'0,"0"0"-20"0,12-11-15 0,-12 11-25 16,4-5-24-16,-1 2-16 0,-3 3-20 0,3-7-20 16,-3 7-39-16,2-3-37 0,-2 3-54 0,2-5-53 15,-2 5-61-15,2-5-69 0,-2 5-180 0,0 0-354 0,-3-9 157 16</inkml:trace>
          <inkml:trace contextRef="#ctx0" brushRef="#br0" timeOffset="-101020.1592">-2118 2275 93 0,'0'0'227'0,"0"0"-19"16,0 0-14-16,0 0-21 0,0 0-16 0,0 0-14 15,0 0-12-15,0 0-13 0,0 0-7 0,0 0-9 16,0 0-3-16,0 0-6 0,0 0-8 0,0 0-10 16,0 0-2-16,0 0-11 0,-1 22-3 0,0-18-3 15,1-4-4-15,-2 7-6 0,-1-3 0 0,3-4-6 16,-2 8 0-16,2-8-8 0,-3 4 3 0,3-4-3 15,0 0-1-15,-5 4-5 0,5-4 2 0,0 0-1 0,-6-1 6 16,6 1-1-16,0 0-1 0,-9-5-1 0,6 3-2 16,3 2-4-16,-5-7-1 0,2 3 1 0,1 0 3 15,2 4-1-15,-5-8-1 0,2 4-1 0,1 0-1 16,-1 1-5-16,3 3 0 0,-6-8-1 0,4 5-3 16,2 3-1-16,-4-4-4 0,4 4 0 0,-5-3-2 15,5 3 0-15,0 0-6 0,0 0 1 0,-9 5 2 16,4-3 0-16,5-2 1 0,-4 3-3 0,-1 1-2 15,2-1-6-15,-1 0-9 0,1 1-9 0,3-4-11 0,-5 5-16 16,1-4-13-16,4-1-25 0,-7 4-30 16,4-1-35-16,3-3-50 0,-6 0-199 0,6 0-435 15,0 0 193-15</inkml:trace>
          <inkml:trace contextRef="#ctx0" brushRef="#br0" timeOffset="-100629.5634">-2364 2317 145 0,'0'6'260'0,"0"-6"-9"16,1 6-21-16,-1-6-10 0,1 8-10 0,0-4-7 16,-1 2-13-16,2 0-12 0,-1 0-18 0,-1 1-15 15,0 0-10-15,0 0-17 0,-1 1-7 0,-1-1-12 0,0 1-12 16,0-1-8-16,0 1-5 0,-2-2-10 0,-2 1-18 15,1-1-21-15,-5 2-28 0,1-1-32 16,-2-1-40-16,0 0-32 0,0-1-42 0,0-2-47 0,1 1-216 16,2-3-444-16,1-1 197 0</inkml:trace>
          <inkml:trace contextRef="#ctx0" brushRef="#br0" timeOffset="-100238.9668">-2451 2305 69 0,'0'0'145'16,"-15"5"-15"-16,15-5-12 0,0 0-6 0,0 0-8 0,0 0-11 15,-5 2-11-15,5-2 0 0,0 0-9 0,0 0-7 16,0 0 0-16,0 0-5 0,0 0-2 0,0 0 1 15,-4-7-3-15,4 7-7 0,0 0-13 0,0 0 7 16,0 0-1-16,3-11-4 0,-3 11 2 0,5-5-6 16,-3 2-3-16,-2 3 4 0,3-5 1 0,-3 5 0 15,4-5-2-15,-4 5 4 0,4-2 2 0,-4 2 4 16,0 0 3-16,4-2 2 0,-4 2 1 0,0 0 2 16,6 4-3-16,-6-4 5 0,4 6 9 0,-2-3 6 15,-2 2-2-15,0-5-3 0,2 12-4 0,-2-4-4 16,-1-1-6-16,0 2-1 0,-3 0-4 0,1 0-1 15,-1 2-7-15,-2-2 2 0,-1 1-5 0,0 0-5 16,1-2-17-16,2-1-34 0,-1 1-49 0,-1-4-49 0,2 1-59 16,-2-1-259-16,2-2-474 0,0-1 211 0</inkml:trace>
          <inkml:trace contextRef="#ctx0" brushRef="#br0" timeOffset="-99816.1229">-2581 2307 24 0,'0'0'207'16,"0"0"-6"-16,0 0-9 0,0 0-10 0,0 0-13 16,3 19-7-16,-2-13-9 0,0 0-2 0,-1 3-7 0,-1-1-6 15,-1-1-7-15,1 1-7 0,-3-1-3 16,2 2-8-16,-3-2-8 0,1 0-5 0,-2 4-14 15,0-1-5-15,2-3-10 0,-1-1-7 0,-2 0-4 0,2 0-4 16,-1-1-11-16,-1 1-8 0,0-3-23 0,1 2-32 16,-3-1-28-16,2-2-31 0,-1-2-27 15,1 1-40-15,2-2-28 0,-2-1-223 0,2 0-429 0,0-2 190 16</inkml:trace>
          <inkml:trace contextRef="#ctx0" brushRef="#br0" timeOffset="-99801.5003">-2602 2197 157 0,'0'0'330'0,"0"0"-15"0,0 0-16 16,1-5-18-16,-1 5-24 0,0 0-24 0,0 0-24 0,0 0-19 16,0-7-21-16,0 7-30 0,0 0-61 0,0 0-75 15,0 0-98-15,0 0-102 0,0 0-198 16,-7-3-428-16,7 3 190 0</inkml:trace>
          <inkml:trace contextRef="#ctx0" brushRef="#br0" timeOffset="-98957.7905">-2854 2227 133 0,'0'0'178'0,"0"0"-8"16,0 0-13-16,6 8-10 0,-6-8-17 0,3 4-8 16,-2-1-5-16,-1-3-7 0,0 0-9 0,4 6-8 15,-2-3-8-15,-2-3-4 0,0 0-6 0,1 8-4 16,-1-8-4-16,0 0-3 0,-5 4-5 0,5-4-5 15,-6 3-4-15,1-2-4 0,1 0-8 0,-3 0-3 16,1 0-3-16,1-1-1 0,-1 0-6 0,-3 0-5 16,4-1-3-16,-1 0-8 0,6 1-12 0,-10-1-14 15,10 1-17-15,-7-1-24 0,7 1-35 0,-5 0-35 16,5 0-203-16,0 0-358 0,0 0 158 0</inkml:trace>
          <inkml:trace contextRef="#ctx0" brushRef="#br0" timeOffset="-95676.805">-2842 2233 30 0,'0'0'143'0,"0"0"-7"16,0 0-1-16,0 0-9 15,0 0-2-15,0 0-8 0,0 0-3 0,0 0-9 0,0 0-6 0,0 0-4 16,-2-6-10-16,2 6-8 0,0 0-4 0,0 0-3 16,0 0-3-16,0 0 1 0,0 0-2 0,0 0 2 15,-4-3-3-15,4 3-2 0,0 0-2 0,0 0 1 16,0 0-4-16,0 0 2 0,-6-4-3 0,6 4 0 0,0 0-1 15,0 0 4-15,0 0-1 0,0 0 3 16,0 0-1-16,0 0 0 0,0 0-1 0,0 0 0 16,0 0-6-16,0 0 4 0,0 0-3 0,0 0 0 0,0 0-5 15,0 0-2-15,0 0-4 0,0 0-5 16,0 0 1-16,0 0-4 0,0 0 1 0,0 0 3 0,0 0 0 16,0 0-1-16,0 0-7 0,0 0 7 0,0 0-1 15,0 0 4-15,0 0 2 0,0 0 2 0,0 0-8 16,0 0-1-16,0 0-2 0,0 0-8 0,0 0 11 15,0 0-14-15,0 0-1 0,0 0-2 0,0 0-5 16,0 0-2-16,0 0-2 0,0 0 0 0,0 0-3 16,0 0 3-16,0 0-6 0,0 0 4 0,0 0-5 15,0 0-1-15,0 0 10 0,9 11-13 0,-9-11 1 16,1 5 3-16,-1-5-9 0,2 6-15 0,-2-6-12 16,1 5-18-16,-1-5-29 0,0 0-32 0,-3 8-30 15,3-8-42-15,-4 5-56 0,-2-3-273 0,1-1-555 16,-2 2 246-16</inkml:trace>
          <inkml:trace contextRef="#ctx0" brushRef="#br0" timeOffset="-98770.3289">-2910 2412 243 0,'0'0'230'0,"0"0"-23"0,0 0-20 0,7-16-20 16,-7 16-36-16,2-6-41 0,-2 6-51 0,0-4-53 15,0 4-57-15,0 0-131 0,0-10-219 0,0 10 98 16</inkml:trace>
          <inkml:trace contextRef="#ctx0" brushRef="#br0" timeOffset="-97692.2777">-2947 2016 46 0,'2'-8'319'16,"2"4"-7"-16,0-1-20 0,-1 1-30 0,1-2-10 15,0 3-35-15,-1-2-17 0,1 3-18 0,-1-1-20 16,-3 3-27-16,3-2-39 0,-3 2-35 0,0 0-55 0,0 0-58 16,0 0-62-16,0 0-77 0,0 0-174 15,-10 16-394-15,3-10 175 0</inkml:trace>
          <inkml:trace contextRef="#ctx0" brushRef="#br0" timeOffset="-97895.3934">-3020 2191 83 0,'0'0'221'0,"0"0"-23"16,11-8-18-16,-6 8-7 0,-5 0-15 0,8-3-13 15,-4 2-14-15,-4 1-13 0,7 0-8 0,-7 0-13 16,6 0-5-16,-6 0-15 0,5 1-9 0,-5-1-8 0,4 2-1 16,-1 0-8-16,-3-2-5 0,3 5-4 0,0-2-4 15,-3-3-6-15,2 6-3 0,-2-6-7 16,0 6-3-16,0-6-1 0,0 9-8 0,0-2 0 0,0-7-2 16,1 7-6-16,-1-7 4 0,-1 8-1 0,1-8-2 15,0 7-8-15,0-7 6 0,0 9 5 0,0-9-6 16,0 6 1-16,0-6 0 0,0 0-4 0,-1 9 2 15,1-9-2-15,1 4 6 0,-1-4-8 0,0 0 1 16,1 5 0-16,-1-5 4 0,0 0-1 0,3 5-2 16,-3-5-1-16,0 0 5 0,6 1-2 0,-6-1-2 15,0 0-2-15,4 0 10 0,-4 0-6 0,0 0 0 16,0 0-3-16,6 0 6 0,-6 0-2 0,0 0 2 16,0 0 3-16,0 0 2 0,0 0 2 0,0 0 2 15,0 0-3-15,0 0 7 0,-13 9-2 0,6-7 0 16,-1-1 3-16,-2 3-4 0,-1-1 1 0,1-1 0 15,-2 0 0-15,-1 2 0 0,0-2-4 0,1 0 0 0,0 0-3 16,1 0 4-16,2-1-2 0,1-1 1 0,0-1-1 16,1-1-2-16,1 1 0 0,0-2-1 0,2 2-9 15,-1-1 5-15,5 2-3 0,-4-5 3 16,4 5-8-16,-2-6 3 0,2 6 0 0,0 0-2 0,3-9 0 16,0 5 1-16,-3 4 4 0,5-7-4 0,-1 5 2 15,-4 2 2-15,6-4-1 0,-4 2 3 0,2 0 2 16,-4 2 10-16,6-3 5 0,-6 3 1 0,6 0-5 15,-6 0 8-15,6 3 1 0,-6-3 3 0,3 4 3 16,1-2 9-16,-2 2 1 0,-2-4 4 0,4 9 0 16,-4-4 3-16,0 2 3 0,-2 1 1 0,-2 0-2 15,0 4 0-15,-1-2-8 0,-2 2 3 0,-1-1-10 16,0-1 0-16,-4 3-2 0,1-4-2 0,0 1-7 0,1-1-5 16,0-2-15-16,4-1-25 0,-3 0-29 15,3-2-34-15,1-2-42 0,1 0-46 0,4-2-59 16,-7 0-201-16,7 0-469 0,0 0 207 0</inkml:trace>
          <inkml:trace contextRef="#ctx0" brushRef="#br0" timeOffset="-97504.7957">-3275 2147 214 0,'0'0'252'0,"-2"-4"-17"16,2 4-21-16,0 0-18 0,0 0-14 0,0 0-7 15,0 0-6-15,0 0-3 0,0 0-10 0,0 0-7 16,0 0-12-16,7 16-3 0,-6-12-10 0,0 1-9 0,1 2-2 16,-1 1-15-16,-2-1-8 0,2 1-9 15,-2 1-7-15,-1-1-8 0,2 1-8 0,-1 0-2 16,-2 0-24-16,2 1-25 0,-1-1-32 0,0 0-44 0,0-1-38 15,0 1-41-15,0-3-48 0,1 0-58 0,-1-1-162 16,1-1-451-16,1-4 200 0</inkml:trace>
          <inkml:trace contextRef="#ctx0" brushRef="#br0" timeOffset="-96848.5831">-3364 2244 150 0,'0'0'201'0,"0"0"-10"16,0 0-15-16,0 0-7 0,0 0-10 0,0 0-7 15,-1 10-6-15,1-10 0 0,0 0-6 0,3 9-8 16,-2-4-11-16,1-1-9 0,-2-4-12 0,3 9-5 0,-2-7-11 16,-1-2-4-16,1 7-8 0,-1-7-4 15,-1 7-2-15,1-7-8 0,-4 7-4 0,1-6-6 16,0 2-9-16,-2 0 0 0,1-1-4 0,-2-1-2 0,1 2-2 15,-2 0-4-15,1-2-9 0,-1 0 2 0,1 0-3 16,-2-2-6-16,2 1 0 0,0 0 0 0,6 0-5 16,-9-2 1-16,5 2-4 0,4 0 4 0,-9-3-4 15,9 3 3-15,-6 2-1 0,6-2-4 0,-6 0 2 16,6 0-3-16,0 0 1 0,0 0 0 0,-6 1-1 16,6-1-1-16,-2 4 1 0,2-4 1 0,0 0-2 15,0 8 1-15,0-8 2 0,1 8-1 0,-1-8-1 16,4 9 0-16,-2-5 0 0,-1 2-3 0,2-1 3 15,-1-2-2-15,-1 2-1 0,-1-5 5 0,2 8 0 16,-1-3 0-16,-1-5-2 0,1 7 0 0,-1-7-1 16,0 0 1-16,0 0-5 0,-2 8-1 0,2-8-12 15,-3 2-4-15,3-2-1 0,0 0-1 0,0 0 2 0,0 0-4 16,-11-7-2-16,7 4 0 0,4 3-1 0,-4-6 2 16,4 6 2-16,-5-8-2 0,2 3 3 15,1 0 3-15,-1 1-1 0,1-1 3 0,-3-1-1 0,2 2 7 16,-1-1 1-16,0 2 3 0,-1-1 0 0,1 2-3 15,-1-1 0-15,5 3 6 0,-9-3-1 0,4 1 2 16,-2 2-1-16,2-1 1 0,5 1 2 0,-11 1 3 16,5 0-1-16,0 0 2 0,6-1 5 0,-9 0 0 15,5 3-2-15,0-1 6 0,0 1 0 0,0-1 7 16,1 3-2-16,-1 0 6 0,1 1 3 0,1 0 3 16,-1-2 8-16,1 3 3 0,0-2 4 0,1 3 1 15,0 0 3-15,2 0 6 0,0 2 4 0,0-1-1 16,1-1-4-16,2 4-5 0,1 1-2 0,-1-2-3 15,1 1 0-15,-2 0-5 0,1 1-2 0,-1 2-2 16,0-3-5-16,-1 0-2 0,0 0-5 0,0 0-9 16,-2-2-17-16,0-3-35 0,0 1-41 0,0-1-54 0,0-2-50 15,0-5-78-15,1 8-193 0,1-6-495 0,-2-2 220 16</inkml:trace>
          <inkml:trace contextRef="#ctx0" brushRef="#br0" timeOffset="-96316.378">-3436 2507 11 0,'0'0'364'0,"0"0"-5"0,7-4-18 15,-7 4-19-15,0 0 6 0,5-5-43 0,-5 5-24 16,4-4-26-16,-4 4-21 0,4-3-35 0,-4 3-43 0,3-5-53 15,-3 5-68-15,0 0-76 0,3-3-89 16,-3 3-103-16,3-3-193 0,-3 3-481 0,5-3 214 16</inkml:trace>
        </inkml:traceGroup>
        <inkml:traceGroup>
          <inkml:annotationXML>
            <emma:emma xmlns:emma="http://www.w3.org/2003/04/emma" version="1.0">
              <emma:interpretation id="{F75ED5A0-ACB0-4A9D-A27B-B9C9021A9251}" emma:medium="tactile" emma:mode="ink">
                <msink:context xmlns:msink="http://schemas.microsoft.com/ink/2010/main" type="inkWord" rotatedBoundingBox="10471,18095 9143,18100 9142,17659 10469,17654"/>
              </emma:interpretation>
              <emma:one-of disjunction-type="recognition" id="oneOf12">
                <emma:interpretation id="interp16" emma:lang="" emma:confidence="1">
                  <emma:literal/>
                </emma:interpretation>
              </emma:one-of>
            </emma:emma>
          </inkml:annotationXML>
          <inkml:trace contextRef="#ctx0" brushRef="#br0" timeOffset="-94520.6339">-3762 2329 197 0,'0'0'188'0,"-8"2"-13"0,4-1-14 16,4-1-13-16,-8 0-15 0,8 0-14 0,-7 0-8 16,3 2-9-16,4-2-10 0,-5 1-11 0,5-1-9 15,-6 0-4-15,6 0-9 0,0 0-4 0,0 0-8 16,-9-1 1-16,9 1-7 0,-4-2-4 0,4 2-6 0,0 0 1 16,-4-5-5-16,4 5-5 0,0 0-3 0,-1-7-4 15,1 7 1-15,0 0-2 0,3-8-3 0,-3 8 4 16,3-5-2-16,0 2 3 0,0 0-7 0,-3 3 7 15,6-5 4-15,-2 2-2 0,0 2-1 0,-4 1 4 16,7-4 2-16,-7 4 0 0,4-1 2 0,-4 1 6 16,5-1 2-16,-5 1 8 0,0 0 3 0,4 4-3 15,-4-4 2-15,3 9 6 0,-3-4 3 0,0-5-3 16,-1 12 4-16,1-4 0 0,-1 0 7 0,-1 1-1 16,0 0-9-16,1 2 1 0,-4-2-10 0,1-2 2 15,-2 2-5-15,1-1 1 0,-1-1-15 0,1-1-28 0,-1-1-63 16,-1 1-52-16,-1-2-59 0,3-1-61 0,-3 0-199 15,0 0-474-15,-1-2 210 0</inkml:trace>
          <inkml:trace contextRef="#ctx0" brushRef="#br0" timeOffset="-94051.9187">-3979 2261 154 0,'0'0'189'0,"0"0"-14"0,0 0-9 15,0 0-12-15,0 0-11 0,0 14-4 0,0-14-11 16,0 7-10-16,0-7-3 0,-2 8-8 0,0-4-5 16,0 1-7-16,2-5-8 0,-6 9-6 0,4-6-4 15,-1 0-11-15,-2 0-6 0,2 0-6 0,-1-1-3 16,4-2-1-16,-8 4-5 0,4-4-3 0,-1 1-7 16,5-1-2-16,-8-3-1 0,8 3 1 0,-8-4 3 0,5 1 4 15,0 0-1-15,3 3 6 0,-6-6-3 0,5 2 3 16,-2-1-1-16,0 0 3 0,3 5 2 15,-3-7 4-15,1 4-2 0,2 3-1 0,0 0-5 0,-3-6-2 16,3 6-9-16,-3-3 5 0,3 3-9 0,0 0-3 16,0 0-1-16,-10 3-1 0,10-3-5 0,-7 5 0 15,4-2-3-15,-2 0-3 0,2 1-1 0,-1-1-1 16,0 1-11-16,-1 0-10 0,0 0-18 0,0-2-20 16,1 1-20-16,0-2-20 0,1 2-32 0,-1-1-26 15,4-2-33-15,-7 1-28 0,7-1-220 0,0 0-461 16,-6 0 205-16</inkml:trace>
          <inkml:trace contextRef="#ctx0" brushRef="#br0" timeOffset="-93848.8116">-4042 2169 246 0,'3'-4'297'15,"0"-3"-12"-15,-1 1-18 0,-1 2-10 0,2 0-30 16,-3 4-21-16,2-6-26 0,-2 6-17 0,0 0-18 16,0 0-33-16,0 0-38 0,0 0-47 0,0 0-58 15,0 0-67-15,0 0-78 0,-17 14-188 0,11-9-394 16,-3 3 174-16</inkml:trace>
          <inkml:trace contextRef="#ctx0" brushRef="#br0" timeOffset="-93286.3527">-4257 2269 235 0,'0'0'238'0,"0"0"-11"0,0 0-12 15,0 0-14-15,0 0-13 0,0 0-9 0,0 0-14 16,0 0-11-16,0 0-11 0,0 0-7 0,0 0-4 16,0 0-11-16,0 0-11 0,12 7-11 0,-12-7-3 15,0 0-15-15,4 6-4 0,-4-6-8 0,2 5-4 16,-2-5-8-16,0 0 1 0,-2 7-13 0,2-7-2 16,0 0-2-16,-4 8-7 0,1-5 0 0,-1 0-7 15,4-3-6-15,-8 2-10 0,5-2-10 0,3 0 0 16,-9 3-13-16,4-2-4 0,1-1-4 0,4 0 2 15,-12-1-2-15,6-1 5 0,2 1-4 0,4 1 3 0,-9-3 1 16,5-2 4-16,-1 2-2 0,1 0 2 16,0 0 4-16,0-2-2 0,4 5 4 0,-5-7-1 15,1 4 3-15,2-1 4 0,2 4 7 0,-4-5 6 0,4 5 0 16,-3-6 4-16,3 6 1 0,-2-3 4 0,2 3-1 16,0 0 1-16,-4-5-2 0,4 5-8 0,0 0 3 15,0 0-2-15,0 0-5 0,0 0 5 0,0 0-4 16,0 0-4-16,0 0-3 0,0 0 6 0,0 0-3 15,0 0-3-15,1 16 4 0,-1-16 0 0,0 7-3 16,0-7 3-16,-1 8-4 0,1-8-1 0,-1 7 4 16,1-7-1-16,-4 6-2 0,1-3 3 0,3-3-1 15,-8 3-1-15,3-1-1 0,-1-1 1 0,-2 0-4 16,0 1-7-16,-2-2-6 0,0-1-8 0,-1-1-6 16,0 2-14-16,3-3-6 0,1 2-13 0,-2-2-16 15,3 1-23-15,1 0-25 0,1 0-31 0,0 0-27 16,4 2-246-16,-5-4-464 0,5 4 205 0</inkml:trace>
          <inkml:trace contextRef="#ctx0" brushRef="#br0" timeOffset="-93067.6147">-4322 2433 327 0,'0'0'318'0,"0"0"-15"0,0 0-26 0,0 0-21 16,0 0-22-16,0 0-14 0,8-13-30 0,-6 11-15 15,-2 2-21-15,7-6-18 0,-4 4-31 0,-3 2-33 0,4-2-49 16,-4 2-54-16,4-2-60 0,-4 2-69 0,0 0-258 16,0 0-454-16,0 0 201 0</inkml:trace>
          <inkml:trace contextRef="#ctx0" brushRef="#br0" timeOffset="-92848.8803">-4384 2435 138 0,'0'5'241'0,"0"-5"-9"0,0 0-16 0,-4 4-10 15,4-4-12-15,0 0-11 0,-7 0-14 0,7 0-17 16,-7 1-17-16,3-1-14 0,4 0-8 0,-7 0-12 16,7 0-23-16,-9-3-33 0,5 1-44 0,0 1-49 15,4 1-67-15,-6-6-67 0,3 4-148 0,3 2-358 0,-6-7 158 16</inkml:trace>
          <inkml:trace contextRef="#ctx0" brushRef="#br0" timeOffset="-91630.2197">-4460 2203 13 0,'0'0'186'16,"0"0"-3"-16,0 0-7 0,0 0-11 0,0 0-3 15,0 0-8-15,0 0-9 0,0 0-7 0,0 0-7 16,0 0-8-16,0 0-7 0,-3 18-6 0,3-18-10 16,0 7-6-16,0-7-10 0,-2 8-9 0,1-4-6 15,1-4-7-15,-2 8-8 0,0-5-1 0,2-3-5 0,-4 7-4 16,3-4-3-16,1-3-5 0,-4 2-2 16,4-2-5-16,-5 4-4 0,5-4-1 0,-4 3-4 15,4-3-5-15,-5 2-4 0,5-2-7 0,-5 0 0 0,5 0-3 16,0 0-10-16,-8-5-2 0,8 5 0 0,-6-4-4 15,6 4 1-15,-4-5 1 0,4 5 1 0,-3-4 2 16,3 4-5-16,-2-5 9 0,2 5 3 0,-3-4 3 16,3 4 3-16,0 0 1 0,0 0 3 0,-3-6 0 15,3 6 0-15,0 0 1 0,0 0 1 0,0 0-2 16,0 0 0-16,0 0-4 0,-1-6 1 0,1 6-6 16,0 0 2-16,0 0 3 0,0 0 1 0,0 0 1 15,0 0-1-15,0 0-1 0,0 0-2 0,-2 19 2 16,2-15 0-16,0-4-3 0,-4 7 5 0,1-2-3 15,0 0-1-15,0-2 4 0,0 2-4 0,-1-2 1 16,2 1-4-16,-2 0-4 0,-2-1-4 0,1 1-7 16,0-2 3-16,1-1-7 0,0 2-7 0,-1-1 5 0,5-2-4 15,-9 0 1-15,9 0 5 0,-8-3 0 0,3 1 4 16,1-1 3-16,1 0 5 0,3 3-6 16,-7-6 2-16,4 2 4 0,-1-1 4 0,4 5-2 0,-3-9 7 15,2 4 6-15,0 1 4 0,1 4 6 0,-3-9-1 16,3 9 2-16,0-7 3 0,0 7 5 0,-2-6 3 15,2 6-3-15,0 0 1 0,-1-6-4 0,1 6-2 16,0 0-4-16,0 0 0 0,0 0 0 0,0 0-4 16,0 0 1-16,0 0 0 0,0 0-6 0,0 0 2 15,0 0-3-15,0 0 4 0,0 0-3 0,0 0-1 16,0 0-1-16,0 0 2 0,0 0-1 0,1 19-1 16,-1-19-2-16,-1 7 0 0,1-7-2 0,-2 7 2 15,2-7 0-15,-4 7 1 0,2-2-2 0,-2-2 3 0,0 2-3 16,1-1 4-16,-1-2-10 0,0 1 2 15,-1 0-2-15,-1-1-2 0,2 1-5 0,0-1-3 16,4-2-3-16,-9 0 1 0,4 0 0 0,5 0 3 0,-7-2-2 16,2-1 5-16,1 1 0 0,-2-3 1 0,1 2-1 15,2-1 0-15,1-1 2 0,-1 0 3 0,0-2-1 16,1 2 3-16,-1-3-2 0,2 1 5 0,-1 1 10 16,1 0 5-16,0 0 2 0,1 6 2 0,-2-8 4 15,2 8 5-15,-1-6 3 0,1 6-1 0,0 0 0 16,-1-7-4-16,1 7-6 0,0 0 0 0,0 0-3 15,0 0 3-15,0 0-6 0,0 0 0 0,0 0 0 16,0 0 0-16,0 0-1 0,0 0-1 0,0 0 0 16,0 0 3-16,5 16-5 0,-4-11 2 0,-1-5-2 15,-3 10-2-15,2-5-2 0,-3-1-1 0,1 2 5 16,-3 0 0-16,1 0-4 0,1-1 1 0,-2 1-3 16,-1-2-3-16,0 0-1 0,0 0-1 0,-1-1-3 15,0 0 4-15,0-2-2 0,2 0-1 0,-1 0 2 0,1-1-6 16,-1-1 3-16,1 1 2 0,6 0-1 15,-9-2 5-15,4 1-6 0,5 1 1 0,-8-3 1 16,8 3 5-16,-5-2 6 0,5 2 4 0,-6-3 8 0,6 3 5 16,-3-2 2-16,3 2 4 0,0 0-1 0,0 0-11 15,-6-1 1-15,6 1-3 0,0 0 0 0,0 0-2 16,0 0 3-16,0 0 3 0,2 13 2 0,-2-13 6 16,3 10-6-16,-2-1-1 0,1 0 4 0,-2 0 2 15,0 1-3-15,0 2 1 0,-2 0 0 0,2-3 0 16,-4 4-3-16,1 0 0 0,-3-3-4 0,0 2-4 15,0-3 1-15,0 1 0 0,-3 0 1 0,1-3-2 16,2 0-12-16,-1-2-14 0,0 1-15 0,1-3-19 16,-1 1-29-16,2-1-33 0,1-1-40 0,-1-1-35 15,5-1-28-15,0 0-39 0,-7-4-216 0,7 4-500 16,-1-9 221-16</inkml:trace>
          <inkml:trace contextRef="#ctx0" brushRef="#br0" timeOffset="-91333.3715">-4557 2114 123 0,'4'-2'227'0,"-4"2"-6"16,0 0-7-16,0 0-8 0,0 0-14 0,0 0-14 15,0 0-5-15,0 0-15 0,0 0-9 0,0 0-11 16,0 0-12-16,0 0-16 0,0 0-4 0,0 0-12 16,-20 4-6-16,16-3-9 0,-4 1-9 0,3-2-5 0,-2 1-6 15,7-1-5-15,-8 1-4 0,3 0-7 0,5-1-4 0,-8-2-12 0,8 2-4 0,-7-1-9 0,7 1 4 31,-7-5-6-31,4 3-1 0,3 2-2 0,-4-8-3 16,3 3 1-16,-1 1 1 0,2 4-4 0,-2-10 3 0,2 10-13 0,0-9-12 0,0 9-19 0,0-9-23 16,0 9-27-16,0-6-37 0,0 6-37 0,0 0-39 15,0-8-203-15,0 8-436 0,0 0 193 0</inkml:trace>
          <inkml:trace contextRef="#ctx0" brushRef="#br0" timeOffset="-89993.7986">-4798 2095 101 0,'0'0'149'16,"0"0"-5"-16,0 0-6 0,0 0-6 0,0 0 0 16,0 0-6-16,0 0-2 0,0 0-3 15,0 6 1-15,0-6 0 0,0 0-3 0,0 0-3 0,0 0-3 16,0 0-8-16,0 0-10 0,0 0-10 0,0 0-6 15,-9 4-9-15,9-4-8 0,-10 2-6 0,4 0-21 16,0-1-38-16,1 0-58 0,1-1-66 0,-3 1-233 16,2 0-389-16,5-1 173 0</inkml:trace>
          <inkml:trace contextRef="#ctx0" brushRef="#br0" timeOffset="-91059.8664">-4847 2108 241 0,'0'0'240'15,"-1"4"-11"-15,1-4-9 0,0 0-13 0,0 0-15 16,0 0-19-16,0 0-18 0,0 0-18 16,0 0-10-16,-8 0-15 0,8 0-24 0,-6 2-27 0,1-1-28 15,1 1-40-15,4-2-23 0,-10 2-40 0,6 0-47 16,-1-1-43-16,-1 1-146 16,0-1-330-16,0 2 146 15</inkml:trace>
          <inkml:trace contextRef="#ctx0" brushRef="#br0" timeOffset="-90759.3881">-5090 2283 152 0,'0'0'335'0,"0"0"-4"0,0 0-8 16,0 0-4-16,8 0-13 0,-8 0-4 0,0 0-11 15,7-8-25-15,-7 8-15 0,4-4-28 0,-4 4-8 16,3-4-33-16,-3 4-24 0,0 0-53 0,3-4-60 15,-3 4-80-15,0 0-93 0,3-3-95 0,-3 3-347 16,0 0-617-16,0 0 273 0</inkml:trace>
        </inkml:traceGroup>
      </inkml:traceGroup>
    </inkml:traceGroup>
    <inkml:traceGroup>
      <inkml:annotationXML>
        <emma:emma xmlns:emma="http://www.w3.org/2003/04/emma" version="1.0">
          <emma:interpretation id="{9287A64C-244D-4EB6-B9A4-A19FFA05946E}" emma:medium="tactile" emma:mode="ink">
            <msink:context xmlns:msink="http://schemas.microsoft.com/ink/2010/main" type="paragraph" rotatedBoundingBox="14664,16993 8352,17042 8348,16537 14660,16488" alignmentLevel="1"/>
          </emma:interpretation>
        </emma:emma>
      </inkml:annotationXML>
      <inkml:traceGroup>
        <inkml:annotationXML>
          <emma:emma xmlns:emma="http://www.w3.org/2003/04/emma" version="1.0">
            <emma:interpretation id="{8EBB8CCD-61A3-4B5F-8FE3-22BDF7420D42}" emma:medium="tactile" emma:mode="ink">
              <msink:context xmlns:msink="http://schemas.microsoft.com/ink/2010/main" type="inkBullet" rotatedBoundingBox="14662,16765 14548,16766 14547,16700 14662,16700"/>
            </emma:interpretation>
            <emma:one-of disjunction-type="recognition" id="oneOf13">
              <emma:interpretation id="interp17" emma:lang="" emma:confidence="0">
                <emma:literal>-</emma:literal>
              </emma:interpretation>
            </emma:one-of>
          </emma:emma>
        </inkml:annotationXML>
        <inkml:trace contextRef="#ctx0" brushRef="#br1" timeOffset="606453.9391">429 1095 132 0,'0'0'250'0,"0"0"-13"0,-18 3-16 16,14-3-16-16,-2 2-5 0,1-1-9 16,1 0-21-16,-5-1-17 0,2 1-17 0,-1 1-11 0,1-1-11 15,0-2-26-15,0 2-38 0,0-1-50 0,3 1-65 16,4-1-59-16,-6-2-70 0,6 2-122 0,-7-4-340 16,7 4 151-16</inkml:trace>
        <inkml:trace contextRef="#ctx0" brushRef="#br1" timeOffset="606235.193">424 1136 210 0,'2'3'205'0,"-2"-3"-5"0,0 0-5 16,0 0-5-16,0 0-7 0,2 7-1 0,-2-7-1 15,0 0-8-15,0 0-6 0,0 0-11 0,-9 4-13 16,9-4-11-16,-6 1-5 0,1 0-12 0,1 1-8 16,-2-1-11-16,0 1-9 0,-1-2-10 0,0 1 0 15,-1 0-22-15,1 0-26 0,0-1-39 0,-1 0-34 0,1 1-49 16,0-2-45-16,7 1-50 0,-9-1-55 15,5 0-153-15,4 1-428 0,-6-4 190 0</inkml:trace>
      </inkml:traceGroup>
      <inkml:traceGroup>
        <inkml:annotationXML>
          <emma:emma xmlns:emma="http://www.w3.org/2003/04/emma" version="1.0">
            <emma:interpretation id="{79190678-4812-4615-A767-6F79CA2F0CC1}" emma:medium="tactile" emma:mode="ink">
              <msink:context xmlns:msink="http://schemas.microsoft.com/ink/2010/main" type="line" rotatedBoundingBox="14593,16993 8352,17042 8348,16537 14589,16488"/>
            </emma:interpretation>
          </emma:emma>
        </inkml:annotationXML>
        <inkml:traceGroup>
          <inkml:annotationXML>
            <emma:emma xmlns:emma="http://www.w3.org/2003/04/emma" version="1.0">
              <emma:interpretation id="{7833C19B-8728-4B9E-ADB5-376403D6C351}" emma:medium="tactile" emma:mode="ink">
                <msink:context xmlns:msink="http://schemas.microsoft.com/ink/2010/main" type="inkWord" rotatedBoundingBox="14592,16827 14467,16827 14466,16633 14590,16632"/>
              </emma:interpretation>
              <emma:one-of disjunction-type="recognition" id="oneOf14">
                <emma:interpretation id="interp18" emma:lang="" emma:confidence="0">
                  <emma:literal>.</emma:literal>
                </emma:interpretation>
                <emma:interpretation id="interp19" emma:lang="" emma:confidence="0">
                  <emma:literal>,</emma:literal>
                </emma:interpretation>
                <emma:interpretation id="interp20" emma:lang="" emma:confidence="0">
                  <emma:literal>;</emma:literal>
                </emma:interpretation>
                <emma:interpretation id="interp21" emma:lang="" emma:confidence="0">
                  <emma:literal>)</emma:literal>
                </emma:interpretation>
                <emma:interpretation id="interp22" emma:lang="" emma:confidence="0">
                  <emma:literal>:</emma:literal>
                </emma:interpretation>
              </emma:one-of>
            </emma:emma>
          </inkml:annotationXML>
          <inkml:trace contextRef="#ctx0" brushRef="#br1" timeOffset="606719.5355">343 1028 151 0,'0'0'260'0,"0"0"-13"16,0 0-5-16,0 0-14 0,0 0-6 0,0 0-10 15,0 0 2-15,0 0-12 0,0 0-18 0,-14 11-8 16,12-7-12-16,2-4-9 0,-6 6-15 0,4-3 8 15,-2 1-11-15,1-1-7 0,0 1-12 0,-2 1-2 16,1 0-3-16,1-1-5 0,-3 1 0 0,0 0-3 16,0 0-1-16,0 1-14 0,0-1-11 0,0-1-1 15,0 0-10-15,0 0-2 0,1 0-13 0,2 1-4 16,0-2-4-16,0 1-7 0,3-4-7 0,-1 6 3 0,1-6-12 16,4 9-11-16,1-4-26 0,1 0-19 0,4 0-13 15,0 0-35-15,0 1-35 0,1 0-41 0,0 1-42 16,1-1-41-16,3 2-48 0,-4-2-289 15,-1 3-626-15,0-1 277 0</inkml:trace>
        </inkml:traceGroup>
        <inkml:traceGroup>
          <inkml:annotationXML>
            <emma:emma xmlns:emma="http://www.w3.org/2003/04/emma" version="1.0">
              <emma:interpretation id="{2D09584D-9D49-43C9-AE16-C60A151809E3}" emma:medium="tactile" emma:mode="ink">
                <msink:context xmlns:msink="http://schemas.microsoft.com/ink/2010/main" type="inkWord" rotatedBoundingBox="14297,16957 12889,16968 12886,16527 14294,16516"/>
              </emma:interpretation>
              <emma:one-of disjunction-type="recognition" id="oneOf15">
                <emma:interpretation id="interp23" emma:lang="" emma:confidence="1">
                  <emma:literal/>
                </emma:interpretation>
              </emma:one-of>
            </emma:emma>
          </inkml:annotationXML>
          <inkml:trace contextRef="#ctx0" brushRef="#br0" timeOffset="-159925.1409">12 940 93 0,'0'0'313'0,"5"-6"-16"0,-2 3-12 0,0-1-26 15,1-1-18-15,0 3-20 0,0-1-21 0,-1 1-19 16,-3 2-19-16,7-2-10 0,-7 2-27 0,5-1-30 16,-5 1-35-16,0 0-42 0,0 0-57 0,0 0-69 15,0 0-68-15,0 0-221 0,-11 17-430 0,4-9 191 16</inkml:trace>
          <inkml:trace contextRef="#ctx0" brushRef="#br0" timeOffset="-160143.8779">-39 1092 240 0,'0'0'241'0,"3"-5"-14"0,-3 5-18 16,4-3-14-16,-4 3-15 0,6-4-9 0,-6 4-13 16,5-2-11-16,-5 2-14 0,5 0-4 0,-5 0-5 15,8-1-9-15,-8 1-8 0,7 1-13 0,-7-1-7 16,6-1-9-16,-6 1-6 0,6 1-6 0,-6-1-8 15,5 2-3-15,-5-2-5 0,0 0-7 0,4 4-4 16,-4-4-4-16,2 3-6 0,-2-3-1 0,0 0-5 16,2 4 0-16,-2-4-4 0,0 0-1 0,2 6-4 15,-2-6-2-15,0 0-5 0,1 8-5 0,-1-8-7 16,0 0-4-16,-1 7-2 0,1-7-1 0,0 0-1 16,1 7 1-16,-1-7 1 0,0 0 0 0,-1 8 4 15,1-8-1-15,-1 6-2 0,1-6 5 0,0 0-4 0,0 8 3 16,0-8-6-16,0 0-3 0,0 0-2 0,1 7 4 15,-1-7-2-15,0 0 1 0,3 4 2 16,-3-4 1-16,0 0 1 0,3 2 0 0,-3-2 3 16,0 0-1-16,6 1-2 0,-6-1 2 0,4 2 5 0,-4-2-4 15,6 2 2-15,-6-2 0 0,6 0 2 0,-6 0-8 16,4 1-1-16,-4-1 4 0,5 0-1 0,-5 0 4 16,0 0-3-16,0 0 2 0,0 0-2 0,0 0 4 15,0 0 2-15,0 0 2 0,0 0 0 0,0 0 5 16,-18 3-3-16,11-2 2 0,-1 0-1 0,1 0-1 15,0 0 1-15,-1 0 1 0,-3-1 1 0,3 0-1 16,0 1 1-16,-3-1-3 0,0 0 0 0,1 0-4 16,0-1-7-16,-1 0-3 0,2 0-11 0,2 1 1 15,-2-1-3-15,1-2-2 0,1 1-1 0,0 2-1 16,2-3-4-16,1 1 2 0,4 2-3 0,-6-5 3 16,6 5 3-16,-2-5 3 0,2 5 4 0,0-6 1 15,0 6-1-15,0 0 5 0,5-6-1 0,-5 6 7 16,4-3-4-16,-4 3 6 0,3-3 9 0,-3 3 1 15,0 0 6-15,6-3 2 0,-6 3 1 0,0 0 3 16,5 0 10-16,-5 0 2 0,4 4 7 0,-4-4-3 16,3 5 9-16,-3-5 3 0,1 8 3 0,0-4 2 15,-1-4 6-15,0 10-4 0,0-4 3 0,-1 2 1 0,0-1 5 16,-2 0 2-16,0 0-2 0,-2 0-3 0,0 0-3 16,-4 3-6-16,3-5-3 0,-1 2-5 15,-1 0 0-15,-2-2-11 0,0 0-16 0,2-2-20 16,1 0-33-16,-1 0-31 0,1-2-45 0,2 1-49 0,5-2-53 15,-8-2-246-15,8 2-504 0,-7-4 224 0</inkml:trace>
          <inkml:trace contextRef="#ctx0" brushRef="#br0" timeOffset="-159065.8182">-296 1100 30 0,'0'0'217'0,"0"0"-15"0,0 0-13 16,0 0-16-16,0 0-5 0,0 0-7 0,0 0-7 16,8 10-12-16,-8-10-11 0,0 6-12 0,0-6-12 15,0 0-6-15,0 8-8 0,0-8-4 0,-1 6-9 16,1-6-6-16,-2 6-4 0,0-1-7 0,2-5-5 15,-4 5-4-15,1-3-7 0,-1 1-4 0,-1-1-4 16,0-1-6-16,0 0-7 0,0 1-15 0,-2 0-13 16,1-1-15-16,-2-1-7 0,1 0-2 0,0 0 0 15,1-1-1-15,0-1 0 0,0 0 2 0,2-2 5 16,0 1-3-16,0 0 5 0,4 3 8 0,-6-5 8 16,5 1 10-16,1 4 13 0,-3-8 8 0,3 8 2 15,0-7 2-15,0 7 2 0,0-6 1 0,0 6-4 16,0 0 1-16,2-8-1 0,-2 8-2 0,2-3-4 15,-2 3-5-15,0 0-1 0,0 0-3 0,3-4 0 16,-3 4-4-16,0 0 0 0,0 0 2 0,0 0-1 16,0 0-6-16,0 0 4 0,0 0-4 0,-1 17 1 15,1-17-1-15,-3 8-3 0,0-5-2 0,-1 2-5 16,0-2-11-16,0 1-6 0,0-1-13 0,-1 2-15 0,-1-3-1 16,2 1-7-16,-2-1 2 0,0-2-2 15,1 2 1-15,0-2-1 0,0 2 9 0,5-2 3 16,-7-2 8-16,7 2-2 0,-9-3 11 0,6 1 1 0,3 2 1 15,-5-4 12-15,2 1 9 0,3 3 11 0,-3-4 8 16,3 4 6-16,-4-4 8 0,4 4 10 0,0 0 1 16,0 0 5-16,-3-6-1 0,3 6-2 15,0 0-4-15,0 0-1 0,0 0-2 0,0 0 2 0,0 0 5 16,0 0 7-16,0 0-2 0,0 0 5 0,0 0-1 16,0 0 3-16,7 18 7 0,-4-13 2 0,-1-2-5 15,-1 1-7-15,2 0 7 0,-1 0 0 0,0 2 0 16,0-2 3-16,-2-4-8 0,3 10 4 0,-3-4-2 15,1-2-2-15,-1-4-5 0,2 10 4 0,-3-5-8 16,1-5-9-16,0 12-2 0,-1-5-2 0,0-1-2 16,0-2 1-16,-1 4-3 0,2-3-2 0,-3 0 0 15,0 1-4-15,1-2 0 0,-1 2-3 0,-1-1 6 16,0-1 3-16,0-1-10 0,-1 1-5 0,0 0-3 16,-1-2 1-16,0 1-1 0,-1-1 0 0,1 1-2 15,-1-1 0-15,0-2 0 0,0 0-4 0,-1 0 3 16,0 0 1-16,1-2-5 0,-1 1 1 0,-3 0 2 15,0-3 1-15,0 1 3 0,4-1-4 0,-3-1-3 16,-1 1 4-16,3 0-4 0,0 0 0 0,4-2 6 16,-3 0-6-16,2 0-9 0,-1 0-1 0,3 0-14 15,1-2-12-15,2 0-15 0,1-5-21 0,2 1-20 16,0 1-21-16,3 0-47 0,1 2-16 0,0-2-35 16,0 2-33-16,1-1-35 0,0 2-218 0,-2 1-534 0,3 1 236 15</inkml:trace>
          <inkml:trace contextRef="#ctx0" brushRef="#br0" timeOffset="-158768.9474">-342 1070 56 0,'0'0'236'0,"0"0"-13"0,0 0-24 0,0 0-12 16,0 0-9-16,-21-2-10 0,16 2-13 0,5 0-12 16,-9 1-10-16,4-1-13 0,5 0-8 0,-10-2-9 15,6 0-11-15,1-1-10 0,-3 2-8 0,3-1-5 16,3 2-6-16,-6-5-7 0,3 3-3 0,3 2-3 16,-3-8-6-16,2 3-5 0,1 5-2 0,0-9-3 15,0 9-5-15,4-11-12 0,-4 7-11 0,2 0-19 16,-2 4-32-16,4-7-26 0,-3 3-33 0,-1 4-44 15,3-7-33-15,-3 7-185 0,0 0-397 0,0-5 175 16</inkml:trace>
          <inkml:trace contextRef="#ctx0" brushRef="#br0" timeOffset="-158159.6416">-807 1136 119 0,'0'0'247'16,"0"0"-5"-16,0 0-13 0,0 0 1 0,0 0-22 15,0 0-4-15,0 0-16 0,0 0-14 0,0 0-19 16,0 0-12-16,9 10-17 0,-9-10-9 0,0 0-12 16,2 6-10-16,-2-6-5 0,0 5-10 0,0-5-8 0,0 0-8 15,0 8-4-15,0-8-7 0,0 0-3 16,-4 7-4-16,4-7-7 0,-2 6-2 0,-1-2-3 15,3-4-6-15,-4 3-8 0,4-3-4 0,-7 2-12 0,1-1-5 16,2-1-1-16,4 0-2 0,-10-1-1 16,5-1-2-16,1 1 0 0,-2-1 2 0,2-1 0 15,4 3 2-15,-9-7 2 0,5 4 1 0,1 1 0 0,-1-1 1 16,4 3 11-16,-4-7-5 0,0 4 9 0,4 3-1 16,-3-6 9-16,1 3-2 0,2 3 5 0,-5-5 6 15,5 5-4-15,0 0 3 0,-1-4-5 0,1 4-2 16,0 0-2-16,0 0-3 0,0 0-4 0,0 0 4 15,-3-6-8-15,3 6 4 0,0 0-5 0,0 0 1 16,0 0 0-16,0 0 0 0,0 0-3 0,6 15-2 16,-6-15 2-16,1 7-5 0,-1-7 7 0,-1 8-7 15,1-8 2-15,-4 7 0 0,0-3-3 0,1 0 3 16,-3 0-5-16,-1-1 7 0,1 0-1 0,-2 0-2 16,-1-1-3-16,1 0 1 0,0-1-16 0,-2 0-9 15,1-1-19-15,0-1-19 0,2-1-29 0,0 1-26 16,0-2-40-16,0-1-39 0,3-2-42 0,1 1-236 15,1 0-509-15,2-1 226 0</inkml:trace>
          <inkml:trace contextRef="#ctx0" brushRef="#br0" timeOffset="-157940.9142">-812 1007 65 0,'0'0'253'0,"0"0"-15"16,0 0-16-16,0 0-23 0,0 0-11 0,0 0-22 16,0 0-17-16,0 0-13 0,-18 3-15 0,14-2-11 15,0 0-22-15,0 2-26 0,-3-2-31 0,2 0-42 16,-1 0-52-16,6-1-36 0,-8 3-47 0,1-1-140 16,3-2-308-16,-1 3 137 0</inkml:trace>
          <inkml:trace contextRef="#ctx0" brushRef="#br0" timeOffset="-157627.4309">-950 1280 198 0,'0'0'257'0,"4"3"-9"0,-4-3-11 16,0 0-12-16,0 0-16 0,0 0-18 0,0 0-19 15,0 0-13-15,0 0-16 0,-11 3-11 0,7-1-14 16,-3-1-14-16,2 1-6 0,-3-1-14 0,2 0-24 16,-2-1-27-16,2 1-46 0,-1-1-44 0,1 0-54 15,-1 0-68-15,7 0-206 0,-10-2-417 0,5 1 185 16</inkml:trace>
          <inkml:trace contextRef="#ctx0" brushRef="#br0" timeOffset="-157190.9624">-1069 1112 78 0,'0'0'238'0,"0"0"-5"0,1-6-16 16,-1 6-12-16,0 0-15 0,0 0-12 0,0 0-16 0,0 0-14 16,0 0-6-16,0 0-5 0,0 0-3 0,0 0-5 15,0 0 0-15,0 0-5 0,0 0-2 0,6 12-5 16,-6-12-10-16,2 6-11 0,-2-6-7 0,0 7-9 16,1-2-1-16,-1-5-4 0,0 7 8 0,0-7-13 15,2 9-11-15,-2-9-3 0,-2 8 0 0,1-5 3 16,1-3-1-16,-4 8-7 0,1-4-5 0,1-2 2 15,-3 1-5-15,1 0-5 0,-1 1-4 0,-4-3-6 16,3 2-2-16,-2-1 5 0,1 0-10 0,-1-1 0 16,-4-1-4-16,2 3-1 0,-2-2-3 0,1-1 7 15,-3-1-6-15,1 1-2 0,1 0-5 0,-2-3 3 16,2 2-7-16,-5-3 6 0,5 0-9 0,0 1-2 16,0-2 2-16,0-1-4 0,2 1 5 0,0-1-6 15,1-1-5-15,3 2 4 0,0 0-4 0,3-1-7 0,0 0-12 16,1 1-16-16,2 5-9 0,0-11-23 0,2 7-25 15,4-1-30-15,-1 1-45 0,0 0-32 16,3 0-50-16,-2 0-245 0,1 1-545 0,0 0 241 0</inkml:trace>
          <inkml:trace contextRef="#ctx0" brushRef="#br0" timeOffset="-157003.4793">-1168 1294 8 0,'0'0'287'0,"0"0"-17"0,0 0-20 16,0 0-19-16,0 0-18 0,0 0-21 0,0 0-17 15,0 0-16-15,0 0-13 0,-14-9-15 0,14 9-12 16,-9 0-14-16,4-2-9 0,5 2-16 0,-7 0-27 0,7 0-39 15,-8 0-47-15,4 2-48 0,4-2-59 0,-7 0-77 16,7 0-126-16,-7 2-373 0,7-2 165 16</inkml:trace>
          <inkml:trace contextRef="#ctx0" brushRef="#br0" timeOffset="-156847.2401">-1268 1363 47 0,'0'0'321'16,"0"0"-17"-16,0 0-29 0,0 0-27 0,0 0-22 16,7-14-28-16,-4 11-18 0,-3 3-36 0,3-4-46 15,-1 2-66-15,-2 2-73 0,4-4-88 0,-4 4-189 16,0 0-343-16,0 0 152 0</inkml:trace>
        </inkml:traceGroup>
        <inkml:traceGroup>
          <inkml:annotationXML>
            <emma:emma xmlns:emma="http://www.w3.org/2003/04/emma" version="1.0">
              <emma:interpretation id="{B508E13A-F3D0-4BD4-A508-6EF4C64C5C77}" emma:medium="tactile" emma:mode="ink">
                <msink:context xmlns:msink="http://schemas.microsoft.com/ink/2010/main" type="inkWord" rotatedBoundingBox="12756,16960 9943,16982 9940,16551 12753,16529"/>
              </emma:interpretation>
              <emma:one-of disjunction-type="recognition" id="oneOf16">
                <emma:interpretation id="interp24" emma:lang="" emma:confidence="1">
                  <emma:literal/>
                </emma:interpretation>
              </emma:one-of>
            </emma:emma>
          </inkml:annotationXML>
          <inkml:trace contextRef="#ctx0" brushRef="#br0" timeOffset="-154238.0574">-2073 1145 156 0,'0'0'216'16,"0"0"-13"-16,0 0-19 0,0 0-12 0,0 0-11 15,0 0-9-15,0 0-8 0,0 0-8 0,0 0-9 16,0 0-7-16,0 0-9 0,0 0-4 0,0 0-10 16,0 0-10-16,7 12-8 0,-7-12-6 0,0 0-8 0,0 0-2 15,-4 12-12-15,2-10-2 0,2-2-6 16,-2 7-1-16,-1-4-6 0,3-3-2 0,-4 6-3 16,0-4-3-16,2 2-7 0,-2-2 1 0,-1 0-5 0,1 0-10 15,-1 1-5-15,5-3-2 0,-9 1-4 0,5-1 5 16,4 0-5-16,-9-1 2 0,9 1-1 15,-6-3-2-15,3 0 1 0,-1 0 5 0,4 3-2 0,-5-6 3 16,4 2-3-16,1 4 0 0,-2-8-1 0,1 2 3 16,1 6 0-16,0-8 3 0,0 8 6 0,-1-7 2 15,1 7-1-15,0-8 3 0,0 8-3 0,0 0 5 16,2-6-6-16,-2 6-1 0,0 0 4 0,1-6-4 16,-1 6-1-16,0 0-2 0,0 0-3 0,0 0 2 15,0 0 0-15,0 0-2 0,0 0-3 0,0 0 6 16,0 0-3-16,0 0 2 0,-5 20-10 0,4-15 10 15,-2-1-10-15,0 0-4 0,0 1-5 0,-4-1-3 16,3 0-5-16,-3 0-6 0,1-1-2 0,-1 1-8 0,0-2-4 16,-1 1-11-16,2 0 8 0,-2-2 2 0,1 1 7 15,1-2-1-15,6 0 4 0,-9 0-4 16,9 0 6-16,-9-3 7 0,7 0-1 0,2 3 6 0,-5-4 8 16,5 4 8-16,-4-5 12 0,4 5 13 0,-3-4 8 15,3 4 10-15,-2-6 3 0,2 6 3 0,0 0 6 16,0 0 1-16,0 0-4 0,0 0 4 0,1-9-3 15,-1 9 3-15,0 0 0 0,0 0 0 0,5-2 0 16,-5 2 0-16,0 0 0 0,0 0 1 0,0 0-9 16,0 0 5-16,7 9 2 0,-7-9 6 0,2 8-10 15,-1-4-2-15,1 0-3 0,0 1 5 0,0 1-6 16,-1 0-6-16,1 0-5 0,0 1 2 0,-2 1-4 16,1-2-2-16,0 0 4 0,0 0-2 0,0 0-1 15,-1-6 0-15,0 11-3 0,0-7-2 0,0-4 0 16,0 8-4-16,0-8 0 0,-2 9-1 0,0-6 2 15,2-3-10-15,-3 6 7 0,3-6-3 0,-6 4 5 0,4-2-1 16,2-2-4-16,-6 5-6 0,1-3 4 0,-1 1 13 16,-1-1-12-16,1 1-5 0,-1-1 0 15,0 1-2-15,-1-2 2 0,1 0-7 0,-2 1 6 0,1-2-1 16,-2 0 6-16,0 1-10 0,2-1 3 0,-3-1 5 16,0 1-6-16,2-3-5 0,1 2 6 0,0-1 2 15,2-1-5-15,-2 0-5 0,3 0 8 0,-1-2-1 16,2 1 2-16,0-2-7 0,2-1-2 0,-1 0-11 15,5-2-9-15,-2 0-19 0,2 0-36 0,1-3-19 16,0 0-29-16,3 2-19 0,0 0-37 0,-1 3-26 16,2-3-39-16,2 2-41 0,-3 3-186 0,1 1-514 15,0-2 227-15</inkml:trace>
          <inkml:trace contextRef="#ctx0" brushRef="#br0" timeOffset="-153925.5739">-2081 1058 151 0,'0'0'194'0,"-10"-9"-5"0,10 9-6 16,-6-1-5-16,6 1-12 0,-9 1-10 0,3-1-13 15,6 0-3-15,-10-1-13 0,5 1-2 0,-1-1-15 16,-1 1-7-16,2 0-10 0,5 0-6 0,-8-2-13 16,3 2-4-16,5 0-8 0,-7-4-3 0,2 2-10 15,2-1-5-15,3 3-4 0,-4-6-7 0,2 2-4 16,2 4-5-16,-1-8-8 0,1 8-3 0,0-7-9 16,0 7-5-16,1-10-11 0,-1 10-10 0,2-9-19 15,-2 5-18-15,0 4-11 0,2-8-48 0,0 3-44 16,-2 5-202-16,0-6-392 0,0 6 174 0</inkml:trace>
          <inkml:trace contextRef="#ctx0" brushRef="#br0" timeOffset="-156252.5321">-1494 1209 109 0,'0'0'165'0,"-6"-2"-9"0,6 2-17 0,-5-3-5 0,5 3-12 15,-3-2-10-15,3 2-10 0,-4-6-6 0,4 6-6 16,-3-5-2-16,3 5-9 0,-3-6-2 0,3 6-6 16,-2-7 1-16,2 7-6 0,0-6-3 0,0 6-6 15,1-7-2-15,-1 7-5 0,3-8 1 0,0 5-1 16,0 0 7-16,-1 0-7 0,-2 3 1 0,6-5 7 15,-3 4 0-15,-3 1-1 0,6-3-2 0,-6 3 4 16,6 0 6-16,-6 0 9 0,5 4-5 0,-5-4 3 16,2 5 0-16,-1 1 1 0,0 0 2 0,-2 2-3 15,0 0 0-15,-3 1 0 0,-1 2 1 0,-2 0-7 0,-4 4-2 16,-1 0-10-16,1-1-3 0,-3 0-8 0,0-2-4 16,4-2-13-16,1 0-38 0,0-3-47 15,2 1-70-15,0-2-82 0,2 0-97 0,0-2-169 0,2-2-517 16,-1 0 228-16</inkml:trace>
          <inkml:trace contextRef="#ctx0" brushRef="#br0" timeOffset="-155316.1052">-1809 1134 143 0,'0'0'228'0,"0"0"-17"0,3-9-16 0,-3 9-10 16,4-4-10-16,-4 4-13 0,4-4-10 0,-4 4-10 16,4-1-4-16,-4 1-5 0,5-3-9 0,-5 3-11 15,0 0-2-15,4-1-10 0,-4 1-11 0,0 0-9 16,5-1-7-16,-5 1-8 0,0 0-7 0,0 0-6 16,0 0-2-16,0 0-7 0,7 2-6 0,-7-2-2 15,4 3-2-15,-4-3-6 0,4 5 0 0,-1-4-9 16,-3-1-4-16,4 5-7 0,-4-5-5 0,4 6-5 0,-1-5-3 15,-3-1-3-15,3 7 1 0,-3-7 1 16,3 7-3-16,-3-5-1 0,0-2-2 0,2 7-5 16,-2-7-4-16,2 6-3 0,-2-6 1 0,3 5-6 15,1-4 1-15,-4-1 3 0,3 4 3 0,-3-4 2 0,4 4 2 16,-1-1 1-16,-3-3 2 0,4 2 2 0,-4-2 0 16,0 0 3-16,4 2 0 0,-4-2 2 0,4 3 0 15,-4-3 3-15,0 0-2 0,0 0-4 0,4 2 9 16,-4-2-3-16,0 0 2 0,0 0 1 0,0 0 3 15,7-2-3-15,-7 2-1 0,0 0 1 0,0 0 0 16,7-2-1-16,-7 2 6 0,0 0 4 0,0 0 7 16,0 0-6-16,0 0 1 0,0 0 0 0,0 0 4 15,0 0-3-15,0 0 2 0,0 0 0 0,-17 5-1 16,10-4 2-16,1 1-3 0,-1-1 1 0,-2-1-4 16,-1 2-1-16,-1-2 4 0,4 1-3 0,-1 1-2 15,-4-2 1-15,1 3-1 0,-1-3-2 0,4 1-2 0,-2-1 2 16,-2 0 2-16,2 0-4 0,2-1 2 0,1 1-8 15,0-2-4-15,1 1-2 0,1 1-3 16,5 0-3-16,-7-4-2 0,5 2 1 0,2 2 2 0,-4-3-4 16,4 3-2-16,-2-6 5 0,2 6-2 0,0 0 2 15,2-9 1-15,-2 9 3 0,2-7 0 0,-2 7 6 16,3-5-4-16,-3 5 2 0,3-3 3 0,-3 3 2 16,3-3 2-16,-3 3-1 0,0 0 4 0,0 0 5 15,0 0 8-15,0 0 2 0,10 5 4 0,-10-5-6 16,2 6 6-16,0-2 1 0,-1 0 4 0,-1-4 2 15,2 11 5-15,-1-6 5 0,-1-5 6 0,-3 14-2 16,1-6 7-16,-3-1-5 0,-1 1-1 0,-3 0-4 16,0 0-1-16,-1 0-6 0,-1 0-3 0,-1-1-1 15,1-1-3-15,-2 0-7 0,5-1-6 0,1-1-23 16,-2-1-22-16,3-1-36 0,2-1-47 0,0 1-47 16,4-2-60-16,0 0-205 0,-5-8-465 0,5 8 206 0</inkml:trace>
          <inkml:trace contextRef="#ctx0" brushRef="#br0" timeOffset="-155112.9897">-1783 980 235 0,'3'-4'294'0,"1"0"-17"16,-2 0-24-16,0 0-23 0,-2 4-24 0,4-6-21 15,-4 6-18-15,6-4-21 0,-6 4-29 0,0 0-31 16,4 0-38-16,-4 0-43 0,0 0-39 0,0 0-45 16,0 0-65-16,-11 13-188 0,6-8-360 0,-1-1 159 0</inkml:trace>
          <inkml:trace contextRef="#ctx0" brushRef="#br0" timeOffset="-153191.2555">-2557 1033 234 0,'0'0'235'15,"1"-6"-8"-15,-1 6-6 0,0 0-12 0,0 0-14 16,1-6-20-16,-1 6-16 0,0 0-11 0,0 0-4 15,0 0-5-15,0 0-10 0,0 0-3 0,0 0-12 0,0 0-7 16,0 0-3-16,7 14-14 0,-6-9-6 0,0 0-2 16,0-1-6-16,0 2 0 0,1 0-14 0,-1 2 2 15,1 0-14-15,-2-1 2 0,1 0-5 0,-2 2-5 16,1-2-1-16,-3-1-8 0,1 3 1 0,0-1-5 16,1-1-7-16,-2 1 3 0,0-2-10 0,-1 0 4 15,0-1-2-15,1-1-2 0,-1-1-2 0,-2 3-10 16,1-3-4-16,0-1-6 0,0 1-5 0,-1-2-5 15,0-1-3-15,0 0-1 0,-1 1-1 0,2-2-1 16,5 1 6-16,-10-2-3 0,5-1 4 0,2 0 1 16,-1 0 3-16,4 3 1 0,-7-5 0 0,4 2 2 15,0-2 2-15,3 5 3 0,-3-7-1 0,3 7 2 16,-2-7 4-16,2 7 2 0,-1-4 4 0,1 4 0 16,0 0-3-16,0-8 1 0,0 8 3 0,0 0-2 15,0 0 1-15,0 0-1 0,0 0-4 0,0 0 2 16,0 0 1-16,0 0-6 0,0 0 4 0,0 0-1 0,0 0 0 15,0 0 2-15,0 0-2 0,0 0 2 0,4 17 1 16,-4-17-5-16,-1 9 1 0,1-9 2 0,-4 9-4 16,4-5 2-16,0-4-1 0,-2 9 3 0,-2-6-3 15,2 1 0-15,2-4 5 0,-6 5-2 0,2-3 4 16,-1 1-8-16,1-3 4 0,4 0-3 0,-8 3-3 16,4-3 4-16,4 0-2 0,-10 0 4 0,4-3-1 15,6 3-5-15,-7-3 4 0,2 1-5 0,-1 0 6 16,3-1 2-16,-2-2 6 0,2 1-7 0,-1-1 0 15,0-1 7-15,2-2 3 0,2-1 5 0,-1 0-2 16,-1-3-4-16,4-1 2 0,0 0 0 0,-1-1-5 16,2 0-5-16,-2 1 7 0,1-6-4 0,0 6-1 15,1 5 2-15,-1 2 0 0,-2 0-13 0,2 0-15 0,-2 6-27 16,2-7-34-16,-2 7-33 0,0 0-27 0,3-3-32 16,-3 3-41-16,0 0-268 0,0 0-521 15,5 13 231-15</inkml:trace>
          <inkml:trace contextRef="#ctx0" brushRef="#br0" timeOffset="-152988.1468">-2750 1337 283 0,'8'-3'330'0,"-8"3"-23"0,0 0-22 0,6-5-21 16,-6 5-17-16,3-4-18 0,-3 4-10 0,5-4-34 0,-5 4-16 15,1-3-17-15,-1 3-22 0,3-5-32 0,-3 5-35 16,2-4-48-16,-2 4-48 0,0 0-61 16,0 0-67-16,0 0-68 0,-5-7-182 0,5 7-443 15,-7-4 196-15</inkml:trace>
          <inkml:trace contextRef="#ctx0" brushRef="#br0" timeOffset="-152175.7034">-2873 1154 135 0,'0'0'239'0,"3"-3"-18"0,-3 3-8 16,0 0-17-16,0 0-14 0,0 0-15 0,5-2-14 15,-5 2-10-15,0 0-9 0,0 0-8 0,0 0-6 16,0 0-11-16,3 10-8 0,-3-10-10 0,0 0-8 0,-1 8-8 15,1-8-12-15,0 0 1 0,-3 10-13 16,1-5 0-16,2-5-5 0,-4 6-9 0,1-2 3 16,1-1-10-16,2-3-3 0,-7 5-10 0,4-2-12 15,-1 0-13-15,0-1-3 0,4-2-8 0,-6 3 4 0,6-3-3 16,-9 0-1-16,9 0 2 0,-6-4 1 16,3 1 2-16,3 3 3 0,-5-7 1 0,1 4 0 15,2-2-2-15,2 5 7 0,-3-9 10 0,2 2 3 0,-1 3 4 16,2 4 3-16,-1-9 7 0,1 9 6 0,-2-8 0 15,2 8 4-15,2-9-5 0,-2 9 1 0,0 0-3 16,0-7-5-16,0 7-4 0,0 0 2 0,0 0 2 16,0 0-6-16,0 0-3 0,0 0 1 0,0 0-1 15,0 0-3-15,0 0 0 0,0 0-2 0,-6 17 2 16,6-17-2-16,-3 8-3 0,2-3-3 0,-1-2-5 16,-2 3-3-16,0-3-14 0,0 2 2 0,0-1-14 15,-1-1 5-15,1-1-8 0,-1 0-2 0,-1-1-5 16,1 0-2-16,-1-1-8 0,1 0 3 0,5 0 1 0,-10-1 7 15,2-1 3-15,4 0 5 0,-1-2 2 16,-1 1 3-16,2-1 4 0,1 1 4 0,-1-1 2 16,1 0 14-16,0 1 10 0,0-1 13 0,3 4 6 0,-5-7 5 15,2 5 1-15,3 2 8 0,-3-5 1 0,3 5 5 16,-3-5 1-16,3 5 1 0,0 0-7 16,0 0-3-16,0 0-4 0,-1-6 2 0,1 6-3 0,0 0 9 15,0 0-3-15,0 0-1 0,0 0 0 0,0 0 8 16,0 0-1-16,10 12 1 0,-8-8 0 0,1 0-2 15,-2-1-1-15,2 2-1 0,1-1-3 0,-3 2 1 16,2-3-1-16,0 2-4 0,-2 0-1 0,1 1 3 16,0-1 6-16,0-1 1 0,-2 2-4 0,2-1 1 15,-2-5-3-15,-2 12 2 0,0-5-5 0,0 1 7 16,-1-2-12-16,0 0-2 0,-1-1 0 0,-1 0-2 16,0 0-3-16,-1 1 0 0,0-3-3 0,0 2-3 15,-2-1-1-15,2-2 2 0,-1 2 9 0,-1-2-11 0,-3 1-9 16,1-2 5-16,-1 0-3 0,1 0 1 15,-1-1 1-15,1-2 0 0,-1 1 2 0,3-2-10 16,-2 1 15-16,1-3-17 0,0 1-1 0,2 1-4 0,0-2-1 16,0-2-15-16,1 2-4 0,1-3-16 0,-1-3-15 15,3 2-21-15,0-3-7 0,1 3-8 0,2-3-11 16,3 0-3-16,-1 1-15 0,1 1-8 0,0 3-4 16,1 0-4-16,1 0-13 0,1 1-29 0,-1 0-19 15,0 0-42-15,0 1-126 0,-1 1-397 0,0 1 175 16</inkml:trace>
          <inkml:trace contextRef="#ctx0" brushRef="#br0" timeOffset="-151721.6125">-3354 1223 59 0,'0'0'188'16,"0"0"-12"-16,0 0-14 0,-8 3-10 0,8-3-10 15,0 0-11-15,0 0-5 0,-5 1-7 0,5-1-10 16,0 0-5-16,0 0-9 0,0 0-6 0,-7-5-9 15,7 5-6-15,-5-5-2 0,5 5-2 0,-2-4-3 16,2 4-4-16,-2-7-3 0,2 7-9 0,0-7 0 16,0 7-5-16,2-10-4 0,-1 5-4 0,2 1-2 15,-3 4-1-15,4-8-6 0,-2 5 3 0,-2 3 1 16,6-5 1-16,-5 2 10 0,-1 3 1 0,5-2 2 16,-5 2-3-16,5-2 5 0,-5 2 1 0,0 0 9 0,8 2-5 15,-8-2 1-15,3 5-1 0,-3 0-6 0,0-5 2 16,-1 13-3-16,-2-4-6 0,-3 2-2 15,-4 5-4-15,0 0-1 0,-2 1-10 0,-1-3-3 16,0 2-15-16,1-2-30 0,3-4-43 0,1-1-65 0,2-2-69 16,1 0-298-16,0-2-538 0,4-2 238 0</inkml:trace>
          <inkml:trace contextRef="#ctx0" brushRef="#br0" timeOffset="-150234.3198">-3548 1175 128 0,'-2'-3'234'0,"2"3"-19"0,0 0-10 15,0 0-13-15,0 0-10 0,0 0-4 0,0 0-8 16,0 0-9-16,0 0-7 0,11 10-11 0,-9-8-7 15,-2-2-8-15,6 5-11 0,-5-2-5 0,1 1-9 16,-2-4-9-16,4 6-10 0,-2-3-4 0,-2-3-5 16,3 6-12-16,-3-6-7 0,0 6-6 0,1-2-3 0,-1-4-5 15,0 6-4-15,0-6-1 0,-1 7-6 0,1-7-1 16,-3 6-7-16,3-6-2 0,-6 3-3 0,3-1-4 16,3-2-3-16,-8 1-2 0,8-1 2 0,-7-2-2 15,7 2-1-15,-7-3-5 0,3 3 1 0,0-4 0 0,0 1 0 16,4 3 0-16,-5-8 3 0,4 5-8 15,1 3 3-15,-3-10 0 0,1 5 0 0,2 5 0 16,0-11 0-16,0 6 1 0,0 5 2 0,2-10 1 0,-1 6 7 16,-1 4-3-16,1-9 6 0,-1 9-4 0,1-6 1 15,-1 6-2-15,1-4 6 0,-1 4-10 0,0 0-4 16,0 0 1-16,0 0 2 0,0 0-2 0,0 0-4 16,0 0 1-16,0 0 4 0,0 0-4 0,0 0 1 15,0 0-2-15,0 0 4 0,0 0-2 0,-7 16-1 16,3-13 3-16,4-3-3 0,-6 4 2 0,2-2-3 15,4-2 3-15,-8 3 0 0,4-2-1 0,0 0-3 16,4-1-2-16,-7-1 3 0,7 1-3 0,-8-3-3 16,4 1-7-16,0-1 3 0,0 0 2 0,0-1 1 15,1 0 0-15,-1-1-3 0,1 0 1 0,1-1 4 16,0 1 0-16,0-2 1 0,2 2 0 0,0-3-2 16,-2 1-2-16,2 7 8 0,2-11-2 0,-1 4-2 0,1 0 1 15,-1 1 1-15,0 2-4 0,-1 4 5 0,2-8-1 16,0 3 0-16,-2 5-1 0,0 0-1 15,1-6 0-15,-1 6 3 0,0 0-2 0,2-6-3 0,-2 6 2 16,0 0 5-16,0 0-1 0,0 0-1 0,-10 1-1 16,10-1 3-16,0 0-5 0,-11 4 2 0,7-2 2 15,-1-1 3-15,1 1-4 0,-1 0 0 0,2 2 0 16,0 0 0-16,-1-1-6 0,1 1 2 0,3-4 3 16,-5 7 0-16,4-3-2 0,-1 1 3 0,2-5-6 15,-3 8 5-15,2-4-4 0,1-4 1 0,0 0 2 16,0 9 2-16,0-9 0 0,1 5-3 0,-1-5 1 15,4 6 4-15,-4-6-2 0,3 3-2 0,1-1 5 16,-4-2-1-16,5 4-2 0,-1-4 1 0,-1 3 2 16,-3-3-2-16,7 3-6 0,-3-1 9 0,0 0-6 15,0 0 2-15,-4-2-1 0,5 3 2 0,-5-3 3 16,5 1 3-16,-5-1 6 0,3 5 6 0,-3-5 3 0,0 0-1 16,0 0 1-16,0 0-3 0,-8 6 3 15,4-3 3-15,-1-2-9 0,-1 0-2 0,-2 1-4 16,-4-1 7-16,1 0-4 0,0-1-4 0,-1 2 0 0,-4-1 1 15,3-1-2-15,0 0-14 0,0 0-2 0,3-1-9 16,0 1-23-16,1-1-21 0,1 1-32 0,2-1-24 16,0 2-28-16,1-1-38 0,5 0-35 0,-8-2-239 15,8 2-495-15,-6-1 219 0</inkml:trace>
          <inkml:trace contextRef="#ctx0" brushRef="#br0" timeOffset="-149938.467">-3934 1209 71 0,'0'0'216'0,"0"0"-9"0,0 0-4 16,0 0-8-16,4-12-12 0,-2 9-8 0,-2 3-9 15,5-7-8-15,-1 3-11 0,-2-1-5 0,1 0-11 16,1-1-7-16,-1 2-7 0,0-2-6 0,1 1-7 15,2-1-8-15,-2 1-10 0,0 0-4 0,-1 2-12 16,3-2 0-16,-2 1-12 0,0 1-6 0,0 0-4 16,-1 1-6-16,-3 2 1 0,9-3-4 0,-6 3-1 15,-3 0 1-15,8 0 0 0,-8 0 1 0,7 2-2 16,-4-1 1-16,1 2-11 0,0 0 7 0,1 0 4 16,-2 2-11-16,0-1 7 0,0 2 0 0,0-1-4 15,-2-2 10-15,1 2 4 0,-2-5-6 0,-3 8 8 16,-1-3-9-16,-2-2 0 0,0 1-8 0,-2 1 6 15,-2-1-8-15,-1 1 0 0,0-3 1 0,-2 2 0 0,1-2-9 16,-2-1 1-16,-2 2-13 0,2-3 4 0,3 0-8 16,-1 1-8-16,2-2-17 0,1 1-15 15,2 0-22-15,2 0-25 0,0-2-33 0,5 2-31 16,-8-1-43-16,8 1-40 0,-3-3-44 0,3 3-215 0,0 0-530 16,0 0 234-16</inkml:trace>
          <inkml:trace contextRef="#ctx0" brushRef="#br0" timeOffset="-149735.3573">-3903 1160 161 0,'0'0'279'0,"0"-12"-8"0,0 5-14 0,2 0-8 16,0-2-19-16,-2 0-5 0,2-4-22 0,1 0-20 15,-2 0-16-15,2-2-17 0,-1 1-14 0,1 1-12 16,3-6-11-16,0-2-10 0,-3 9-15 0,0 4-9 15,-1 0-9-15,0 0-3 0,0 1-23 0,-1 2-26 16,1 1-35-16,-2 4-38 0,0 0-30 0,0 0-27 16,0 0-25-16,0 0-22 0,0 0-17 0,0 0-48 15,0 0-152-15,-8 13-406 0,5-5 179 0</inkml:trace>
          <inkml:trace contextRef="#ctx0" brushRef="#br0" timeOffset="-149376.0031">-4008 1185 247 0,'0'0'242'16,"-1"-5"-2"-16,1 5-15 0,0 0-8 0,0 0-19 15,0 0-12-15,0 0-7 0,0 0-4 0,4-3-7 0,-4 3-8 16,0 0-6-16,0 0-2 0,7 10-4 0,-5-5-6 16,0 2-2-16,0 0-9 0,-2 1-11 0,0 1-5 15,0 1-11-15,-2 2-3 0,0 0-11 0,-2 1-11 16,0-2-7-16,0 2-2 0,-2-1-20 0,0-1-8 15,-3 0-19-15,2-2-32 0,-2 0-34 0,0 0-49 16,-1-3-54-16,1 0-74 0,-2-1-74 0,4-2-234 16,-1-2-572-16,-1-2 253 0</inkml:trace>
          <inkml:trace contextRef="#ctx0" brushRef="#br0" timeOffset="-148516.698">-4192 1209 163 0,'0'0'168'0,"-5"-2"-10"0,5 2-15 0,0 0-11 16,-4-3-12-16,4 3-8 0,0 0-8 0,-4-5-8 16,4 5-3-16,-3-4 0 0,3 4-3 0,-2-5 3 15,2 5-3-15,0 0-3 0,-2-7-9 0,2 7-4 0,0 0-6 16,0 0-3-16,2-11-9 0,1 8 0 15,-3 3-4-15,5-5 1 0,-5 5-1 0,5-4 3 16,-5 4 2-16,5-3-1 0,0 3 2 0,-5 0-3 0,6 0 1 16,-6 0-2-16,6-2 1 0,-6 2-1 0,0 0-1 15,5 5 6-15,-5-5 4 0,2 7 7 0,0-3-9 16,-2 1-1-16,0-5-1 0,-2 12 0 0,-2-4 0 16,1 1 1-16,-1 0-4 0,-2-2 9 0,-1 3-15 15,-1-1-11-15,0 0 1 0,-1-2-4 0,0 1-13 16,0-1-25-16,-1-1-31 0,1 2-39 0,2-4-50 15,0 1-60-15,2-2-60 0,-3 0-268 0,4 0-551 16,-1-2 244-16</inkml:trace>
        </inkml:traceGroup>
        <inkml:traceGroup>
          <inkml:annotationXML>
            <emma:emma xmlns:emma="http://www.w3.org/2003/04/emma" version="1.0">
              <emma:interpretation id="{047CBDE6-93F6-4CFF-AED0-CCB5128CB889}" emma:medium="tactile" emma:mode="ink">
                <msink:context xmlns:msink="http://schemas.microsoft.com/ink/2010/main" type="inkWord" rotatedBoundingBox="9844,17031 8352,17042 8348,16537 9840,16525"/>
              </emma:interpretation>
              <emma:one-of disjunction-type="recognition" id="oneOf17">
                <emma:interpretation id="interp25" emma:lang="" emma:confidence="1">
                  <emma:literal/>
                </emma:interpretation>
              </emma:one-of>
            </emma:emma>
          </inkml:annotationXML>
          <inkml:trace contextRef="#ctx0" brushRef="#br0" timeOffset="-145203.4385">-5181 1306 104 0,'0'0'275'0,"0"0"-19"0,0 0-13 15,0 0-16-15,0 0-21 0,0 0-20 0,0 0-14 16,12-9-24-16,-12 9-13 0,4-3-12 0,-4 3-16 16,2-5-33-16,-2 5-46 0,0 0-55 0,0 0-68 15,-1-9-65-15,1 9-174 0,-5-4-361 0,5 4 159 16</inkml:trace>
          <inkml:trace contextRef="#ctx0" brushRef="#br0" timeOffset="-144391.9952">-5281 1127 188 0,'0'0'210'0,"0"0"-12"16,0 0-7-16,0 0-13 0,0 0-14 0,7 7-13 15,-7-7-9-15,1 7-15 0,-1-7-12 0,1 7-8 16,-1-7-9-16,-1 7-8 0,1-7-11 0,-3 7-3 16,2-1-11-16,1-6-5 0,-4 8-6 0,2-4-2 15,2-4-7-15,-4 8-6 0,1-6-5 0,0 2-3 16,-1-2-1-16,1 1-5 0,3-3-1 0,-8 3-4 0,4-3-3 16,4 0-3-16,-7 1-2 0,1-2-1 0,0-2-6 15,6 3 1-15,-9-4 0 0,7 0-3 16,-2 0 2-16,2 1-3 0,2 3-2 0,-5-9 2 0,3 5 3 15,1-1 2-15,1 5 2 0,-2-11-1 0,1 8 2 16,1 3 0-16,0-7 3 0,0 7 5 0,0 0-7 16,-1-8-1-16,1 8 0 0,0 0-1 0,0 0 0 15,0 0-3-15,0 0 1 0,0 0-1 0,0 0 1 16,0 0 2-16,0 0-6 0,0 0 0 0,0 0 0 16,0 0 0-16,3 20 2 0,-3-20-5 0,-1 6 2 15,1-6 1-15,-3 8-2 0,3-8 2 0,-4 5-7 16,1-2-3-16,0 0-4 0,-2-1-5 0,1 1-1 0,4-3-5 15,-8 3-2-15,3-3-3 0,5 0-3 0,-11 0-1 16,5 0 2-16,6 0 3 0,-7-3 5 16,3 0 0-16,4 3-3 0,-7-6 7 0,5 3-1 0,0-1 8 15,0-1 8-15,2 5 2 0,-3-9 3 0,2 5 12 16,1 4 8-16,-3-10 6 0,3 10 6 0,0-9 3 16,-1 5 10-16,1 4 2 0,-2-9 4 0,2 9 1 15,0-6 2-15,0 6-6 0,0 0-3 0,-1-9-3 16,1 9-4-16,0 0-6 0,0 0-5 0,0 0-5 15,0 0-1-15,0 0-2 0,0 0-3 0,0 0-1 16,0 0 2-16,0 0-3 0,0 0-6 0,0 0 0 16,0 24 1-16,0-24-4 0,-1 9 3 0,-1-5-5 0,0 1 2 15,-1 1-2-15,0-1 3 0,-3-1-2 0,2 1 0 16,-2-1-2-16,-1-1-2 0,1 1 0 16,-2-2-2-16,1 1-4 0,-1-2 4 0,0 1-1 0,0-2-3 15,2 0 0-15,0 0 1 0,0 0-2 0,6 0 6 16,-9 0-1-16,9 0-3 0,-6-2 1 0,6 2 3 15,-5-1-2-15,5 1 0 0,-5-2-4 0,5 2 2 16,0 0 2-16,0 0 2 0,0 0-3 0,-6 2 3 16,6-2-2-16,0 0 0 0,1 8 0 0,-1-8 1 15,0 0-1-15,3 11-1 0,-2-6 1 0,0 0-1 16,-1-5 2-16,5 8 2 0,-4-3-4 0,0 0 1 16,0 1-2-16,-1-6 2 0,1 9 1 0,-1-9-1 0,0 7 0 15,0-7 2-15,0 6-5 0,0-6 7 16,0 0-6-16,-2 5-2 0,2-5-9 0,0 0-2 15,0 0-4-15,-7-1 0 0,7 1 3 0,0 0-4 0,-7-6 3 16,7 6-3-16,-6-5-1 0,3 0 3 0,0 2-4 16,-1 0 0-16,1-1-1 0,-1 0 2 0,-1 0 2 15,0-2 2-15,1 2-1 0,-2-1 2 0,1 2 4 16,-1-1-2-16,2 1 1 0,-2 1 4 0,2-1-2 16,-1 1 1-16,-1 1 3 0,6 1 1 0,-9 0 1 15,6-1 3-15,3 1 3 0,-8 1-1 0,8-1 3 16,-7 1-3-16,7-1 0 0,-7 5 6 0,6-3-3 15,-2 2 3-15,1-1-1 0,2-3 10 0,-3 9 6 16,2-4 5-16,-1 1 2 0,2-6 3 0,0 10 1 16,-1-2 4-16,1-1 6 0,1 2 2 0,1-2-1 15,-1 1 2-15,2 1 2 0,-1 0-1 0,1 0 0 16,1 2-4-16,-1-2-4 0,-1 0 3 0,2-1-13 0,-2 1 5 16,0 1-5-16,-1-1 3 0,1-2-6 0,0 2-10 15,-2-2 5-15,1-1-11 0,-1-1-18 16,0-5-18-16,1 12-20 0,0-6-25 0,-1-6-32 0,1 6-39 15,-1-6-35-15,2 6-37 0,-2-6-76 0,0 0-164 16,0 0-492-16,0 0 218 0</inkml:trace>
          <inkml:trace contextRef="#ctx0" brushRef="#br0" timeOffset="-144032.6489">-5330 994 126 0,'0'0'254'0,"0"0"-16"0,0 0-7 15,0 0-13-15,0 0-10 0,0 0-17 0,0 0-10 0,0 0-13 16,0 0-17-16,0 0-11 0,0 0-8 0,-21 3-19 15,13-3-7-15,0 1-18 0,1-1-3 0,-1 1-12 16,0-1-4-16,0 0-8 0,2 0-9 0,-1 0-12 16,1-1-9-16,0-1-14 0,1 0-8 0,5 2-10 15,-7-3-6-15,4 0-4 0,3 3-2 0,-4-7 0 16,2 3 3-16,2 4-2 0,0-7 2 0,0 7 1 16,1-9 1-16,-1 9 1 0,2-9 3 0,-2 4-7 15,0 5-9-15,2-8-14 0,-2 8-13 0,3-6-22 16,-3 6-40-16,2-4-32 0,-2 4-42 0,0 0-195 0,0 0-408 15,0 0 180-15</inkml:trace>
          <inkml:trace contextRef="#ctx0" brushRef="#br0" timeOffset="-145673.1333">-5040 1119 115 0,'0'0'202'0,"0"0"-14"0,0 0-8 0,0 0-11 15,0 0-7-15,0 0-15 0,2 12-13 0,-2-12-12 16,2 9-11-16,-2-9-9 0,0 6-8 0,0-6-9 16,-1 9-1-16,1-9-3 0,-3 9-8 0,1-5-4 15,0 0-3-15,-2-1-6 0,4-3-4 0,-5 6-3 16,1-3-1-16,-1 0-8 0,1-2-2 0,1 1-5 16,3-2-4-16,-10 2-5 0,7-2-2 0,3 0 0 15,-9-3-1-15,5 1 3 0,4 2-2 0,-8-5 2 16,5 0 4-16,0 0 9 0,1-1 1 0,0 0 0 0,2-1 1 15,0-1-3-15,1 0 7 0,-1-1-4 0,0 0-3 16,2 0-2-16,-1 0-7 0,2-5-1 16,-1 1-4-16,1 1 0 0,1 0-4 0,0 1 1 0,-1 0-3 15,1 1-2-15,-2 2-7 0,0 2 0 0,1-1-10 16,-2 3-12-16,1-1-17 0,-2 5-25 0,3-5-22 16,-3 5-21-16,0 0-15 0,0 0-21 0,0 0-31 15,0 0-23-15,0 0-34 0,0 0-164 0,0 0-415 16,-9 16 184-16</inkml:trace>
          <inkml:trace contextRef="#ctx0" brushRef="#br0" timeOffset="-143641.0508">-5882 1259 235 0,'8'-15'350'0,"-8"15"-22"0,5-6-23 0,-3 2-31 15,2 1-21-15,-4 3-25 0,4-6-22 0,-4 6-10 0,3-4-33 16,-3 4-27-16,5-4-44 0,-5 4-52 0,0 0-62 15,3-2-78-15,-3 2-76 0,0 0-242 0,0 0-454 16,4-1 201-16</inkml:trace>
          <inkml:trace contextRef="#ctx0" brushRef="#br0" timeOffset="-147234.5405">-4401 1116 112 0,'0'0'231'0,"0"0"-24"16,0 0-3-16,0 0-7 0,0 0-5 0,0 0-14 16,0 0-18-16,0 0-9 0,0 0-12 0,0 0-7 15,0 0-6-15,4 17-11 0,-4-17-10 0,4 4-6 16,-2 1-5-16,-2-5-6 0,0 6-6 0,0-6-5 15,0 7-5-15,0-7-6 0,0 0-4 0,-5 10-6 16,2-7-2-16,-2 0-10 0,1-1-2 0,-1 1-8 16,-2-1 2-16,0 0-7 15,-1 0-4-15,1-1-2 0,-1 0-4 0,1 0-4 0,0-1-1 0,0 2-1 16,1-2 1-16,1 0-2 0,5 0-3 0,-8-2 2 16,8 2 3-16,-4-1-6 0,4 1 5 0,-4-2-6 15,4 2 7-15,0 0-3 0,0 0-2 0,0 0-1 16,0 0 4-16,0 0-1 0,0 0-3 0,0 0 2 15,0 0 0-15,0 0-4 0,0 0 2 0,0 0-2 16,0 0 5-16,6 14-5 0,-4-11 2 0,1 1-7 0,-1 1-1 16,-2-5 8-16,2 8-2 0,0-3-1 0,-2-5-2 15,0 8 0-15,2-4 0 0,-2-4-1 0,-2 8 1 16,2-8 3-16,0 0-11 0,-1 8 3 0,1-8 3 16,0 0-3-16,-2 4 1 0,2-4-5 0,0 0-3 15,-7 0-2-15,7 0 1 0,0 0-9 0,0 0 5 16,-9-6-9-16,9 6 2 0,-5-6 2 0,3 2 6 15,-1 0-4-15,3 4 0 0,-4-8 3 0,2 3 2 16,1 0-2-16,1 5 8 0,-4-10-4 0,2 7 4 16,2 3 2-16,-1-9 4 0,1 9 1 0,-1-8 7 15,1 8-2-15,0-7 2 0,0 7 1 0,0-6 2 16,0 6-3-16,0 0 0 0,1-9 1 0,-1 9 2 16,1-4-7-16,-1 4 0 0,0 0 0 0,0 0-1 0,0 0-1 15,0 0-1-15,0 0 1 0,0 0 1 16,0 0-1-16,0 0 4 0,0 0-2 0,0 0-1 15,-11 14-1-15,8-10 1 0,-3 2-2 0,1-2 2 0,1 1-3 16,-2-1 4-16,0 0-3 0,0 1 2 0,0-2-2 16,0 0-1-16,1 0-4 0,0-1 6 0,-1-2-4 15,0 1 3-15,6-1-3 0,-10 0 1 0,4-3-2 16,1 2-1-16,0-3 3 0,2 2-1 0,-2-3 1 16,1-1 5-16,2 1-3 0,-1-1 2 0,2 1 2 15,0-2 1-15,0 1-1 0,0-1 4 0,1 0-1 16,0-1 2-16,0 8-4 0,0-11 5 0,0 7-2 15,0 4 2-15,0-8 8 0,0 8-8 0,0 0-1 16,0 0-2-16,0-9 2 0,0 9-4 0,0 0-2 0,0 0 3 16,0 0-3-16,0 0 6 0,0 0-8 15,0 0 4-15,0 0-5 0,0 0 2 0,-8 15-3 16,7-10 2-16,1-5-4 0,-4 9 6 0,3-3-1 0,-2-1-4 16,1-1 0-16,-2 1 2 0,0 1 0 0,-2 1-7 15,0-3 8-15,0 1 1 0,0-1-3 16,-1-1 0-16,0 2 4 0,-1-4-7 0,1 2-1 0,-1-1 0 15,1-2-3-15,-1 1 2 0,2-1 3 0,1 0 3 16,5 0 0-16,-8-3-5 0,2 2 3 0,6 1-1 16,-7-3 2-16,5 0 7 0,2 3 0 0,-6-6 5 15,4 3 7-15,2 3 1 0,-5-4 1 0,5 4 9 16,-3-5-2-16,3 5 12 0,-3-3-15 0,3 3-4 16,0 0 1-16,0 0-3 0,0 0-2 0,0 0-2 15,0 0 1-15,0 0-4 0,-3 12 1 0,3-12 1 16,0 10-5-16,0-4 5 0,2 1-9 0,-2 1 8 15,0 2-1-15,0-2 0 0,0 0 11 0,0 2-8 0,0-2-1 16,-3 1-6-16,1 3 15 0,-2-3-11 16,-1 2-8-16,-1 1 4 0,0-3-1 0,-3 2-4 15,1-2-1-15,-1 2-8 0,1-5-11 0,1 2-20 0,-2-2-22 16,2-2-25-16,1 0-28 0,0 0-39 0,1-1-30 16,1-1-45-16,4-2-38 0,-5 1-236 0,5-1-541 15,0 0 240-15</inkml:trace>
          <inkml:trace contextRef="#ctx0" brushRef="#br0" timeOffset="-146594.9578">-4418 982 108 0,'0'0'214'0,"0"0"-6"16,0 0-4-16,0 0-10 0,0 0-11 0,2-3-11 15,-2 3-11-15,0 0-9 0,0 0-7 0,0 0-10 16,0 0-12-16,0 0-12 0,-16 4-11 0,11-3-7 16,-2 1-13-16,1 0-12 0,-1-1-30 0,-1 2-33 15,1-3-44-15,0 1-61 0,0-2-59 0,0 1-207 0,0 0-397 16,1-1 175-16</inkml:trace>
          <inkml:trace contextRef="#ctx0" brushRef="#br0" timeOffset="-147219.9093">-4696 1374 35 0,'3'2'289'16,"-3"-2"-14"-16,0 0-16 0,0 0-19 0,0 0-14 15,0 0-15-15,0 0-14 0,-15 3-23 0,9-3-14 0,0 1-19 16,-2 1-17-16,1-1-4 0,-1 1-26 0,0-2-31 16,1-1-33-16,1 0-43 0,-2 0-57 15,3-2-67-15,-1 0-71 0,0-3-161 0,1 2-399 16,0-1 177-16</inkml:trace>
        </inkml:traceGroup>
      </inkml:traceGroup>
    </inkml:traceGroup>
    <inkml:traceGroup>
      <inkml:annotationXML>
        <emma:emma xmlns:emma="http://www.w3.org/2003/04/emma" version="1.0">
          <emma:interpretation id="{BA1EDD84-934D-493B-8970-3A1840B2D674}" emma:medium="tactile" emma:mode="ink">
            <msink:context xmlns:msink="http://schemas.microsoft.com/ink/2010/main" type="paragraph" rotatedBoundingBox="14694,15949 9285,15959 9284,15391 14693,15382" alignmentLevel="1"/>
          </emma:interpretation>
        </emma:emma>
      </inkml:annotationXML>
      <inkml:traceGroup>
        <inkml:annotationXML>
          <emma:emma xmlns:emma="http://www.w3.org/2003/04/emma" version="1.0">
            <emma:interpretation id="{DCEDF740-9622-4AFB-9FA8-7D0DAA303DC0}" emma:medium="tactile" emma:mode="ink">
              <msink:context xmlns:msink="http://schemas.microsoft.com/ink/2010/main" type="inkBullet" rotatedBoundingBox="14694,15758 14532,15759 14531,15546 14693,15545"/>
            </emma:interpretation>
            <emma:one-of disjunction-type="recognition" id="oneOf18">
              <emma:interpretation id="interp26" emma:lang="" emma:confidence="0">
                <emma:literal>•</emma:literal>
              </emma:interpretation>
            </emma:one-of>
          </emma:emma>
        </inkml:annotationXML>
        <inkml:trace contextRef="#ctx0" brushRef="#br1" timeOffset="605094.651">461 6 81 0,'0'0'250'0,"0"0"-16"0,0 0-7 0,0 0-12 16,0 0-11-16,0 0-13 0,0 0-8 0,-17 1-10 0,17-1-8 15,-12 2-10-15,4-2-15 0,1 3-8 0,1-2-13 16,-1 2-17-16,-1-2-4 0,2 1-11 0,-1-1-13 16,0-1-18-16,-1 1-27 0,2-1-30 0,-1 1-39 15,3-1-49-15,4 0-50 0,0 0-49 0,-8 0-222 16,8 0-444-16,0 0 196 0</inkml:trace>
        <inkml:trace contextRef="#ctx0" brushRef="#br1" timeOffset="604891.5439">451 82 7 0,'0'0'250'0,"0"0"-7"0,0 0-6 0,0 0-17 0,0 0-4 16,0 0-4-16,0 0-8 0,0 0-6 0,0 0-12 16,0 0-11-16,0 0-10 0,0 0-11 0,0 0-9 15,-11 0-19-15,11 0-13 0,-11 1-8 0,6-1-11 16,5 0-11-16,-8 0-8 0,3 0-20 0,-1-1-23 15,6 1-32-15,-10 1-24 0,4-2-32 0,6 1-36 16,-9-1-37-16,3 1-32 0,6 0-35 0,-5-3-28 16,5 3-179-16,-4-4-435 0,4 4 193 0</inkml:trace>
        <inkml:trace contextRef="#ctx0" brushRef="#br1" timeOffset="605845.6206">382-57 191 0,'0'0'225'0,"0"0"-10"0,-7-2-7 0,7 2-8 15,0 0-14-15,-6 6-8 0,2-3-12 0,4-3-7 16,-3 6-7-16,0-4-8 0,0 3 0 0,0-1-10 16,0-1-9-16,0 1-13 0,-1 3-4 0,2-3-6 15,0-1-9-15,-1 1-4 0,0-1-5 0,1 1-8 16,-1 1-6-16,2 0 1 0,1-5-4 0,-5 7-8 16,2-1-4-16,0-3-6 0,1 2-3 0,0-1-2 15,-1 1-10-15,1 2-1 0,0-2-6 0,0 1 3 16,-1 0-9-16,2 0 2 0,1 0-1 0,1 2-8 0,0-2 3 15,-1-6 0-15,2 10 1 0,0-3-12 0,0-2-15 16,1-1-35-16,3 2-37 0,-3 1-52 16,0-3-55-16,2 1-73 0,1 1-256 0,-2 0-559 15,2-1 248-15</inkml:trace>
      </inkml:traceGroup>
      <inkml:traceGroup>
        <inkml:annotationXML>
          <emma:emma xmlns:emma="http://www.w3.org/2003/04/emma" version="1.0">
            <emma:interpretation id="{7A4027C0-4803-49B6-B99E-02418C2B95EB}" emma:medium="tactile" emma:mode="ink">
              <msink:context xmlns:msink="http://schemas.microsoft.com/ink/2010/main" type="line" rotatedBoundingBox="14279,15950 9285,15959 9284,15391 14278,15383"/>
            </emma:interpretation>
          </emma:emma>
        </inkml:annotationXML>
        <inkml:traceGroup>
          <inkml:annotationXML>
            <emma:emma xmlns:emma="http://www.w3.org/2003/04/emma" version="1.0">
              <emma:interpretation id="{3AB6CA7E-41F8-4C5F-A740-32729588A3EE}" emma:medium="tactile" emma:mode="ink">
                <msink:context xmlns:msink="http://schemas.microsoft.com/ink/2010/main" type="inkWord" rotatedBoundingBox="14279,15849 13219,15851 13218,15481 14278,15479"/>
              </emma:interpretation>
              <emma:one-of disjunction-type="recognition" id="oneOf19">
                <emma:interpretation id="interp27" emma:lang="" emma:confidence="1">
                  <emma:literal/>
                </emma:interpretation>
              </emma:one-of>
            </emma:emma>
          </inkml:annotationXML>
          <inkml:trace contextRef="#ctx0" brushRef="#br0" timeOffset="-196656.8396">-926-89 37 0,'3'-6'289'0,"-1"2"-13"0,-1-2-11 0,2 1-24 16,-3 5-12-16,3-6-31 0,-2 2-18 0,-1 4-22 0,3-4-17 16,-3 4-15-16,0 0-28 0,0 0-36 0,0 0-48 15,0 0-62-15,0 0-64 0,5 12-60 0,-5-7-159 16,0-5-358-16,-1 12 159 0</inkml:trace>
          <inkml:trace contextRef="#ctx0" brushRef="#br0" timeOffset="-196328.7341">-725 224 174 0,'0'0'262'0,"0"0"-12"0,0 0-10 16,0 0-19-16,0 0-20 0,0 0-20 0,0 0-15 15,0 0-17-15,0 0-15 0,0 0-14 0,-15 2-11 0,7-3-13 16,-1 2-34-16,1-1-50 0,-4 0-67 0,5 0-88 15,-5 0-221-15,5-1-393 0,0-2 174 16</inkml:trace>
          <inkml:trace contextRef="#ctx0" brushRef="#br0" timeOffset="-196859.9487">-574 53 50 0,'9'7'206'0,"-6"-5"-11"16,-3-2-11-16,3 2-9 0,0 1-11 0,-3-3-12 15,6 3-14-15,-4 1-17 0,1-3-11 0,-3-1-9 16,5 4-11-16,-5-4-9 0,3 6-10 0,0-4-6 16,-3-2-6-16,0 0-4 0,2 7-5 0,-2-7-7 15,2 4-5-15,-2-4-1 0,0 0-7 0,0 0 1 0,0 0-3 16,0 0-5-16,0 0-12 0,-5 8-8 15,5-8-6-15,0 0-8 0,0 0-4 0,-9-3-5 16,9 3-4-16,-6-4 3 0,2 1 6 0,4 3-2 16,-6-5-2-16,2 2 5 0,0 1-1 0,1-2 2 0,3 4 0 15,-7-7 2-15,5 4 3 0,2 3 4 0,-3-8 9 16,0 5 8-16,3 3 4 0,-1-8-1 0,1 8 4 16,0-7 1-16,0 7 0 0,0-8 1 0,0 8-1 15,2-7 4-15,-2 7 2 0,2-5 1 0,-2 5 3 16,3-4-1-16,-3 4-2 0,0 0 0 0,2-6-5 15,-2 6-4-15,0 0-1 0,0 0 1 0,0 0-3 16,0 0 2-16,0 0-2 0,0 0-6 0,0 0 3 16,0 0-4-16,-5 17 0 0,5-17-2 0,-4 5 2 15,4-5-1-15,-4 7-2 0,-1-4 4 0,2-1-3 16,-1 2-1-16,-1-1 1 0,-1 1-3 0,2-1-1 16,-1-1-1-16,-1 0-5 0,0 0-1 0,1 0-6 15,0-1 2-15,-2-1-4 0,1 0 3 0,-1-1-4 16,-1 0 5-16,2 0-2 0,0-2 2 0,1 1 3 15,0 0-3-15,2-1 1 0,-1 0 2 0,4 3-3 16,-6-9 6-16,5 5 0 0,1 4 1 0,-2-8 3 16,0 5 6-16,2 3 6 0,-1-8 4 0,1 8 6 15,-2-6 5-15,2 6 5 0,-1-5 5 0,1 5-3 0,0 0 1 16,0 0-6-16,0 0 0 0,-2-7-12 0,2 7 3 16,0 0-6-16,0 0 9 0,0 0-11 15,0 0 0-15,0 0-4 0,0 0 1 0,0 0-1 0,0 0 0 16,-1 16-2-16,1-16-1 0,0 8 1 0,0-8-4 15,-3 7 3-15,0-2 0 0,1-1-2 0,-1-2 1 16,0 2-3-16,0 0 1 0,0 0-3 0,3-4-1 16,-7 5-2-16,4-1-1 0,-2-3-5 0,1 1 0 15,0-1 1-15,4-1-2 0,-9 1-1 0,4-1 1 16,5 0-2-16,-8-1 2 0,8 1 1 0,-8-4 2 16,4 2-2-16,4 2 5 0,-6-6-5 0,3 3 2 15,1-1 3-15,-1-1 0 0,1 1 1 0,0-2 3 16,2 6-2-16,-2-7 0 0,0 2 5 0,2 5 6 15,-2-6 2-15,2 6 3 0,-2-6 4 0,2 6 0 16,0 0 9-16,-3-6-7 0,3 6-7 0,0 0-1 16,0 0-2-16,0 0-4 0,0 0 2 0,0 0-2 15,0 0-1-15,0 0 5 0,0 0 0 0,0 0-5 16,-7 11 0-16,7-11 3 0,-3 7 1 0,2-4-2 16,1-3-2-16,-4 7 0 0,2-3 1 0,-1 0 3 15,1-1-5-15,-2 1 4 0,4-4-4 0,-5 7 4 16,2-5-4-16,3-2-1 0,-5 5 1 0,3-2-1 0,2-3 3 15,-6 1-1-15,6-1-5 0,-4 2 3 0,4-2-3 16,-7-1 4-16,7 1-5 0,-6-2 6 16,6 2-2-16,-8-6-3 0,5 4 2 0,0-1 3 15,0-1 1-15,0 0 0 0,3 4 10 0,-6-6 3 0,4 1 7 16,2 5-4-16,-4-5 3 0,3 1-4 0,1 4 1 16,0 0-3-16,-4-5-6 0,4 5-2 0,0 0 0 15,0 0 1-15,-7 0-1 0,7 0-3 0,-6 4-1 16,6-4 1-16,-7 5 0 0,4-2-7 0,-3 2 3 15,1 0-8-15,1-2-1 0,-2 2-19 0,2-1-10 16,-2-1-14-16,1 1-22 0,-2 0-24 0,4-1-38 16,-1-2-30-16,0 1-48 0,4-2-45 0,-5 2-178 15,5-2-468-15,-5 0 207 0</inkml:trace>
          <inkml:trace contextRef="#ctx0" brushRef="#br0" timeOffset="-197828.6233">-381-80 29 0,'0'0'263'0,"1"-5"-9"0,-1 5-15 0,3-4-21 16,-3 4-20-16,2-6-17 0,-2 6-20 0,4-2-17 0,-4 2-12 16,0 0-14-16,4-4-18 0,-4 4-37 0,0 0-33 15,0 0-43-15,0 0-62 0,0 0-64 0,0 0-179 16,0 0-343-16,-8 14 152 0</inkml:trace>
          <inkml:trace contextRef="#ctx0" brushRef="#br0" timeOffset="-198141.0903">-350 34 93 0,'0'0'225'0,"0"0"-10"16,0 0-11-16,0 0-5 0,0 0-12 0,0 0-1 16,0 0-9-16,0 0-16 0,4 18-9 0,-4-18-9 15,1 10-5-15,-1-4-9 0,1 0-12 0,-2 2-5 16,-1-1-2-16,2 2-12 0,-4-1-10 0,2 1 5 16,-2-2-20-16,-1 2-3 0,0-2-10 0,-3 2-4 15,0-1-3-15,-2 0-13 0,1-1-20 0,0-1-24 16,-2-1-29-16,0 0-33 0,5-1-44 0,-3-2-38 15,2 1-49-15,-1-3-45 0,1 0-159 0,1 0-432 16,6 0 192-16</inkml:trace>
          <inkml:trace contextRef="#ctx0" brushRef="#br0" timeOffset="-198687.9363">-119 47 41 0,'0'0'214'0,"0"0"-11"0,0 0-7 0,0 0-6 15,0 0-8-15,0 0-12 0,6 15-6 0,-6-10-7 16,2 1-8-16,-2 0-8 0,0 1-8 0,0 1-12 16,-2-2-5-16,1 5-3 0,-2-3-11 0,1 1-5 0,-3 2-11 15,-2 1-10-15,1-3-7 0,-2 2-6 16,-1 0-9-16,0-2-19 0,-1 0-28 0,-1 0-35 16,-1-1-49-16,2-1-58 0,-1-2-55 0,0 2-219 0,0-2-441 15,1-1 195-15</inkml:trace>
          <inkml:trace contextRef="#ctx0" brushRef="#br0" timeOffset="-198953.5398">3-6 41 0,'0'0'215'0,"-3"-3"-20"0,3 3-19 0,0 0-7 16,0 0-17-16,0 0-12 0,0 0-9 0,0 0-10 15,0 0-6-15,0 0-7 0,0 0-11 0,0 0-5 0,0 0-6 16,9 13-7-16,-7-8-6 0,0-3-5 0,1 2-4 16,0 0-7-16,-3-4-6 0,4 6 0 15,-1-3-1-15,0 0-8 0,-1 2-2 0,0-2 0 16,2 2-2-16,-3-1-6 0,2 0 1 0,0 1-1 0,-3-5-1 15,2 7-2-15,-2-3-3 0,0-4 2 0,0 0-1 16,-4 11-5-16,0-8 0 0,-2 0 0 16,0 0-9-16,-3 0-12 0,-1-2-20 0,0 2-26 0,1-1-27 15,2 0-40-15,-1-1-71 0,2-1-47 0,-1 1-128 16,2 1-389-16,5-2 172 0</inkml:trace>
        </inkml:traceGroup>
        <inkml:traceGroup>
          <inkml:annotationXML>
            <emma:emma xmlns:emma="http://www.w3.org/2003/04/emma" version="1.0">
              <emma:interpretation id="{8969A226-3232-4A54-8357-D49DC762F183}" emma:medium="tactile" emma:mode="ink">
                <msink:context xmlns:msink="http://schemas.microsoft.com/ink/2010/main" type="inkWord" rotatedBoundingBox="13057,15843 12448,15844 12447,15485 13056,15484"/>
              </emma:interpretation>
              <emma:one-of disjunction-type="recognition" id="oneOf20">
                <emma:interpretation id="interp28" emma:lang="" emma:confidence="1">
                  <emma:literal/>
                </emma:interpretation>
              </emma:one-of>
            </emma:emma>
          </inkml:annotationXML>
          <inkml:trace contextRef="#ctx0" brushRef="#br0" timeOffset="-194563.2416">-1529 70 69 0,'-3'2'181'0,"3"-2"-7"16,-9 3-18-16,5-1-7 0,-1 1-14 0,1-1-5 15,0 2-13-15,-1-1-10 0,1 0-6 0,-1 2 0 16,-1-2-9-16,3 0-10 0,-3 2-3 0,2-2-9 15,1 1-8-15,0 0-3 0,-2-1-7 0,5-3-4 16,-4 5-5-16,2-2-6 0,2-3-2 0,-3 5-4 16,3-5-4-16,0 0 1 0,0 6-5 0,0-6 5 15,0 0 6-15,0 0-6 0,5 8 8 0,-5-8 5 16,4 3 2-16,-4-3 3 0,6 2 1 0,-3-1 1 16,-3-1-5-16,6 2-1 0,-6-2 4 0,3 2-2 15,-3-2-7-15,0 0-2 0,0 0-3 0,6 1-1 16,-6-1-3-16,0 0 0 0,0 0-6 0,0 0-1 0,0 0 1 15,0 0-5-15,0 6 3 0,0-6-1 0,0 0-4 16,0 0 4-16,0 0 2 0,-6 5-1 0,6-5 0 16,-5 2 1-16,5-2 10 0,-9 2-3 0,5-1 0 15,-1 1-3-15,-1-1-4 0,0 0 1 0,-1 0-5 16,-1-1 2-16,-1 1-1 0,0 1-4 0,-1-2-1 16,1 0 1-16,-2 2-3 0,0-2 0 0,3 0-2 15,0 0 0-15,0-2-4 0,0 1 2 0,2-1-3 16,-1 1-2-16,-1-1 3 0,3 0 0 0,-1-2-2 15,-1 2 2-15,2-1-2 0,1-1-3 0,0-2 1 16,2 1-4-16,0 0-2 0,-1 0-10 0,3-2-13 16,-1 0-18-16,1-1-29 0,0 8-33 0,4-13-24 15,-1 6-37-15,1 1-42 0,0-1-236 0,0 0-484 16,0 1 214-16</inkml:trace>
          <inkml:trace contextRef="#ctx0" brushRef="#br0" timeOffset="-195313.1833">-1389 106 193 0,'0'0'229'0,"0"0"-13"0,0 0-12 15,0 0-13-15,0 0-9 0,0 15-9 0,0-15-6 16,-1 10-13-16,1-4-11 0,-2 0-12 0,1 2-8 16,1-1-4-16,-2 1-10 0,-1-1-13 0,1 1-4 15,-1-1-10-15,0 1-6 0,-2-2-6 0,1 0-10 16,-2 0-13-16,-1 1-31 0,2-2-33 0,-3 0-47 16,1-2-61-16,2-1-59 0,-2 0-231 0,0-1-447 15,2-1 198-15</inkml:trace>
          <inkml:trace contextRef="#ctx0" brushRef="#br0" timeOffset="-195094.4533">-1390-56 87 0,'2'-5'287'0,"0"1"-15"15,0 1-21-15,0-2-25 0,-2 5-20 0,5-5-21 16,-3 2-19-16,-2 3-19 0,0 0-32 0,4-4-38 16,-4 4-47-16,0 0-49 0,0 0-66 0,0 0-72 15,0 0-141-15,0 0-324 0,-8 14 144 0</inkml:trace>
          <inkml:trace contextRef="#ctx0" brushRef="#br0" timeOffset="-195563.1451">-1297 218 270 0,'0'0'293'16,"0"0"-15"-16,0 0-23 0,8-1-26 0,-8 1-21 15,0 0-18-15,7-7-24 0,-7 7-17 0,4-5-28 16,-4 5-46-16,2-5-56 0,-2 5-65 0,0 0-65 0,0-6-97 16,0 6-107-16,0 0-341 0,-9-3 151 15</inkml:trace>
          <inkml:trace contextRef="#ctx0" brushRef="#br0" timeOffset="-195750.6538">-1177 23 82 0,'0'0'176'15,"0"0"-21"-15,0 0-6 0,1 8-11 0,-1-8-7 16,-1 6-7-16,1-6-9 0,-1 8-6 0,-1-5-2 0,2-3-17 16,-3 9 5-16,0-5-10 0,1 0-5 0,0 1-7 15,-2-2-9-15,1-1-2 0,3-2-5 0,-8 5-4 16,4-2-7-16,1-1-5 0,-2 0-6 0,5-2 0 15,-8 1-5-15,4-1-6 0,4 0 0 0,-9 0-3 16,9 0-4-16,-8-3 5 0,5 1 0 0,3 2 11 16,-5-4 4-16,4-1 8 0,1 5 7 0,-3-10 8 15,3 6 2-15,0 4 0 0,0-14 2 0,1 4 2 16,0-3 1-16,1 1 3 0,3-1-5 0,-3-2 0 16,4-3-6-16,-2 5 0 0,-1-1-3 0,1 2-2 15,-1 2-4-15,-1 2-7 0,-1-1-7 0,0 5 5 16,1-1-11-16,-1 0-11 0,-1 5-19 0,1-5-15 15,-1 5-32-15,0 0-37 0,0 0-51 0,0 0-49 0,0 0-55 16,-8 12-221-16,4-6-496 0,2 4 220 0</inkml:trace>
        </inkml:traceGroup>
        <inkml:traceGroup>
          <inkml:annotationXML>
            <emma:emma xmlns:emma="http://www.w3.org/2003/04/emma" version="1.0">
              <emma:interpretation id="{9FA7A518-E7C8-4A2A-B1B0-A06C3B0CCB12}" emma:medium="tactile" emma:mode="ink">
                <msink:context xmlns:msink="http://schemas.microsoft.com/ink/2010/main" type="inkWord" rotatedBoundingBox="12276,15839 11466,15840 11465,15470 12275,15469"/>
              </emma:interpretation>
              <emma:one-of disjunction-type="recognition" id="oneOf21">
                <emma:interpretation id="interp29" emma:lang="" emma:confidence="1">
                  <emma:literal/>
                </emma:interpretation>
              </emma:one-of>
            </emma:emma>
          </inkml:annotationXML>
          <inkml:trace contextRef="#ctx0" brushRef="#br0" timeOffset="-189860.4541">-2541 33 168 0,'0'0'177'15,"0"0"-7"-15,-6 3-12 0,6-3-9 0,-6 1-14 16,1 1-4-16,2 1-9 0,0 0-12 0,-1 0-12 16,0 1-8-16,0-1-6 0,0 1-9 0,0-1-7 15,0-1-8-15,0 2-6 0,0 0-5 0,2-1-6 16,2-3-3-16,-5 5-5 0,3-2-3 0,2-3-7 0,-3 4-1 16,3-4 1-16,0 0 2 0,-2 7 0 0,2-7 5 15,0 0-2-15,0 0 1 0,0 0 3 0,3 9 11 16,-3-9-3-16,4 1 3 0,-4-1 3 15,5 3 0-15,-5-3 2 0,6 2 2 0,-2-1-4 0,-4-1-1 16,8 2-2-16,-8-2-5 0,5 2-9 0,-2 0 4 16,-3-2-7-16,0 0 3 0,4 3 1 0,-4-3-1 15,2 4 3-15,-2-4 2 0,0 0 1 0,1 5 2 16,-1-5-2-16,0 0 6 0,0 0 1 0,-4 10-1 16,2-7 0-16,2-3-1 0,-8 5 2 0,4-4-5 15,-1 3 9-15,-2-1-1 0,0-2 2 0,1 2-9 16,-5 0 2-16,0-1-3 0,0-2 1 0,-2 0-4 15,4 0-2-15,-3 0-5 0,0 0 0 0,2-2 0 0,1 1-11 16,1-2 8-16,0 0-2 0,-3-2-3 0,6 2-2 16,-1-1-4-16,1-1 3 0,0-1-1 15,0-1 2-15,2 1-11 0,0-2 3 0,1-1-7 0,2 2-12 16,0-2-16-16,0 0-17 0,0-1-18 0,0 2-39 16,1-1-35-16,2 2-45 0,0 0-47 0,2 0-51 15,-3 0-241-15,2 0-561 0,1 0 248 0</inkml:trace>
          <inkml:trace contextRef="#ctx0" brushRef="#br0" timeOffset="-190312.5462">-2407-59 18 0,'3'-4'288'0,"0"-2"-5"0,-1 1-17 0,1-1-15 16,0-1-23-16,0 4-19 0,0-2-19 0,1 2-18 15,-3-1-19-15,-1 4-17 0,4-5-16 0,-4 5-13 16,3-3-32-16,-3 3-29 0,0 0-35 0,0 0-53 16,0 0-52-16,0 0-63 0,0 0-220 0,0 0-409 0,-8 15 182 15</inkml:trace>
          <inkml:trace contextRef="#ctx0" brushRef="#br0" timeOffset="-190641.6531">-2374 89 141 0,'0'0'234'0,"0"0"-13"15,0 0-14-15,0 0-25 0,0 0-9 0,0 0-11 16,0 0-13-16,0 0-10 0,0 0-12 0,0 0-4 16,0 0-7-16,0 0-10 0,3 11-4 0,-3-11-8 15,-1 12-8-15,-1-6-4 0,1 1-4 0,-3-1-6 16,2 3-8-16,-3-1-6 0,1 1-1 0,0 0-8 16,-2 0-6-16,0 0-5 0,-2 1-3 0,2-2-5 0,0-2-8 15,-1 0-14-15,1-1-20 0,-3 1-19 16,3-2-13-16,-1-1-32 0,2-2-30 0,-1 0-40 15,2 0-40-15,4-1-214 0,-10-3-433 0,8 0 192 0</inkml:trace>
          <inkml:trace contextRef="#ctx0" brushRef="#br0" timeOffset="-190922.882">-1959 13 63 0,'0'0'232'0,"0"0"-8"0,0 0-11 0,0 0-18 16,0 0-10-16,0 0-16 0,0 0-14 0,0 0-12 15,0 0-17-15,0 0-10 0,0 0-13 0,0 0-10 16,0 0-6-16,0 0-10 0,0 0-2 0,0 0-6 16,0 0-7-16,0 0-5 0,0 0-1 0,0 0-8 15,2 15 0-15,-2-15-7 0,0 0-2 0,-3 8-7 16,3-8 0-16,-2 8-4 0,2-8-1 0,-2 6-4 0,1-3 1 15,1-3-6-15,-4 6 2 0,4-6-6 0,-4 5-5 16,2-2-5-16,2-3-5 0,-7 3-6 16,2-2-3-16,5-1-5 0,-8 2 1 0,3-2-6 0,5 0-1 15,-8 0 0-15,2 0 4 0,6 0-2 0,-8-3 0 16,3 1-2-16,5 2 3 0,-6-4-3 0,2 2 10 16,4 2-5-16,-3-5 3 0,1 1 2 0,2 4 4 15,-4-5 6-15,4 5 6 0,0-8 4 0,0 8 0 16,0-5 3-16,0 5-2 0,0 0 3 0,0-10 3 15,0 10 1-15,0 0-2 0,1-6 0 0,-1 6-1 16,0 0-6-16,0 0-2 0,0 0 2 0,3-4 1 16,-3 4-4-16,0 0 1 0,0 0-3 0,0 0-1 0,0 0 3 15,0 0-3-15,0 0 0 0,0 0 1 0,0 0 0 16,0 19 0-16,0-19-3 0,-4 4-4 16,4-4-6-16,-4 7-1 0,0-4-2 0,0-1-6 0,0 0-10 15,-1 1 3-15,1-1-2 0,-3 0-1 0,2 0 1 16,0-1-1-16,-1-1 8 0,6 0 1 0,-11 0-1 15,6 0 5-15,5 0-1 0,-9-2 6 0,5 1 0 16,4 1 2-16,-7-4 4 0,3 2 5 0,4 2 7 16,-5-5 5-16,5 5 2 0,-3-5 3 0,3 5 6 15,-1-6 2-15,1 6-2 0,-2-4 7 0,2 4-4 16,0 0 3-16,0-8-3 0,0 8 0 0,0 0 0 16,0 0-5-16,0 0 0 0,0 0-3 0,0 0-5 15,0 0-2-15,0 0-2 0,0 0 3 0,0 0-3 16,0 0-1-16,0 0-1 0,0 0 1 0,0 0-5 15,0 0 2-15,0 0-2 0,0 0-2 0,0 0 4 16,0 0 0-16,0 0-2 0,-2 22 1 0,0-19-3 0,-1 1-2 16,1 0-2-16,2-4-1 0,-5 6-5 0,2-3-1 15,0 1-1-15,-1 0-4 0,1-2-4 16,-2 0 5-16,1 1-1 0,4-3-3 0,-9 2-1 0,5-1 1 16,4-1 2-16,-9-1 1 0,3 0 2 0,6 1 3 15,-8-3 3-15,5 2 2 0,3 1 9 0,-7-7 5 16,4 5 6-16,0-3 3 0,0 1 4 0,-1-3 3 15,4 0 2-15,0 0 6 0,-1-2 9 0,2 0-2 16,3-3 1-16,-3 0-5 0,1-4-3 0,1 2 1 16,0-1-5-16,1 0-5 0,-1 3 0 0,1-1-3 15,-2 4 0-15,0 1-2 0,-2-1-1 0,2 3-3 16,-1 0-8-16,-1 6-23 0,0-9-28 0,0 9-19 16,0 0-29-16,-5-1-40 0,5 1-30 0,0 0-40 0,-16 11-222 15,7-4-459-15,2-1 203 0</inkml:trace>
        </inkml:traceGroup>
        <inkml:traceGroup>
          <inkml:annotationXML>
            <emma:emma xmlns:emma="http://www.w3.org/2003/04/emma" version="1.0">
              <emma:interpretation id="{988FF5AA-2D40-4F54-A9FE-6881165FED2A}" emma:medium="tactile" emma:mode="ink">
                <msink:context xmlns:msink="http://schemas.microsoft.com/ink/2010/main" type="inkWord" rotatedBoundingBox="11299,15955 9285,15959 9284,15391 11298,15388"/>
              </emma:interpretation>
              <emma:one-of disjunction-type="recognition" id="oneOf22">
                <emma:interpretation id="interp30" emma:lang="" emma:confidence="1">
                  <emma:literal/>
                </emma:interpretation>
              </emma:one-of>
            </emma:emma>
          </inkml:annotationXML>
          <inkml:trace contextRef="#ctx0" brushRef="#br0" timeOffset="-188798.0341">-2966 54 91 0,'0'0'204'0,"2"6"-17"16,-2-6-15-16,4 6-8 0,-3-2-12 0,2 1-15 16,-1-1-12-16,2 3-9 0,-1-2-11 0,0 2-11 15,-1-2-6-15,0-1-6 0,1 1-3 0,-2-1-9 16,-1-4-1-16,2 8 0 0,-2-8 5 0,0 7-1 0,0-7-9 15,-3 5-1-15,3-5-4 0,-6 6-7 0,3-5-6 16,3-1-9-16,-8 2-2 0,8-2-6 16,-7 0 3-16,7 0-10 0,-9-2-2 0,9 2-6 0,-7-1-2 15,3-1-7-15,0-1 2 0,4 3-1 0,-6-6 0 16,4 3-3-16,-1-2-2 0,3 5 7 0,-3-9-5 16,3 4 1-16,-2-3-3 0,2 8 5 0,2-13 8 15,-2 7 0-15,0-2 3 0,0 1 5 0,0 7 8 16,1-11 1-16,-1 6 3 0,0 5-3 0,0-7-4 15,0 7-5-15,2-6 0 0,-2 6-2 0,0 0-7 16,0 0 0-16,0 0 2 0,0 0-2 0,-2-7-3 16,2 7-1-16,0 0-5 0,0 0 1 0,0 0 4 0,0 0-4 15,0 0 0-15,-10 14-2 0,8-11-1 16,-1 1-4-16,3-4-5 0,-4 7-1 0,1-4-5 16,3-3-4-16,-7 6-3 0,5-3-5 0,-2 0 0 15,-1-1 0-15,1 1-5 0,0-2-2 0,0 1-4 0,4-2 1 16,-9 0 4-16,5 0 8 0,-3 0-4 0,7 0 8 15,-8-2-1-15,3 1-1 0,1-2 2 0,-2 0-1 16,2 0 10-16,-1-1-2 0,0 0 5 0,2 0 3 16,-2 1 9-16,1-2 7 0,1 2 1 0,-1-1 4 15,2 0 3-15,2 4 3 0,-6-8 8 0,4 5 3 16,2 3-3-16,-4-5 2 0,4 5 1 0,-2-4-5 16,2 4 1-16,0 0-5 0,0 0-2 0,-4-5-8 15,4 5 2-15,0 0-2 0,0 0-3 0,0 0-1 16,0 0-1-16,0 0-3 0,0 0 1 0,0 0 0 15,5 17 0-15,-5-17-1 0,0 9 0 0,1-5 0 16,-1-4 1-16,-2 7-2 0,2-7 5 0,-2 8-5 0,2-8 1 16,-4 7 0-16,1-3 1 0,-2-1-3 0,0 0 0 15,-2 0-2-15,-1 0 1 0,0-3-13 16,1 1-14-16,-4 0-14 0,3-1-14 0,0-1-17 0,0 0-22 16,2-2-26-16,0 0-27 0,0 0-32 0,2 0-33 15,-1-3-164-15,2 3-403 0,0-2 178 0</inkml:trace>
          <inkml:trace contextRef="#ctx0" brushRef="#br0" timeOffset="-188594.9252">-3183-95 24 0,'0'0'211'15,"0"0"-14"-15,0 0-13 0,0 0-17 0,-13-2-17 16,13 2-15-16,-6 0-14 0,6 0-17 0,-8 2-10 0,3-2-31 16,0 3-34-16,-1-1-47 0,0-1-60 0,0 1-153 15,1-1-249-15,0 0 110 0</inkml:trace>
          <inkml:trace contextRef="#ctx0" brushRef="#br0" timeOffset="-188094.9592">-3365 13 38 0,'0'0'234'16,"0"0"-10"-16,0 0-14 0,0 0-10 0,0 0-14 15,0 0-9-15,10-9-13 0,-10 9-9 0,8-1-14 16,-8 1-6-16,7 0-19 0,-4-1-8 0,-3 1-12 15,8-1-10-15,-4 0-10 0,-4 1-4 0,7 0-9 16,-2 2-5-16,-5-2-5 0,5 1-5 0,-2 2-11 0,-3-3 1 16,5 4-3-16,-5-4-8 0,3 4 0 0,-3-4-3 15,1 8-6-15,0-5-3 0,-1-3-5 0,1 8-7 16,-1-8-4-16,1 7-7 0,1-2-8 0,-2-5-2 16,1 7-3-16,1-3-2 0,-2-4-7 0,3 6-2 15,-1-4-1-15,-2-2 2 0,2 6-3 0,-2-6 9 16,5 5-3-16,-5-5-1 0,3 4 5 0,-3-4-3 15,3 3 8-15,-3-3 2 0,4 2 3 0,-4-2 3 16,0 0-4-16,4 3 6 0,-4-3 1 0,3 1-1 16,-3-1 3-16,6 3 1 0,-6-3 0 0,5 0-3 15,-5 0 5-15,0 0-3 0,5 1 4 0,-5-1 4 16,0 0 5-16,0 0 6 0,0 0 9 0,0 0-6 16,0 0 6-16,0 0 1 0,0 0 3 0,0 0 2 0,0 0 5 15,-18 6 2-15,11-6-6 0,0 1 2 16,-2-1-1-16,0 1-1 0,-1-1 0 0,-1 1 4 15,0 1-4-15,2-2 0 0,-2-2-5 0,0 2-2 0,4 0-5 16,0-1 3-16,0 1-7 0,-1-2-7 0,1 0-18 16,1 0-27-16,-1-1-30 0,1 0-33 0,1-1-27 15,0-1-38-15,0 0-63 0,0-1-134 0,3 2-392 16,0 0 174-16</inkml:trace>
          <inkml:trace contextRef="#ctx0" brushRef="#br0" timeOffset="-187860.5972">-3278-163 261 0,'2'-5'274'15,"-2"5"-10"-15,4-8-22 0,-2 5-20 0,1 0-25 16,-3 3-14-16,2-6-19 0,-2 6-17 0,2-3-15 15,-2 3-12-15,0 0-34 0,0 0-31 0,0 0-37 0,0 0-49 16,0 0-44-16,0 0-50 0,0 0-81 0,-12 16-116 16,8-9-348-16,-2-1 155 0</inkml:trace>
          <inkml:trace contextRef="#ctx0" brushRef="#br0" timeOffset="-186251.3242">-3813 85 24 0,'-1'-6'195'16,"1"6"-10"-16,0 0-12 0,0 0-8 0,-1-7-6 15,1 7-13-15,0 0-6 0,1-8-1 0,-1 8-9 16,1-6-10-16,-1 6-10 0,4-7-9 0,-1 4-9 16,-1-2-1-16,3 2-9 0,-3-1-6 0,2-1-5 15,-1 2-8-15,1 0-3 0,0 0-5 0,-4 3-5 16,6-6-2-16,-1 4-3 0,-5 2-5 0,6-4 4 0,-3 3-5 15,-3 1 0-15,7-3-2 0,-3 1 2 0,-4 2-4 16,8-1-1-16,-8 1-5 0,9 3 0 16,-6-3-5-16,-3 0-3 0,6 1 2 0,-3 2-3 0,-3-3-1 15,6 4 2-15,-6-4-2 0,3 4 2 0,-3-4-4 16,2 4-1-16,-2-4-2 0,0 6 1 0,0-6-4 16,0 0 2-16,-1 9 0 0,1-9 0 0,-4 6-5 15,0-3 3-15,-1-1-2 0,-1 2-3 0,-1-2 2 16,0 0 1-16,-1 0 0 0,1-1 0 0,-2 0-10 15,1 0 1-15,-3 0-2 0,2-2-5 0,1 0-1 16,0 1-3-16,0-2 1 0,2 0 3 0,-2-1 0 16,2 1-1-16,0-1 0 0,1 2 5 0,0-2-2 15,1-1 1-15,4 4-1 0,-7-4-1 0,5 1 3 16,2 3 8-16,-4-6-1 0,4 6 1 0,-4-4 10 16,1 2 4-16,3 2 3 0,0 0 8 0,0 0-2 15,-1-6 5-15,1 6-4 0,0 0-5 0,0 0 1 0,0 0-5 16,0 0 2-16,0 0 6 0,0 0-7 0,0 0 2 15,0 0-4-15,0 0 3 0,0 0 2 16,0 0-1-16,0 0-2 0,0 0-6 0,12 9-1 0,-11-5 0 16,-1-4-3-16,3 7 3 0,-1-4-5 0,0 1-7 15,-2-4 7-15,4 8 1 0,-3-3-5 0,1 0 4 16,0-1-2-16,0 2 3 0,-1-2-4 0,1 1 0 16,0-1 3-16,0 1-7 0,-2-5 1 0,2 12-3 15,-1-8 8-15,-1 2-9 0,0-6 4 0,0 10-6 16,-1-4 7-16,-1 1 1 0,1-2-2 0,-1 0 2 15,-1 1-5-15,1-1 7 0,0 0-2 0,-2 0-5 16,0 0 3-16,0-1 3 0,-3 1-3 0,1-1-2 16,-1 0-2-16,-4 0 1 0,2 0 5 0,-1 0-3 0,-4-2 0 15,2 1-3-15,-5-1 3 0,4-1 1 16,-4-2-13-16,1 1-1 0,3 0 4 0,0-3-9 16,2 0 2-16,-1 1 3 0,2-3-4 0,3 0-2 0,-1-2-7 15,1 2-4-15,2 0 4 0,-1-2 0 0,3 1 0 16,0 0 7-16,0-2-8 0,1 1-2 0,1-1-14 15,2-1-18-15,-1 1-16 0,1 0-18 0,0 0-36 16,2 1-38-16,0-2-46 0,-1 2-245 0,1 0-496 16,1 1 219-16</inkml:trace>
          <inkml:trace contextRef="#ctx0" brushRef="#br0" timeOffset="-187095.0257">-3528 86 166 0,'4'-11'205'15,"-4"11"-18"-15,3-8-12 0,-1 3-18 0,1 1-17 16,0-2-9-16,0 1-14 0,1 1 5 0,-1-1-11 15,-1 2-8-15,2-1-9 0,0 0-5 0,-2 1-9 0,2 1-6 16,-1-1 0-16,-3 3-7 0,6-4-1 0,-1 2-8 16,-5 2-5-16,6-1-6 0,-6 1-6 15,0 0 3-15,7 0 7 0,-7 0-2 0,6 4 2 0,-3-2-5 16,1 1-3-16,-4-3-1 0,5 5-2 0,-4 0-6 16,1-1-3-16,-2-4-4 0,1 7-1 0,-1-7 1 15,0 8 0-15,0-8-4 0,-1 8 4 0,1-8 0 16,-5 7 2-16,3-4-3 0,-1 0-4 0,-1 1 0 15,0-3 1-15,-2 2-3 0,0 0-6 0,-1-1 0 16,-1 0 0-16,2-1-3 0,-1-1 3 0,0 1-4 16,0-2 1-16,-1-1-5 0,1 0 0 0,0 1-2 15,0-4 0-15,1 3-1 0,0 0 2 0,2-1-3 16,0 0 1-16,-1 1 0 0,2-2-3 0,-1 0 0 0,4 4-2 16,-5-6 4-16,2 3-3 0,3 3 2 15,-3-5-3-15,3 5 3 0,-3-6 2 0,3 6 3 16,-2-6 3-16,2 6 6 0,0 0 2 0,0 0 2 0,-1-5-3 15,1 5 7-15,0 0 8 0,0 0-9 0,0 0 1 16,0 0-5-16,0 0 3 0,0-8-10 0,0 8 10 16,0 0-7-16,0 0-2 0,0 0-1 0,0 0-1 15,0 0-4-15,0 0 1 0,0 0-2 0,0 0 2 16,0 0-1-16,0 0-1 0,0 0 2 0,0 0-5 16,0 0 1-16,0 0 2 0,0 0-4 0,0 0 10 15,0 0-9-15,0 0 10 0,0 0-7 0,0 0 0 16,0 0 3-16,0 0 1 0,0 0-5 0,0 0 4 15,0 0-2-15,0 0-3 0,0 0 1 0,0 0-2 0,0 0 1 16,0 0 0-16,0 0 1 0,0 0-1 16,0 0-1-16,0 0 1 0,0 0 1 0,0 0 0 15,0 0-1-15,0 0-1 0,0 0 2 0,0 0-4 0,0 0 4 16,0 0-4-16,0 0 3 0,1 21 1 0,-1-21-6 16,0 0 5-16,1 6-1 0,-1-6-5 15,0 0 2-15,0 0-4 0,-1 9 3 0,1-9 0 0,-3 6-2 16,3-6-3-16,-1 4-2 0,1-4 0 0,-4 6 0 15,1-4 0-15,3-2-5 0,-8 4-4 0,1-3-3 16,1 2-3-16,-3-1-13 0,2-1 2 0,-4 0-6 16,-1 0-13-16,1-1-14 0,3 0-18 0,-1-1-24 15,-1 0-33-15,2 0-21 0,1-1-40 0,1 1-237 16,0-2-477-16,1 2 211 0</inkml:trace>
          <inkml:trace contextRef="#ctx0" brushRef="#br0" timeOffset="-184782.6996">-4389-170 67 0,'1'-7'134'0,"-1"7"6"0,0-7 12 0,0 7-2 0,2-6-3 15,-2 6-7-15,0-7-6 0,0 7-2 16,1-7-11-16,-1 7-5 0,1-5-17 0,-1 5-7 0,0 0-10 16,1-5-7-16,-1 5-9 0,0 0-24 0,0 0-34 15,0 0-47-15,0 0-60 0,0 0-195 0,0 0-317 16,-13 14 140-16</inkml:trace>
          <inkml:trace contextRef="#ctx0" brushRef="#br0" timeOffset="-184923.3149">-4296-114 124 0,'0'0'231'0,"0"0"-13"0,0 0-15 0,0 0-8 16,0 0-7-16,0 0-15 0,0 0-18 0,0 0-12 16,-15 10-15-16,8-8-8 0,1 1-16 0,-1-1-11 15,2 0-10-15,-3-2-10 0,2 0-3 0,1 2-9 16,5-2-6-16,-9 1-13 0,9-1-18 0,-7-1-20 16,7 1-21-16,-6-3-35 0,6 3-35 0,-3-6-37 0,0 4-31 15,3 2-187-15,-2-8-371 0,2 8 164 16</inkml:trace>
          <inkml:trace contextRef="#ctx0" brushRef="#br0" timeOffset="-185267.044">-4201 1 61 0,'0'0'210'0,"0"0"-18"0,0 0-11 16,0 0-15-16,0 0-14 0,5 6-14 0,-5-6-7 16,0 0-8-16,1 7-10 0,-1-7-5 0,0 7-2 15,0-7-10-15,0 0-7 0,-1 7-5 0,1-7-9 16,0 8-3-16,0-8-7 0,-1 6-6 0,1-6-4 16,-4 6-8-16,1-3-2 0,3-3-5 0,-6 5-4 15,2-2-5-15,1-2-3 0,3-1-8 0,-9 2-3 16,3-1-6-16,6-1-6 0,-10 0-2 0,6 0-4 15,4 0-1-15,-7-3 4 0,4 0-1 0,3 3-1 16,-4-5-5-16,4 5 5 0,-3-4-3 0,3 4 3 0,-3-6-3 16,3 6 0-16,-2-6-1 0,2 6 4 15,-1-5 1-15,1 5 0 0,0 0 3 0,-1-6 0 16,1 6-3-16,0 0 8 0,0 0-1 0,-2-6-8 0,2 6 2 16,0 0 4-16,0 0-1 0,0 0-1 0,0 0-4 15,0 0 2-15,0 0 2 0,0 0 3 0,0 0-1 16,0 0-1-16,-3 16-1 0,1-13 1 0,2-3 0 15,-4 7 3-15,1-4-2 0,0 1 4 0,0 0-7 16,-1 0 4-16,0-1-3 0,0 0 0 0,-1 1-2 16,0-1 1-16,1-1-2 0,0 0-1 0,4-2-3 15,-7 5-3-15,3-5-2 0,4 0-1 0,-8 0 4 16,8 0-3-16,-6-3 2 0,6 3 1 0,-6-4 2 16,3 1 0-16,3 3-3 0,-4-7 3 0,2 4 0 0,2 3 1 15,-2-6-2-15,2 6 3 0,-3-8 0 16,3 8 6-16,-2-5-4 0,2 5 1 0,0 0 1 15,0-8 4-15,0 8-2 0,0 0 3 0,0 0-2 0,0 0 0 16,0 0-4-16,-1-7-2 0,1 7 3 0,0 0-1 16,0 0-3-16,0 0-3 0,0 0 6 0,0 0 2 15,0 0-1-15,0 0-3 0,-5 16 2 0,5-16 0 16,-3 7 0-16,0-3 4 0,1 0-4 0,-2-1 7 16,0 2-8-16,-2-1 5 0,2 0-3 0,-1 0 2 15,-2-1-4-15,1 2 6 0,1-4-3 0,-1 2-1 16,-1 0-1-16,2-1 2 0,-2 0-5 0,2-2 1 15,-2 1-3-15,1-1-4 0,-1 0 0 0,7 0-7 16,-12-3 4-16,5 1-1 0,1-1 0 0,-1 0 0 16,3 2-2-16,0-1 2 0,0-1 2 0,1 0 3 15,3 3 0-15,-6-6-1 0,4 3-2 0,2 3 3 16,-3-7-1-16,3 7 0 0,0-5 3 0,0 5 0 0,0 0-5 16,0 0 4-16,0-9 2 0,0 9-2 15,0 0 4-15,6-1 4 0,-6 1-2 0,6 0 2 16,-6 0 7-16,0 0 5 0,9 4 7 0,-4-1 6 0,-1 0 14 15,-1 1 7-15,3 0 4 0,-2 3 0 0,-1-1 3 16,-1 0 4-16,-1 0-2 0,-1 2-1 0,0 0-5 16,-2-3 0-16,1 4-6 0,-3 0 4 0,-1-1-5 15,1 0-7-15,-1 0-3 0,0-1-2 0,0 1-8 16,-1-2-3-16,0 1 2 0,2-2 0 0,-2 0-17 16,3-1-12-16,0-1-23 0,0 0-23 0,-2-2-28 15,5-1-34-15,-5 2-36 0,5-2-47 0,0 0-37 16,-6-6-206-16,6 6-475 0,0-6 210 0</inkml:trace>
          <inkml:trace contextRef="#ctx0" brushRef="#br0" timeOffset="-176923.8926">-4734 53 191 0,'0'0'197'0,"0"0"-14"15,0 0-11-15,0 0-16 0,0 0-13 0,0 0-13 16,0 0-8-16,0 0-11 0,0 0-4 0,6-15-3 16,-6 15-7-16,4-5-8 0,-4 5-5 0,3-6-5 15,0 3-6-15,0 1-16 0,1-2 2 0,-1 0-4 16,-3 4-7-16,6-4-6 0,-2 1 0 0,-2-1-7 15,1 2-4-15,-3 2 0 0,8-3-7 0,-5 3-4 16,-3 0 1-16,7 0-1 0,-7 0-4 0,6-2 1 16,-6 2-6-16,6 0 0 0,-6 0 1 0,0 0-1 15,8 2 3-15,-6-1 1 0,-2-1 0 0,5 4 6 0,-5-4 2 16,3 6 2-16,-2-4-1 0,-1-2 2 16,2 7 2-16,-2-7-3 0,0 0-1 0,-2 10-2 15,2-10 0-15,-3 8 4 0,1-4 2 0,0 0-2 0,2-4 1 16,-6 5-3-16,3-2 1 0,-2 1 0 0,1-2 0 15,0 1-5-15,-3-2-1 0,0 1-1 0,1 1-2 16,-1 0-4-16,-1-2 5 0,2 1-1 0,0-1-4 16,-1-1-3-16,1 1 4 0,2-1-6 0,4 0 0 15,-8 2-1-15,8-2 5 0,-8 2-8 0,8-2 2 16,-7 0-2-16,3 3 1 0,4-3-2 0,-6 3 3 16,4-1 2-16,2-2 2 0,-5 4-2 0,5-4 8 15,-5 5 2-15,4-1 5 0,1-4 10 0,-3 8 3 16,3-4-5-16,0-4 5 0,0 11-2 0,0-6-2 15,0 2-4-15,1 1 2 0,0 0-3 0,0 1 0 16,1-2-1-16,0 1-2 0,-2 1 2 0,2-1 0 0,0 2-4 16,-1-1 2-16,0 0-2 0,-1 0-2 0,1 0 1 15,-1 0 0-15,0 3-6 0,-1-4 3 0,1 1-5 16,-1 0-15-16,-1-2-20 0,1 1-16 0,-1 1-15 16,-2-2-30-16,2 0-37 0,-1-1-35 0,1 0-33 15,1-2-35-15,-1 1-27 0,2-5-216 0,-3 7-505 16,0-4 223-16</inkml:trace>
          <inkml:trace contextRef="#ctx0" brushRef="#br0" timeOffset="-176282.3259">-4936 48 162 0,'0'0'319'0,"0"0"-14"16,-7-5-10-16,7 5 1 0,0 0-7 0,0 0-4 15,-3-6-1-15,3 6-5 0,0 0-12 0,0 0-12 0,0 0-17 16,0 0-21-16,-2-4-23 0,2 4-25 0,0 0-9 15,0 0-21-15,0 0-48 0,0 0-50 0,0 0-80 16,0 0-82-16,0 0-99 0,0 0-118 0,0 0-257 16,0 0-644-16,0 0 285 0</inkml:trace>
        </inkml:traceGroup>
      </inkml:traceGroup>
    </inkml:traceGroup>
    <inkml:traceGroup>
      <inkml:annotationXML>
        <emma:emma xmlns:emma="http://www.w3.org/2003/04/emma" version="1.0">
          <emma:interpretation id="{D414C484-E9BE-49E2-9E25-3EDF85B296B5}" emma:medium="tactile" emma:mode="ink">
            <msink:context xmlns:msink="http://schemas.microsoft.com/ink/2010/main" type="paragraph" rotatedBoundingBox="8536,14264 14652,14294 14649,14808 8533,14778" alignmentLevel="2"/>
          </emma:interpretation>
        </emma:emma>
      </inkml:annotationXML>
      <inkml:traceGroup>
        <inkml:annotationXML>
          <emma:emma xmlns:emma="http://www.w3.org/2003/04/emma" version="1.0">
            <emma:interpretation id="{889781FD-7C82-42DA-84F6-D2642DBA6735}" emma:medium="tactile" emma:mode="ink">
              <msink:context xmlns:msink="http://schemas.microsoft.com/ink/2010/main" type="inkBullet" rotatedBoundingBox="14539,14458 14651,14459 14651,14537 14538,14536"/>
            </emma:interpretation>
            <emma:one-of disjunction-type="recognition" id="oneOf23">
              <emma:interpretation id="interp31" emma:lang="" emma:confidence="0">
                <emma:literal>-</emma:literal>
              </emma:interpretation>
            </emma:one-of>
          </emma:emma>
        </inkml:annotationXML>
        <inkml:trace contextRef="#ctx0" brushRef="#br1" timeOffset="603641.6317">418-1068 217 0,'0'0'250'0,"0"0"-11"0,0 0-8 0,0 0-13 15,0 0-16-15,0 0-16 0,0 0-13 0,0 0-17 16,0 0-7-16,0 0-19 0,0 0-8 0,-19-3-18 15,13 2-8-15,0 1-9 0,6 0-9 0,-11 0-13 0,4-1-32 16,-1-1-27-16,2 1-40 0,-1 0-49 0,0 0-51 16,2-1-51-16,2-1-200 0,-3 3-416 15,0-4 185-15</inkml:trace>
        <inkml:trace contextRef="#ctx0" brushRef="#br1" timeOffset="603860.3659">416-1146 192 0,'0'0'261'0,"0"0"-8"0,0 0-11 0,0 0-14 16,0 0-12-16,0 0-3 0,0 0-14 0,-8 13-11 16,4-13-9-16,-1 2-16 0,-1 0-17 0,2 0-14 15,-3-2-16-15,-1 3-11 0,-1-3-21 0,2 0-28 16,-1 0-39-16,1 1-40 0,0-1-46 0,-1 0-56 15,2-1-44-15,0-2-49 0,0 2-180 0,2-1-431 16,4 2 190-16</inkml:trace>
      </inkml:traceGroup>
      <inkml:traceGroup>
        <inkml:annotationXML>
          <emma:emma xmlns:emma="http://www.w3.org/2003/04/emma" version="1.0">
            <emma:interpretation id="{41D607D0-A480-4705-94FE-E39CBDD16E8C}" emma:medium="tactile" emma:mode="ink">
              <msink:context xmlns:msink="http://schemas.microsoft.com/ink/2010/main" type="line" rotatedBoundingBox="8536,14264 14552,14293 14550,14808 8533,14778"/>
            </emma:interpretation>
          </emma:emma>
        </inkml:annotationXML>
        <inkml:traceGroup>
          <inkml:annotationXML>
            <emma:emma xmlns:emma="http://www.w3.org/2003/04/emma" version="1.0">
              <emma:interpretation id="{606261A4-40DC-434F-A861-8BAA5F12ACAE}" emma:medium="tactile" emma:mode="ink">
                <msink:context xmlns:msink="http://schemas.microsoft.com/ink/2010/main" type="inkWord" rotatedBoundingBox="8536,14264 10316,14272 10314,14681 8534,14672"/>
              </emma:interpretation>
              <emma:one-of disjunction-type="recognition" id="oneOf24">
                <emma:interpretation id="interp32" emma:lang="" emma:confidence="1">
                  <emma:literal/>
                </emma:interpretation>
              </emma:one-of>
            </emma:emma>
          </inkml:annotationXML>
          <inkml:trace contextRef="#ctx0" brushRef="#br2" timeOffset="-251043.4907">-3951-1088 132 0,'0'0'211'0,"0"0"-10"0,0 0-19 0,0 0-12 16,13 11-13-16,-12-9-8 0,1 3-10 0,1-1-8 16,0 0-5-16,-2 0-13 0,1 1-7 0,-2-5-10 15,4 8-10-15,-2-3-4 0,-2-5-8 0,1 7-2 16,0-3-10-16,-1-4-3 0,0 8-5 0,0-8-1 0,-2 5-8 16,2-5-5-16,-5 5-3 0,2-3-8 0,3-2-13 15,-7 4-13-15,2-3-21 0,1 0-6 0,4-1-10 16,-10-1-1-16,5 1-3 0,5 0 5 0,-9-3-3 15,6 1 5-15,-1-1 3 0,4 3 1 0,-6-8 6 16,5 5 3-16,1 3-2 0,-3-10 6 0,2 5 7 16,1-1 8-16,0 6 5 0,1-12 7 0,0 7 5 15,-1 0 4-15,0 5 5 0,1-11 2 0,0 7 4 16,-1 4 3-16,2-8 2 0,-2 8 3 0,2-8-3 16,-2 8 0-16,1-4-2 0,-1 4-6 0,0 0 0 15,3-5-4-15,-3 5-3 0,0 0 3 0,0 0-4 0,0 0-2 16,0 0 1-16,0 0-1 0,0 0-3 0,0 0 2 15,0 0-5-15,0 0 2 0,0 17-2 0,0-17-1 16,-4 8-5-16,1-4 3 0,0-1-2 0,3-3-4 16,-4 6 1-16,0-2-11 0,1-2-1 0,-1 1-10 15,4-3-3-15,-6 4-8 0,3-2-4 0,3-2-3 16,-9 2-2-16,9-2-4 0,-6 0-1 0,6 0 5 16,-7-1 1-16,7 1 5 0,-7-3 1 0,4 2 3 15,3 1 1-15,-6-6 7 0,3 4-3 0,3 2 6 16,-5-5 1-16,4 0 2 0,1 5 3 0,-3-6 7 15,3 6 0-15,-2-6 8 0,2 6 4 0,0-6 4 16,0 6-2-16,0 0 5 0,0 0-2 0,2-9 2 16,-2 9-3-16,1-5-1 0,-1 5-1 0,0 0-1 0,0 0 0 15,0 0-3-15,2-5 1 0,-2 5-1 0,0 0-5 16,0 0 1-16,0 0 2 0,0 0-2 0,0 0 2 16,0 0-2-16,0 0 0 0,0 0-1 0,-5 18 3 15,4-14-4-15,-2-1-7 0,3-3-2 0,-5 7-6 16,1-1-6-16,-1-1-8 0,2-1-3 0,-2-1-6 15,-1 0-1-15,2-1-5 0,0-1 3 0,4-1 2 16,-8 3 2-16,4-2-2 0,-1 0 10 0,5-1-6 16,-9-2 7-16,4 1 1 0,0-1 8 0,5 2 3 15,-7-4 8-15,4-1 12 0,1 1 5 0,2 4 13 16,-5-7 2-16,5 7 8 0,-2-7 0 0,2 7 0 16,0-9-3-16,0 9-1 0,2-8 0 0,0 4 1 0,-2 4 2 15,2-6 3-15,-2 6-2 0,2-4-6 0,-2 4-2 16,0 0-3-16,0 0 0 0,0 0-4 15,0 0 2-15,0 0-3 0,0 0-4 0,0 0 0 0,0 0 1 16,0 0-3-16,0 0 1 0,0 0-3 0,0 0-1 16,1 15 0-16,-1-15-2 0,-2 7 0 0,2-7 0 15,-5 9-3-15,4-7-2 0,-1 2-4 0,2-4-3 16,-6 5-5-16,5-2-5 0,1-3-3 0,-8 4-2 16,5-2-2-16,3-2-1 0,-7 3-2 0,7-3 3 15,-6 0-4-15,6 0-1 0,-7-2 4 0,7 2 2 16,-8-3 1-16,5 1 1 0,3 2 2 0,-6-6 3 15,2 4 1-15,2-1 4 0,-1-1-2 0,3 4 9 0,-5-8 3 16,3 5 8-16,2 3 8 0,-3-9 3 16,2 4 2-16,1 5 2 0,-2-6 8 0,2 6 4 15,0-6 6-15,0 6 7 0,-2-6 3 0,2 6 3 0,0 0 1 16,-2-6 1-16,2 6-2 0,0 0-1 0,0 0-5 16,0 0-7-16,0 0-6 0,0 0-2 0,0 0-2 15,0 0-1-15,0 0-7 0,0 0-3 0,0 0 2 16,0 0-2-16,0 0-1 0,8 17-3 0,-8-13-2 15,2 2 0-15,-2-6 1 0,0 11-4 0,0-6 4 16,0-5-2-16,-4 10-4 0,2-5 1 0,-2-1 0 16,1-1 5-16,-1 0-4 0,-1 1-3 0,-1-1-3 15,0-1 2-15,0-1-3 0,-1 1 1 0,-1-1-2 16,-1-1 2-16,-1 0-5 0,-1-1-14 0,2 0-10 16,0-3-17-16,1 3-20 0,1-1-25 0,2-1-33 15,-1 0-43-15,2-1-47 0,1 0-271 0,1-3-519 0,1 1 230 16</inkml:trace>
          <inkml:trace contextRef="#ctx0" brushRef="#br2" timeOffset="-250731.0147">-4073-1252 39 0,'0'0'220'0,"0"0"-13"16,0 0-20-16,0 0-16 0,0 0-17 0,0 0-6 0,0 0-10 15,0 0-11-15,-18 0-8 0,18 0-10 0,-12-1-7 16,7 3-6-16,-3-1-6 0,4-1-10 16,4 0-2-16,-10-1-6 0,6 0-5 0,4 1-6 0,-8-1-3 15,8 1-5-15,-5-4-9 0,3 1-2 0,2 3-6 16,-4-4 0-16,4 4-7 0,-1-9-2 0,0 5-3 15,1 4-1-15,0 0-7 0,1-12-5 0,-1 12-17 16,1-8-18-16,-1 3-23 0,0 5-29 0,0 0-35 16,0-7-34-16,0 7-41 0,0 0-160 0,-3-5-373 15,3 5 166-15</inkml:trace>
          <inkml:trace contextRef="#ctx0" brushRef="#br2" timeOffset="-249902.9458">-4323-1314 72 0,'2'-3'274'0,"0"-1"-12"16,-2 4-12-16,4-5-13 0,-4 5-25 0,4-5-22 16,-4 5-21-16,1-3-19 0,-1 3-21 0,0 0-26 15,0 0-34-15,0 0-43 0,0 0-33 0,0 0-51 16,0 0-45-16,0 0-60 0,0 0-139 0,0 0-328 15,-9 17 146-15</inkml:trace>
          <inkml:trace contextRef="#ctx0" brushRef="#br2" timeOffset="-250121.6647">-4436-1143 8 0,'0'0'253'15,"0"0"-11"-15,6-2-22 0,-6 2-14 0,3-4-19 16,-3 4-16-16,6-3-16 0,-6 3-9 0,7-1-16 16,-7 1-8-16,0 0-10 0,5 0-13 0,-5 0-6 0,0 0-5 15,8 1-9-15,-5 2-11 0,-3-3-6 0,5 4-3 16,-4-1-6-16,-1-3-3 0,5 6-7 15,-4-3-6-15,0 1-3 0,-1-4-1 0,4 8-7 0,-2-5-9 16,-1 1-3-16,-1-4-7 0,4 8-4 16,-2-3-2-16,1-1-4 0,-2 0-7 0,-1-4-1 0,3 5-2 15,-1-2-2-15,1 1 0 0,-3-4 1 0,2 4 3 16,-2-4 0-16,4 3 1 0,-4-3-1 0,0 0-1 16,2 4 4-16,-2-4-3 0,2 2 5 0,-2-2-2 15,5 3 2-15,-5-3 2 0,0 0 0 0,6 1-1 16,-6-1 1-16,0 0 0 0,7 0 2 0,-7 0 3 15,0 0 3-15,4 1 2 0,-4-1 4 0,0 0 0 0,0 0 0 16,0 0 3-16,0 0-4 0,0 0 2 16,0 0 0-16,0 0-2 0,3 2 2 0,-3-2 1 15,0 0 2-15,0 0 0 0,0 0-3 0,0 0 5 0,0 0-2 16,0 0-2-16,0 0 1 0,-18 3 1 0,11-2 0 16,0 1 0-16,-4-2-1 0,1 0 0 0,-1 2-1 15,1-1 0-15,-3-1-1 0,2 0-3 0,0 0 2 16,0 1-1-16,4-2-3 0,-1 1-1 0,2 0-12 15,-1-3-16-15,1 3-28 0,1-1-31 0,0-2-27 16,1 1-47-16,4 2-38 0,-6-4-198 0,3 0-425 16,3 4 189-16</inkml:trace>
          <inkml:trace contextRef="#ctx0" brushRef="#br2" timeOffset="-246168.8488">-4615-1050 141 0,'0'0'203'0,"0"0"-17"0,0 0-10 15,0 0-15-15,0 0-15 0,0 0-5 0,0 0-10 16,4-16-8-16,-4 16-12 0,5-7-11 0,-2 4-9 15,0-1 2-15,0 2-7 0,1-3-4 0,0 0-6 16,2 0-9-16,-1 1-2 0,-2 0-2 0,1 2-2 16,1-4-1-16,-1 3-6 0,0 1-1 0,-1-1-1 15,-3 3-6-15,6-4-2 0,-6 4-1 0,6-3-4 16,-3 1-5-16,-3 2-3 0,0 0 0 0,7-1 0 0,-7 1-3 16,0 0-4-16,9 3 0 0,-7-1-2 0,-2-2 0 15,5 5-5-15,-2-2 0 0,-3-3-2 16,3 6-2-16,-2-3 2 0,-1-3-5 0,1 8 6 0,-1-4 1 15,0-4-1-15,-2 9 4 0,0-4 0 0,-1-1-2 16,0 1 0-16,0-1 2 0,-3 1 0 0,1-1 2 16,0 1-2-16,-1-1-3 0,3-1 2 0,-3 1-5 15,0-2 2-15,1 2-3 0,0-2-1 0,-1 0 4 16,0-2-11-16,1 1 4 0,5-1 2 0,-10-1-3 16,4 1 2-16,0-2 0 0,-1 0-7 0,0 0 0 15,0-1 0-15,1-2-4 0,1 2 6 0,0-1-4 16,1-2 1-16,1 3-1 0,0-1-1 0,1-1 1 0,-2 0-2 15,4 5 1-15,-4-8 3 0,3 4 1 16,-1-2-2-16,2 6 0 0,-2-7-1 0,2 7-4 16,-1-7 5-16,-1 3-1 0,2 4 4 0,0 0-2 0,0 0 3 15,-2-6 5-15,2 6 0 0,0 0-1 0,0 0-2 16,-2-5 0-16,2 5 3 0,0 0-6 0,0 0 4 16,0 0-2-16,0 0 0 0,0 0-2 0,0 0 4 15,0 0-3-15,0 0-1 0,3 19 1 0,-2-15-1 16,0 2 1-16,-1-6 0 0,2 10 2 0,-2-4 1 15,1-1-1-15,0 1 0 0,-1 0 3 0,2 2 2 16,-2-2-6-16,1 1 3 0,-1-2 3 0,0-5 1 16,1 11-3-16,-2-5 4 0,2-1-4 0,-1-5 4 15,-1 11-6-15,1-11 3 0,-1 9-3 0,0-3 2 16,-1 0 2-16,0-1-5 0,-1-2 3 0,-2 2-3 0,1 2 0 16,-2-3 3-16,0 0-5 0,0 0 3 0,0 0-2 15,-1-1-1-15,0 0-2 0,-1 0 5 0,0 0 1 16,0-1-8-16,0 0 1 0,-2 0 1 0,-1-1-3 15,1 0 2-15,-2-2 4 0,-1 1-1 0,0-1-1 16,0-1-8-16,0-3 5 0,1 3-4 0,0-3 2 16,1 0-8-16,0-2 10 0,2 1 1 0,2 0-3 15,2-1-5-15,1-1 0 0,1 0-13 0,0-5-1 16,3 1-7-16,1 3-4 0,1-4-10 0,1 0-22 16,1 5-12-16,0-1-19 0,1 1-24 0,-1 2-26 15,1 0-37-15,-1 0-25 0,1 0-45 0,-3 3-190 16,2-1-476-16,-2 1 211 0</inkml:trace>
          <inkml:trace contextRef="#ctx0" brushRef="#br2" timeOffset="-245122.0536">-5063-1152 52 0,'0'0'195'16,"0"0"-17"-16,0 0-14 0,0 0-8 0,0 0-15 15,0 0-6-15,0 0-11 0,0 0-5 0,0 0-7 0,-4 19-7 16,4-19-2-16,-1 7-8 0,1-7-10 0,-2 5-1 15,2-5-7-15,-3 8-6 0,1-4-8 0,2-4-7 16,-4 4-2-16,1-2-8 0,3-2-1 0,-5 6-4 16,5-6-4-16,-6 3-8 0,3-2-1 0,3-1-2 15,-7 1-3-15,7-1-1 0,-7-3-7 0,7 3 3 16,-6-6-6-16,4 3-3 0,2 3 0 0,-4-6 1 16,3 2-1-16,1 4-1 0,-3-4-2 0,3 4-9 15,-2-6 11-15,2 6-2 0,-1-7 0 0,1 7-1 16,-2-5 1-16,2 5-3 0,0 0 5 0,0 0-2 15,2-9 1-15,-2 9 3 0,0 0-3 0,0 0-3 16,0 0-1-16,2-4 3 0,-2 4-4 0,0 0-4 0,0 0 4 16,0 0 2-16,0 0-2 0,0 0-2 0,2 16 2 15,-2-16 2-15,-3 10-2 0,0-5 1 16,1 1-3-16,0-1 6 0,-1-1-5 0,0 0 2 0,0 1 1 16,0-2-3-16,-2 0 1 0,1 0-3 0,4-3-2 15,-7 5-1-15,4-5-3 0,3 0-3 0,-9 1 2 16,9-1 1-16,-7-1-4 0,3-1 6 0,4 2-4 15,-7-5 4-15,4 3-4 0,1-2 4 0,-1-1 3 16,3 5-3-16,-3-9-2 0,1 5 3 0,2 4 2 16,-2-10 2-16,1 6 0 0,1 4 9 0,-2-10 0 15,1 5 1-15,1 5 0 0,-2-5-2 0,2 5 2 16,0 0-1-16,-1-7-4 0,1 7 3 0,0 0-5 0,0 0 1 16,0 0-2-16,0 0 0 0,0 0 0 0,0 0 0 15,0 0 1-15,0 0-3 0,0 0 2 0,0 0 3 16,-7 12-2-16,5-8-1 0,2-4 1 0,-5 9-1 15,2-5 1-15,0 1-4 0,-1-1 4 0,-1 1-1 16,-1-1-2-16,1 1 2 0,-1 0-5 0,0-1-4 16,-1-1 4-16,0 0-4 0,0 0-5 0,0-1-2 15,1-2 0-15,-2 1-2 0,1 1-5 0,-3-2-1 16,2 0-1-16,1 0-1 0,1-3 3 0,-1 1 1 16,0 0-5-16,3 0 5 0,-1-1 2 0,1 0 0 15,0-2 4-15,4 5 3 0,-3-6-1 0,0 3 1 0,3 3 1 16,-2-6 5-16,2 6-4 0,0 0-2 0,2-9 1 15,-2 9 10-15,0 0-3 0,3-7 11 16,-3 7-1-16,3-4 7 0,-3 4 6 0,0 0 4 0,7-4-1 16,-7 4 2-16,7 1 6 0,-7-1 7 0,9 3 9 15,-3 1 1-15,-2-1 6 0,0-1 1 0,-1 3-1 16,1 2-2-16,-1-1-3 0,-2 2 2 0,-1 0-4 16,-2 0 2-16,0 1-2 0,-1 0-3 0,-3 2-6 15,-1 1 1-15,0 0-5 0,-1-1-2 0,1-2-9 16,-2 2 1-16,1-2-3 0,1-2-12 0,2-1-14 15,1-2-20-15,-1 3-28 0,2-5-23 0,0 0-34 16,3-2-34-16,0 0-50 0,0 0-72 0,0 0-142 0,0 0-442 16,0 0 195-16</inkml:trace>
          <inkml:trace contextRef="#ctx0" brushRef="#br2" timeOffset="-244825.1959">-5132-1273 95 0,'0'0'177'0,"0"0"4"16,0 0-5-16,0 0-8 0,0 0-8 0,0 0-11 15,0 0-5-15,0 0-9 0,-17 3-10 16,17-3-3-16,-10-1-6 0,3 1-10 0,1-2-5 0,-2 0-5 15,2 1-5-15,-1-2-4 0,2 1-5 0,-2-1-8 16,3 0-6-16,-1 1-4 0,-1-2-5 0,2 1-7 16,0 0-7-16,1 0-6 0,3 3-14 0,-6-6-25 15,3 4-37-15,3 2-43 0,-6-4-40 0,6 4-43 16,-4-4-227-16,4 4-422 0,-5-3 187 0</inkml:trace>
          <inkml:trace contextRef="#ctx0" brushRef="#br2" timeOffset="-244421.2141">-5517-1187 1 0,'-4'-2'266'0,"4"2"-7"15,0 0-12-15,-5-2-10 0,5 2-15 0,0 0-18 16,0 0-16-16,0 0-17 0,-3-4-18 0,3 4-14 16,0 0-14-16,0 0-9 0,0 0-10 0,0 0-9 15,0 0-10-15,0 0-10 0,0 0-5 0,0 0-10 0,0 0-2 16,1 16-6-16,-1-16-6 0,0 0-4 16,4 9-2-16,-2-4-2 0,0-1-7 0,1 0-2 15,-2 1-6-15,-1-5-4 0,2 7 1 0,-1-3-4 0,-1-4-2 16,-2 8 3-16,0-3-3 0,1 0-1 0,-3-1-7 15,4-4-10-15,-6 5-11 0,1-2-16 0,-1 1-19 16,1-2-27-16,-1 0-26 0,-1 1-29 0,0-2-19 16,0-1-36-16,0 1-20 0,-1-2-196 0,1 1-435 15,-1-1 193-15</inkml:trace>
          <inkml:trace contextRef="#ctx0" brushRef="#br2" timeOffset="-244247.1132">-5697-1114 94 0,'0'0'251'0,"0"0"-10"16,0 0-7-16,0 0-11 0,0 0-6 0,0 0-6 0,0 0-14 16,0 0-8-16,0 0-19 0,-1-13-19 0,1 13-14 15,0 0-17-15,0 0-12 0,0 0-12 0,4-10-27 16,-4 10-41-16,0 0-55 0,2-3-69 0,-2 3-70 15,0 0-243-15,0 0-441 0,0 0 196 0</inkml:trace>
        </inkml:traceGroup>
        <inkml:traceGroup>
          <inkml:annotationXML>
            <emma:emma xmlns:emma="http://www.w3.org/2003/04/emma" version="1.0">
              <emma:interpretation id="{C424E94F-53B1-4D0E-8D91-268B5CFCB0A6}" emma:medium="tactile" emma:mode="ink">
                <msink:context xmlns:msink="http://schemas.microsoft.com/ink/2010/main" type="inkWord" rotatedBoundingBox="10461,14393 11191,14396 11190,14709 10460,14705"/>
              </emma:interpretation>
              <emma:one-of disjunction-type="recognition" id="oneOf25">
                <emma:interpretation id="interp33" emma:lang="" emma:confidence="1">
                  <emma:literal/>
                </emma:interpretation>
              </emma:one-of>
            </emma:emma>
          </inkml:annotationXML>
          <inkml:trace contextRef="#ctx0" brushRef="#br2" timeOffset="-254746.3466">-3042-1062 33 0,'0'0'186'0,"-9"0"-6"0,3-1-17 15,-1 1-12-15,-1 0-14 0,-1-1-12 0,-1 1-11 16,0-1-6-16,0 0-16 0,2 1-4 0,-1-2-11 15,2 2-8-15,2 0-16 0,5 0-30 0,-10-1-28 16,10 1-52-16,-4-1-33 0,4 1-46 0,0 0-83 0,-7-1-236 16,7 1 104-16</inkml:trace>
          <inkml:trace contextRef="#ctx0" brushRef="#br2" timeOffset="-254496.3636">-3043-1103 39 0,'0'0'208'0,"0"0"-14"0,0 0-12 15,0 0-11-15,0 0-5 0,0 0-9 0,0 0-13 16,0 0-8-16,-17-3-13 0,11 3-9 0,-1 0-16 0,1-1-9 16,-1 2-6-16,0-2-16 0,-1-1-28 15,1 4-36-15,1-4-41 0,0 1-44 0,0 0-33 0,1-1-42 16,-2 0-114-16,1-1-292 0,0 2 129 0</inkml:trace>
          <inkml:trace contextRef="#ctx0" brushRef="#br2" timeOffset="-254088.7534">-3176-1180 218 0,'0'0'212'16,"0"0"-4"-16,0 0-7 0,1-7-10 0,-1 7-15 15,0 0-11-15,0 0-13 0,0 0-16 0,0 0-5 16,0 0-8-16,0 0-2 0,0 0-6 0,0 0-3 0,-10 14-8 16,9-11-3-16,-2 2-3 0,0-1-2 0,-1 0-7 15,2 3 3-15,-2-2 0 0,0 2-5 0,-1-1-2 16,1 0-6-16,-1-1-2 0,1 1-10 0,1-1 2 16,-1 0-8-16,1 0-6 0,1 0 2 0,-1-1-8 15,0 2 0-15,0-1-2 0,-1 0-6 0,2 1-3 16,1-2-1-16,1-4-8 0,-2 8-1 0,2-8-3 15,0 10 1-15,2-6-1 0,1 0 3 0,0 0-15 16,2 1-20-16,0-1-24 0,1 1-39 0,0-1-43 16,0-1-52-16,1 1-44 0,-2-2-48 0,1 1-269 15,-2-1-570-15,-1-1 253 0</inkml:trace>
          <inkml:trace contextRef="#ctx0" brushRef="#br2" timeOffset="-253246.4386">-3369-1089 10 0,'0'0'193'0,"0"0"-8"15,0 0-13-15,0 0-10 0,0 0-14 0,0 0-12 16,0 0-13-16,0 0-3 0,0 0-7 0,0 0 3 16,0 0-6-16,0 0-9 0,0 0-5 0,4 16-8 15,-4-16-7-15,0 0-8 0,-1 8-2 0,1-8-9 16,-2 6-3-16,2-6-7 0,-4 4-3 0,2 0-6 16,2-4-5-16,-3 6-4 0,-1-4-2 0,4-2-5 0,-7 5 0 15,4-5-1-15,3 0-5 0,-8 1-4 16,4 1-1-16,4-2-9 0,-9 0-5 0,5 0 0 15,4 0 1-15,-10-2-3 0,6 1-2 0,0-1-4 0,4 2 3 16,-8-4 2-16,5 1-3 0,0-1 3 0,0 0 5 16,3 4 2-16,-1-9 8 0,1 9 3 0,0-10 11 15,2 4 13-15,1 0 3 0,-1-2 10 0,0-1 0 16,2 1 4-16,1-4-3 0,-1 0 2 0,0 2 0 16,1-1 5-16,-1 3-3 0,0 0-7 0,-1 0-5 15,1 3-4-15,-1-1-4 0,0 2-4 0,0-1-3 16,-3 1-11-16,0 4-16 0,3-6-26 0,-3 6-24 15,0 0-33-15,0 0-28 0,0 0-19 0,0 0-26 0,0 0-26 16,0 0-32-16,0 0-220 0,0 0-464 16,-7 21 206-16</inkml:trace>
          <inkml:trace contextRef="#ctx0" brushRef="#br2" timeOffset="-253027.7102">-3534-898 130 0,'0'0'312'0,"0"0"-28"0,0 0-26 0,0 0-26 16,11-11-21-16,-10 7-22 0,-1 4-18 0,4-4-18 16,-2 1-26-16,-2 3-35 0,2-5-41 0,-2 5-52 15,2-5-52-15,-2 5-63 0,2-6-78 0,-2 6-114 0,0 0-334 16,-5-7 149-16</inkml:trace>
          <inkml:trace contextRef="#ctx0" brushRef="#br2" timeOffset="-252277.7775">-3639-939 260 0,'0'0'284'0,"0"0"-10"0,4 0-17 15,-4 0-12-15,0 0-22 0,0 0-20 0,0 0-17 0,0 0-18 16,0 0-15-16,0 0-9 0,0 0-20 16,-20 0-14-16,15 0-12 0,5 0-24 0,-11-3-36 15,5 3-47-15,-1 0-60 0,7 0-67 0,-8-2-77 0,3 0-190 16,1 0-436-16,4 2 194 0</inkml:trace>
          <inkml:trace contextRef="#ctx0" brushRef="#br2" timeOffset="-252543.3819">-3636-1145 211 0,'0'0'205'0,"0"0"-13"16,0 0-13-16,0 0-8 0,0 0-14 0,0 0-14 0,0 0-16 15,0 0-9-15,10 9-11 0,-10-9-8 0,2 7-9 16,-2-7-11-16,0 8-6 0,0-3-8 0,0-5-6 16,0 10-8-16,0-10-2 0,-3 9-6 0,1-5-5 15,2-4 0-15,-4 5-3 0,1-2-8 0,0 0 0 16,3-3-5-16,-7 3-8 0,3-1-2 0,0-1-8 15,4-1-4-15,-9 1-1 0,4-2-3 0,-1 0 1 16,0-2-2-16,-1 1 1 0,2 0 0 0,-1-1 3 16,-1-1-3-16,2 1 5 0,0-2 3 0,-1 1 9 15,2 2 8-15,1 0 6 0,-1-2 5 0,1 0 10 16,3 4 2-16,-5-6 1 0,3 2 12 0,2 4 1 0,-4-5 6 16,4 5-5-16,-2-5-1 0,2 5-2 0,0 0-7 15,-4-5-5-15,4 5-5 0,0 0-4 0,0 0 2 16,0 0-5-16,0 0 7 0,0 0-7 0,0 0-2 15,0 0 5-15,5 16-9 0,-2-11-1 0,0-2-4 16,1 2 0-16,-1 0-3 0,1 0-3 0,0-1 3 16,-2 2-2-16,0-2-1 0,1 1-2 0,-3 0 3 15,0-5-6-15,3 8-1 0,-4-3 1 0,1-5 0 16,-2 8-5-16,-2-4 3 0,1 1-8 0,-1-2-14 16,1 0-25-16,-2 0-29 0,1 0-33 0,-1-1-39 15,2 0-41-15,-3-1-59 0,6-1-233 0,-10 0-512 16,4-2 227-16</inkml:trace>
        </inkml:traceGroup>
        <inkml:traceGroup>
          <inkml:annotationXML>
            <emma:emma xmlns:emma="http://www.w3.org/2003/04/emma" version="1.0">
              <emma:interpretation id="{66694665-E0BA-4639-A6DE-420EDD472A8C}" emma:medium="tactile" emma:mode="ink">
                <msink:context xmlns:msink="http://schemas.microsoft.com/ink/2010/main" type="inkWord" rotatedBoundingBox="11388,14447 12030,14451 12028,14795 11387,14792"/>
              </emma:interpretation>
              <emma:one-of disjunction-type="recognition" id="oneOf26">
                <emma:interpretation id="interp34" emma:lang="" emma:confidence="1">
                  <emma:literal/>
                </emma:interpretation>
              </emma:one-of>
            </emma:emma>
          </inkml:annotationXML>
          <inkml:trace contextRef="#ctx0" brushRef="#br0" timeOffset="-268260.9862">-2218-1144 12 0,'0'0'230'0,"0"0"-13"16,0 0-8-16,2-10-13 0,-2 10-14 0,0 0-15 0,0 0-12 16,0 0-14-16,0 0-10 0,0 0-10 0,0 0-4 15,0 0-8-15,0 0-10 0,0 0-11 0,7 12-8 16,-7-12-4-16,2 9-9 0,0-6-8 0,-2-3-6 15,2 9-2-15,-2-9-6 0,-2 9-4 0,-1-4-5 16,3-5-4-16,-4 9-2 0,1-4-8 0,0-1-7 16,-2-2-3-16,-1 1-12 0,1 0-10 0,-3-1 0 15,2 0-1-15,-1 0 0 0,2-2 0 0,0 1 1 0,5-1 0 16,-8 0 0-16,8 0 5 0,-9-2 2 0,5 1-1 16,4 1 6-16,-6-3 3 0,6 3 9 15,-6 0 5-15,6 0 12 0,-4-3 6 0,4 3 6 0,0 0 7 16,-5-3 5-16,5 3 2 0,0 0 5 0,-4-3-3 15,4 3 0-15,0 0-7 0,0 0-4 0,0 0-6 16,0 0-3-16,0 0-5 0,0 0 1 0,0 0-8 16,0 0 1-16,0 0 5 0,4 16-7 0,-3-11 0 15,1 4 1-15,-2-3-3 0,0 2 3 0,-2-1-1 16,1 3-3-16,0-2-3 0,-1 1-2 0,0 0-4 16,-2 0 7-16,-2 0-3 0,2 3-2 0,-2-3-5 15,0-2-7-15,-1 0-8 0,0 0-18 0,0 0-10 0,0-1-24 16,3-2-21-16,-2 2-30 0,1-2-29 15,2-2-36-15,-1 2-31 0,4-4-53 0,-5 1-206 16,5-1-499-16,0 0 222 0</inkml:trace>
          <inkml:trace contextRef="#ctx0" brushRef="#br0" timeOffset="-267995.3844">-2230-876 154 0,'0'0'350'16,"8"-2"-18"-16,-8 2-26 0,0 0-25 0,4-5-23 15,-4 5-29-15,2-5-27 0,-2 5-27 0,4-5-31 16,-4 5-53-16,0-5-64 0,0 5-76 0,0-7-77 16,0 7-84-16,-3-8-151 0,0 4-391 0,-4-1 173 15</inkml:trace>
          <inkml:trace contextRef="#ctx0" brushRef="#br0" timeOffset="-266948.5849">-2415-1125 11 0,'0'0'200'16,"0"0"-9"-16,0 0-2 0,0 0-13 0,0 0-12 16,0 0-14-16,0 0-8 0,0 0 0 0,-2 18-7 15,2-18-5-15,-1 6-3 0,1-6-9 0,-3 4-3 16,3-4-8-16,-3 6-8 0,3-6-7 0,-3 5-6 16,-1-3-8-16,4-2-5 0,-4 4-8 0,4-4-4 15,-6 3-9-15,6-3-5 0,-7 2-6 0,7-2-6 0,-6-1-9 16,6 1-6-16,-6 0-6 0,6 0 0 15,0 0-2-15,-8-1-4 0,8 1-1 0,-5-5 2 16,5 5-1-16,-1-7-2 0,1 7 3 0,-2-6-3 0,2 6 0 16,-2-9 0-16,2 9 0 0,-1-7 2 0,1 7-2 15,0-7 2-15,0 7-1 0,0 0 6 0,0-8-6 16,0 8-1-16,0 0-1 0,0 0 1 0,0 0-3 16,0 0 2-16,0 0-3 0,0 0 1 0,0 0-2 15,0 0 2-15,0 0-2 0,0 0 2 0,0 0-4 16,0 0 5-16,-4 19-5 0,4-19 2 0,-3 6-4 15,1-3 0-15,0 2-4 0,0-1-7 0,-2 0-10 16,-1-1-6-16,1 0-9 0,-2 1-4 0,0-1-10 0,-2-1-10 16,2-1 3-16,0 0-1 0,-1 1-3 15,1-2 3-15,-1 0 5 0,7 0 2 0,-8-3 8 16,5 1 2-16,3 2 7 0,-4-6 11 0,4 6 7 0,-3-6 10 16,3 1 10-16,0 5 12 0,-3-9 9 0,0 5 5 15,3 4 8-15,-2-9 9 0,0 4 3 0,2 5 2 16,-4-8-5-16,4 5-4 0,0 3-1 15,-4-6-4-15,4 6-1 0,0 0-3 0,-3-4-4 0,3 4-4 16,0 0 1-16,-4-2-7 0,4 2 2 0,0 0-1 16,0 0-4-16,-4 7 0 0,4-7-2 0,-1 6-1 15,1-6-5-15,0 7 5 0,0-7-6 0,-1 9 2 16,-1-4 1-16,2-5 0 0,-3 9-1 0,2-5-3 16,-2 0 2-16,1 0-6 0,-1-1 3 0,-2 1 1 15,1-1-3-15,0 0 2 0,-3 1-4 0,1-2-1 16,-3 0-3-16,3 1 2 0,-1-3-2 0,0 0 1 15,0 1-1-15,7-1 3 0,-9-1 0 0,4 1 1 0,0-2 4 16,5 2 0-16,-6-2 2 0,6 2 0 0,-5-2 6 16,5 2 3-16,-5-3-2 0,5 3 1 15,0 0-2-15,-3-5 0 0,3 5 0 0,0 0-1 0,0 0 0 16,0 0 0-16,0 0 1 0,0 0-2 0,0 0-1 16,0 0 4-16,0 0-6 0,0 0 0 0,3 17 1 15,-3-17-1-15,1 9-3 0,0-5 6 0,-1-4-5 16,1 9 0-16,-1-3-1 0,0-1 2 0,0-5 2 15,0 10-1-15,0-10-5 0,-2 8 1 0,2-8-1 16,-1 6 5-16,1-6-6 0,-2 7 0 0,2-7-7 16,-4 1-8-16,4-1-7 0,0 0-5 0,0 0-2 15,-7-2-4-15,7 2-7 0,0 0-3 0,-7-7-4 16,3 3 1-16,4 4 1 0,-2-7 4 0,2 7 1 16,-3-9 7-16,2 6 1 0,1 3 0 0,-3-10-1 15,3 10 4-15,-1-8 2 0,0 2-1 0,1 6 6 16,-3-8-1-16,2 4-1 0,-2 0 6 0,3 4 4 0,-4-6 0 15,4 6 3-15,-3-6-3 0,1 4 4 0,2 2 0 16,-6-3 1-16,6 3 4 0,-6-1-2 16,6 1 0-16,-6 0 7 0,6 0 3 0,-7 1 3 0,7-1 7 15,-7 1-2-15,2 1 1 0,5-2-1 0,-6 4 0 16,4-2-2-16,-2 1-4 0,1 1 8 0,0-1 1 16,-2 3 5-16,2-3 5 0,0 4 0 0,1-2 3 15,0 1 7-15,0 0 3 0,0 1 0 0,1-1 5 16,-1 1 5-16,2 0-1 0,2 2-1 0,0-2 1 15,0 1 4-15,1 1 2 0,0-1 0 0,2 5 2 16,-2-3-2-16,-1-1-2 0,1 0 2 0,-1 2-2 16,3 2-8-16,-3-6-2 0,0 3-1 0,-1-2-2 15,1 2-18-15,-1-3-24 0,1 1-32 0,-1-1-42 0,-1-1-49 16,1-2-58-16,-1-4-68 0,1 9-210 16,-1-9-503-16,-1 7 222 0</inkml:trace>
        </inkml:traceGroup>
        <inkml:traceGroup>
          <inkml:annotationXML>
            <emma:emma xmlns:emma="http://www.w3.org/2003/04/emma" version="1.0">
              <emma:interpretation id="{D3B4741D-121F-49E5-9B8D-C52CCE3E5575}" emma:medium="tactile" emma:mode="ink">
                <msink:context xmlns:msink="http://schemas.microsoft.com/ink/2010/main" type="inkWord" rotatedBoundingBox="12216,14334 14274,14344 14272,14801 12214,14791"/>
              </emma:interpretation>
              <emma:one-of disjunction-type="recognition" id="oneOf27">
                <emma:interpretation id="interp35" emma:lang="" emma:confidence="1">
                  <emma:literal/>
                </emma:interpretation>
              </emma:one-of>
            </emma:emma>
          </inkml:annotationXML>
          <inkml:trace contextRef="#ctx0" brushRef="#br0" timeOffset="-274904.1908">28-1133 28 0,'0'0'256'0,"0"0"-11"15,0 0-11-15,0 0-14 0,0 0-11 0,0 0-16 16,0 0-13-16,4-7-14 0,-4 7-15 0,0 0-11 15,0 0-10-15,0 0-8 0,0 0-8 0,0 0-8 16,0 0-10-16,9 11-8 0,-9-6-10 0,0-5-5 16,0 9-9-16,0-9 3 0,-1 9-14 0,-1-4-3 15,-1-1-6-15,1 2-3 0,-1 1-5 0,-1-2-3 16,0 1-4-16,0-1-1 0,1-1 0 0,-3 2-8 16,1-3 1-16,1-1-1 0,0 0-2 0,4-2 2 15,-7 4-4-15,7-4-4 0,-4 0 2 0,4 0-4 16,0 0-1-16,-8-5 1 0,6 2-1 0,2 3 1 15,-3-7 0-15,3 7-3 0,-3-7 1 0,1 2 0 0,2 5 0 16,-1-8-2-16,1 8 6 0,0-7-2 0,0 7 1 16,-2-5 0-16,2 5-1 0,0 0-1 15,-3-6-4-15,3 6 4 0,0 0-6 0,-6-1-1 0,6 1 1 16,-6 0-1-16,6 0 2 0,-7 0-4 0,7 0-5 16,-8 2-7-16,5 0-11 0,3-2-9 0,-8 3-11 15,5-1-14-15,3-2-18 0,-6 4-24 0,3-1-31 16,0 1-35-16,3-4-39 0,-5 4-41 0,4 0-179 15,1-4-458-15,-4 5 203 0</inkml:trace>
          <inkml:trace contextRef="#ctx0" brushRef="#br0" timeOffset="-274638.5923">-54-928 357 0,'0'0'338'16,"0"0"-20"-16,0 0-17 0,9-11-27 0,-9 11-29 16,5-4-22-16,-3 1-1 0,-2 3-48 0,4-5-45 0,-4 5-66 15,0 0-87-15,1-3-110 0,-1 3-281 16,0 0-449-16,0 0 199 0</inkml:trace>
          <inkml:trace contextRef="#ctx0" brushRef="#br0" timeOffset="-274201.1255">-196-1080 168 0,'-7'16'158'0,"7"-16"-12"0,0 0-14 0,-5 0-4 16,5 0-13-16,0 0-6 0,-9-1-6 0,9 1-11 15,0 0-7-15,-8-3-3 0,5 1-7 0,3 2-10 16,-6-3-3-16,6 3-7 0,-5-4-6 0,5 4-4 16,-3-5 1-16,3 5-3 0,-3-7-9 0,3 7 4 15,-2-5 0-15,2 5-3 0,0 0-2 0,0 0-9 16,2-11 1-16,-2 11 3 0,2-4 1 0,-2 4 5 16,0 0 3-16,6-3 1 0,-6 3-4 0,4-1 2 15,-4 1 2-15,0 0 5 0,0 0 3 0,8 4 3 16,-8-4-4-16,5 3-1 0,-3 0 2 0,-2-3-2 15,3 6 1-15,-2 0 5 0,1-1-5 0,-2 0 1 0,1 0 2 16,-1-5 4-16,0 11-3 0,0-5-3 0,-1 0-5 16,-1 0-5-16,-1-2-1 0,-1 4-4 0,-2-2 0 15,0-1-18-15,-1-1-22 0,0 1-44 0,0 1-47 16,0-4-67-16,-1 2-81 0,1-2-181 0,0 0-463 16,0-2 206-16</inkml:trace>
          <inkml:trace contextRef="#ctx0" brushRef="#br0" timeOffset="-273919.8975">-344-1076 226 0,'0'0'251'0,"0"0"-4"0,0 0-8 0,0 0-14 15,0 0-18-15,0 0-12 0,4 12-16 0,-4-12-10 0,0 9-9 16,0-9-9-16,-2 12-8 0,0-4-11 0,-1 0-13 16,2-1-1-16,-4 1-16 0,4 0-5 0,-4 0-12 15,-1-1-13-15,0 3 2 0,0-3-6 0,-1 1-11 16,-1-1-3-16,-2 1-14 0,3-4-22 0,0-1-25 16,-2 3-34-16,1-1-42 0,2-2-34 0,-1-2-51 15,1 1-62-15,-1-2-234 0,3 0-503 0,4 0 223 16</inkml:trace>
          <inkml:trace contextRef="#ctx0" brushRef="#br0" timeOffset="-273562.5365">-368-1210 83 0,'0'0'304'0,"3"-6"-7"16,0 1-21-16,-3 5-20 0,4-4-22 16,-2 2-23-16,-2 2-19 0,5-3-22 0,-5 3-15 0,4-1-19 15,-4 1-27-15,0 0-33 0,0 0-50 0,0 0-49 16,0 0-60-16,0 0-61 0,7 4-236 0,-7-4-411 16,0 0 183-16</inkml:trace>
          <inkml:trace contextRef="#ctx0" brushRef="#br0" timeOffset="-273248.0625">-563-1086 19 0,'0'0'241'0,"0"0"-9"0,0 0-14 15,0 0-13-15,0 0-17 0,-3 6-7 0,3-6 0 16,0 0-4-16,0 0-13 0,1 11-7 0,-1-11-9 16,2 6-5-16,-2-6-3 0,2 8-8 0,-1-3-6 15,-1 1-10-15,0-6-13 0,1 9-7 0,1-1-6 16,-2-4-8-16,0-4-1 0,0 9-6 0,0-9-9 16,0 7 2-16,0-7-5 0,-3 10-7 0,2-8-5 15,1-2-2-15,-5 8-3 0,3-5-1 0,-1 2-9 16,0-2-5-16,-1 0 4 0,1 1-3 0,-3-1-2 15,1 0-7-15,1-1 7 0,-2-1-11 0,1 1 4 16,0-1-6-16,-2 0-4 0,2 0 3 0,0-1-5 16,-2-1 2-16,-1-1 9 0,0 0-8 0,0 2-3 15,0-2 0-15,-1 1-6 0,-2-3 3 0,4 0-3 0,-2 2-1 16,3-2 1-16,-1 1-8 0,0-2-14 0,2 0 8 16,-1-1 0-16,1 1 2 0,1-2-12 15,1 2-3-15,0-3-5 0,0 1-5 0,1 0-3 0,-2-1-5 16,3 1-18-16,0 0-11 0,0-1-15 0,1 8-25 15,1-10-27-15,1 5-32 0,-1-2-37 0,2 1-24 16,1-2-251-16,-1 2-519 0,1-1 231 0</inkml:trace>
          <inkml:trace contextRef="#ctx0" brushRef="#br0" timeOffset="-273060.5833">-660-1185 39 0,'0'0'298'0,"2"-5"-10"16,-2 5-10-16,2-7-9 0,-2 7-24 0,2-4-19 16,-2 4-21-16,3-6-19 0,-3 6-20 0,2-5-18 0,-2 5-25 15,0 0-42-15,3-4-65 0,-3 4-78 0,0 0-102 16,0 0-227-16,0 0-423 0,0 0 188 0</inkml:trace>
          <inkml:trace contextRef="#ctx0" brushRef="#br0" timeOffset="-272466.8701">-914-1216 152 0,'0'0'250'0,"0"-6"-10"16,0 6-7-16,0 0-19 0,0 0-17 0,0 0-14 15,0 0-19-15,0 0-8 0,0 0-3 0,0 0-8 0,0 0-10 16,0 0-6-16,4 17-15 0,-4-12-9 0,1 3-12 15,-1-1-9-15,1 3-7 0,-1-1-8 16,1 0-4-16,-1 0-8 0,0 3-12 0,0-2-19 0,0-1-24 16,-1 1-33-16,0-1-48 0,0 0-56 0,1-4-45 15,-1 2-73-15,-2-1-149 0,1 0-435 0,0-3 192 16</inkml:trace>
          <inkml:trace contextRef="#ctx0" brushRef="#br0" timeOffset="-271882.7771">-1014-1121 89 0,'0'0'201'16,"0"0"-10"-16,0 0-8 0,0 0-8 0,0 0-12 15,0 0-13-15,0 0-10 0,0 0-13 0,0 0-10 0,6 20-5 16,-6-17-10-16,0-3-10 0,0 7-10 0,0-7-7 15,0 6-5-15,0-6-8 0,0 0-6 0,-2 6-2 16,2-6-9-16,-3 5-5 0,3-5-2 0,-5 3-6 16,1-2-3-16,4-1-5 0,-9 1-1 0,9-1-1 15,-9-1-2-15,3 0-3 0,-1 0-3 0,2-3 1 16,-2 1-2-16,1 1-3 0,0-3 1 0,0 2-7 16,0-1 5-16,2 0 3 0,0 1 3 0,1-1 8 15,0 1 9-15,3 3 13 0,-4-8 4 0,1 2 3 0,1 3 4 16,2 3 3-16,-3-6 5 0,3 6 3 0,-2-6-2 15,2 6-1-15,-4-4-3 0,4 4-1 16,0 0-6-16,0 0-4 0,-2-5-16 0,2 5 8 16,0 0-8-16,0 0-4 0,0 0-1 0,0 0-1 0,0 0-4 15,0 0-3-15,0 0-4 0,6 17-2 0,-3-13-8 16,-1 2 5-16,1-1 3 0,0 1 6 0,-1-2-14 16,-1 1 2-16,1 1-5 0,-2-2 3 0,0-4 0 15,0 11-7-15,0-11-1 0,-3 8-9 0,1-4-4 16,-1-1-13-16,0 1-9 0,0-1-21 0,-2 0-12 15,5-3-12-15,-6 3-30 0,2-1-25 0,0 0-18 16,4-2-24-16,-9 0-21 0,9 0-20 0,-8 0-199 16,3-2-452-16,5 2 199 0</inkml:trace>
          <inkml:trace contextRef="#ctx0" brushRef="#br0" timeOffset="-271732.5593">-1013-952 109 0,'2'3'268'0,"-2"-3"-10"0,0 0-13 0,0 0-16 16,0 0-16-16,0 0-14 0,0 0-14 0,0 0-15 15,-13 3-19-15,13-3-11 0,-9 0-18 0,3-1-5 16,-1 1-26-16,1-2-36 0,-2 2-41 0,3-3-58 15,-1 1-77-15,0 0-98 0,0-2-145 0,-1 2-394 16,0 0 175-16</inkml:trace>
          <inkml:trace contextRef="#ctx0" brushRef="#br0" timeOffset="-271349.575">-1313-1131 137 0,'0'0'196'15,"0"0"-11"-15,0 0-8 0,0 0-5 0,0 0-9 16,0 0-12-16,10 13-11 0,-7-11-6 0,-3-2-3 15,2 7-11-15,-1-2-10 0,-1-5-3 0,1 9-10 16,-1-9-5-16,0 7-6 0,0-7-3 0,-4 8-8 16,3-5-4-16,1-3-9 0,-6 7-3 0,4-5-6 15,2-2-5-15,-7 5-4 0,3-3-6 0,4-2-4 16,-6 2-3-16,1-1-3 0,5-1 0 0,-6 2-6 0,6-2-2 16,-9-1 0-16,9 1 1 0,-7-2-8 0,7 2 3 15,-7-4 1-15,4 1-1 0,3 3 0 0,-5-7 0 16,4 3 0-16,1 4-4 0,-2-9 2 0,2 9-1 15,2-11-3-15,-2 5 2 0,3 0-5 0,-2 1-14 16,2-2-20-16,0 2-26 0,-1 2-38 0,1-1-37 16,-3 4-34-16,2-7-36 0,-2 7-211 0,3-3-441 15,-3 3 196-15</inkml:trace>
          <inkml:trace contextRef="#ctx0" brushRef="#br0" timeOffset="-269229.6295">-1457-1140 95 0,'0'0'123'0,"0"0"3"0,0 0-7 16,0 0 3-16,0 0-5 0,0 0 0 15,-3-4-3-15,3 4-5 0,0 0-4 0,0 0-6 0,0 0-4 16,0 0 2-16,0 0-6 0,-7 0-3 0,7 0-6 16,0 0-5-16,0 0-1 0,-6 0-5 0,6 0-7 15,0 0-2-15,-8-1-4 0,8 1 0 0,-7 0-6 16,7 0-3-16,-7 0-6 0,7 0-6 0,-8 0 0 15,3-2-5-15,5 2-1 0,-9 2-11 0,5-2-13 16,4 0-25-16,-7 2-38 0,4 0-39 0,3-2-44 16,-6 4-67-16,6-4-121 0,-6 4-353 0,4-2 156 15</inkml:trace>
          <inkml:trace contextRef="#ctx0" brushRef="#br0" timeOffset="-270729.5473">-1514-1147 70 0,'0'0'160'0,"0"0"-10"16,-9 4-16-16,9-4-12 0,-5 3-12 0,2 0-12 15,3-3-3-15,-3 4-12 0,3-4-14 0,-6 5-6 16,5-3 1-16,1-2-13 0,-6 5-3 0,6-5-3 16,-1 5 0-16,1-5-5 0,-2 7-9 0,2-7-4 15,0 0 2-15,5 9 0 0,-3-6-5 16,1-1-4-16,0 1-6 0,2 0 1 0,-1-2-3 0,-1 1 8 15,-3-2-3-15,9 3 3 0,-4-2 6 0,-1 0 1 0,-4-1 11 16,7 2 6-16,-4-2-1 0,-3 0 5 0,0 0 8 16,6 2 4-16,-6-2-7 0,0 0 3 15,5 0-2-15,-5 0-3 0,0 0-6 16,0 0-6-16,0 0-2 0,0 0-7 0,0 0-4 16,0 0 0-16,0 0-5 0,0 0-1 0,0 0 0 15,0 0-5-15,-18 3-2 0,14-3-1 0,-2 1 4 0,0 0-7 0,1 0 2 0,-2 0-2 16,1 0-1-16,-2 0 0 0,1 1-2 0,-1-2 0 15,1 2-2-15,0-2-2 0,1 0 4 0,0 0-2 16,-1 1 2-16,0-1-6 0,0-1-4 0,7 1 7 16,-10-1 0-16,4-2 1 0,0 1-1 0,1 0 2 15,1-1 0-15,4 3-1 0,-7-5 7 0,4 2 9 16,1-1 9-16,0 0 2 0,2 4-2 0,-4-10 3 16,4 5-1-16,-2-2 1 0,3-1 9 0,-1-1-1 15,1-1-1-15,1-2-2 0,1-3 3 0,0 2-7 16,2 1 0-16,-1-1-6 0,0 1-3 0,0-1 1 0,-1 4-7 15,1 0-3-15,-3 3 3 0,1-1-3 16,0 3-10-16,-1 0-23 0,-1 4-26 0,0 0-26 16,0 0-39-16,0 0-43 0,0 0-68 0,0 0-230 0,0 0-486 15,-11 10 215-15</inkml:trace>
          <inkml:trace contextRef="#ctx0" brushRef="#br0" timeOffset="-269995.1964">-1753-1222 76 0,'0'0'270'0,"-3"-5"-17"0,3 5-26 15,0 0-17-15,0 0-14 0,0 0-17 0,0 0-10 0,0 0-8 16,0 0-10-16,0 0-11 0,5 15-12 15,-4-8-8-15,1-1-5 0,0 2-7 0,-2-1-2 16,2 0-12-16,-2 1-11 0,0 0-2 0,0-1-6 0,-2 0-7 16,0 0-1-16,0 2-5 0,-2-1-7 0,2-3-4 15,-3 1-8-15,-1 1 5 0,0 0-8 0,0-2-4 16,-2 0-6-16,-1 1 5 0,3-4-15 0,-2 2 3 16,1-2 0-16,0 0-8 0,1-1-3 0,0-1-4 15,-1 1-2-15,7-1 2 0,-8-2 1 0,3 1-7 16,5 1 7-16,-7-4-2 0,3 4 4 0,4 0-1 15,-5-4-7-15,5 4 3 0,-4-2 4 0,4 2-7 16,0 0 3-16,-5-3-3 0,5 3 3 0,0 0-4 16,0 0-2-16,0 0 1 0,0 0 1 0,0 0-3 15,0 0 2-15,0 0 2 0,7 15-7 0,-5-12 4 16,-2-3-1-16,2 9 1 0,0-6-2 0,-2 1 6 16,0-4 2-16,0 9-4 0,0-9 2 0,0 9-1 0,0-9-3 15,0 8-2-15,0-8-8 0,-3 6 4 0,3-6-9 16,-3 3-5-16,3-3-2 0,-5 2-7 15,5-2 0-15,0 0-11 0,0 0 0 0,-7-5-5 0,7 5-2 16,-6-6 4-16,4 2-2 0,0-1 4 0,2 5 1 16,-4-8 0-16,1 4 3 0,0-4 3 0,0 4 3 15,1-3 5-15,-1 3 0 0,1-1 2 0,-1 1 3 16,3 4 1-16,-6-6 5 0,4 3 2 0,2 3 1 16,-7-4-2-16,7 4 1 0,-4-3 4 0,1 0 0 15,3 3 1-15,-6-3 3 0,6 3-5 0,-6 0 6 16,6 0 0-16,-7 0 10 0,7 0 0 0,-7 1 8 15,3 0 3-15,4-1 0 0,-7 2-3 0,5 1 1 16,2-3 4-16,-7 5 4 0,3-2 4 0,2 2 3 0,-2 0 9 16,-1 2 8-16,2-1-2 0,0 1 9 15,0 0 6-15,0 1 0 0,2 0-2 0,-1 0 1 16,1 0 3-16,1 1-4 0,0 0 4 0,0 3 3 0,2-3-3 16,-1 3-6-16,2-3-2 0,0 4-5 0,-2-4 3 15,2 2-19-15,0 2 2 0,-1-3-5 0,0 3 0 16,-1-1-10-16,1 0-13 0,-1-3-21 0,-2-1-27 15,1 0-29-15,0-2-36 0,0-6-47 0,-1 10-55 16,1-10-57-16,-2 6-281 0,2-6-592 0,-1 4 262 16</inkml:trace>
        </inkml:traceGroup>
        <inkml:traceGroup>
          <inkml:annotationXML>
            <emma:emma xmlns:emma="http://www.w3.org/2003/04/emma" version="1.0">
              <emma:interpretation id="{32F1A0A8-1934-40FD-9301-F59E93B2D3D9}" emma:medium="tactile" emma:mode="ink">
                <msink:context xmlns:msink="http://schemas.microsoft.com/ink/2010/main" type="inkWord" rotatedBoundingBox="14484,14408 14552,14409 14551,14584 14483,14583"/>
              </emma:interpretation>
              <emma:one-of disjunction-type="recognition" id="oneOf28">
                <emma:interpretation id="interp36" emma:lang="" emma:confidence="1">
                  <emma:literal>(</emma:literal>
                </emma:interpretation>
                <emma:interpretation id="interp37" emma:lang="" emma:confidence="0">
                  <emma:literal>&lt;</emma:literal>
                </emma:interpretation>
                <emma:interpretation id="interp38" emma:lang="" emma:confidence="0">
                  <emma:literal>.</emma:literal>
                </emma:interpretation>
                <emma:interpretation id="interp39" emma:lang="" emma:confidence="0">
                  <emma:literal>,</emma:literal>
                </emma:interpretation>
                <emma:interpretation id="interp40" emma:lang="" emma:confidence="0">
                  <emma:literal>'</emma:literal>
                </emma:interpretation>
              </emma:one-of>
            </emma:emma>
          </inkml:annotationXML>
          <inkml:trace contextRef="#ctx0" brushRef="#br1" timeOffset="604172.8564">319-1196 85 0,'0'0'218'16,"0"0"-7"-16,0 0-5 0,0 0-4 0,0 0-6 0,0 0-1 16,0 0-10-16,0 0-7 0,0 0-12 0,0 0-9 15,0 0-8-15,-12 11-8 0,12-11-2 16,-3 7-6-16,0-3-10 0,0-1-7 0,3-3-12 0,-4 7-11 16,0-1-7-16,-1-1-9 0,1 1-3 0,1-2-11 15,-1 2-5-15,2-3-6 0,-1 2 1 16,0-1-8-16,0 0 0 0,0 1-8 0,3-5-1 0,-4 7 6 15,2-3-8-15,0 0-8 0,2-4 5 0,-1 8-6 16,1-8 0-16,1 8-2 0,1-3-3 0,1-1-3 16,-1 1 2-16,2-1-2 0,0 1-8 0,1 0-12 15,-2 0-20-15,1-2-35 0,2 2-36 0,-3-1-48 16,2 2-66-16,-1-4-55 0,-1 2-257 0,1-1-564 16,0 1 250-16</inkml:trace>
        </inkml:traceGroup>
      </inkml:traceGroup>
    </inkml:traceGroup>
    <inkml:traceGroup>
      <inkml:annotationXML>
        <emma:emma xmlns:emma="http://www.w3.org/2003/04/emma" version="1.0">
          <emma:interpretation id="{1F5436DE-31CB-4269-A0A5-72FAACA47711}" emma:medium="tactile" emma:mode="ink">
            <msink:context xmlns:msink="http://schemas.microsoft.com/ink/2010/main" type="paragraph" rotatedBoundingBox="14669,13652 10751,13678 10747,13103 14665,1307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2AA2946C-8F68-4288-BB53-D0B2432C8243}" emma:medium="tactile" emma:mode="ink">
              <msink:context xmlns:msink="http://schemas.microsoft.com/ink/2010/main" type="line" rotatedBoundingBox="14669,13652 10751,13678 10747,13103 14665,13077"/>
            </emma:interpretation>
          </emma:emma>
        </inkml:annotationXML>
        <inkml:traceGroup>
          <inkml:annotationXML>
            <emma:emma xmlns:emma="http://www.w3.org/2003/04/emma" version="1.0">
              <emma:interpretation id="{911B5269-5A07-4118-BE4A-659DAC918376}" emma:medium="tactile" emma:mode="ink">
                <msink:context xmlns:msink="http://schemas.microsoft.com/ink/2010/main" type="inkWord" rotatedBoundingBox="14668,13499 13289,13508 13287,13169 14666,13160"/>
              </emma:interpretation>
              <emma:one-of disjunction-type="recognition" id="oneOf29">
                <emma:interpretation id="interp41" emma:lang="" emma:confidence="1">
                  <emma:literal/>
                </emma:interpretation>
              </emma:one-of>
            </emma:emma>
          </inkml:annotationXML>
          <inkml:trace contextRef="#ctx0" brushRef="#br0" timeOffset="-285637.7829">38-2263 167 0,'0'0'221'0,"0"0"-6"15,0 0-13-15,0 0-11 0,3-4-16 0,-3 4-15 16,0 0-3-16,0 0-18 0,0 0-9 0,0 0-5 16,0 0-8-16,0 0-7 0,0 0-6 0,0 0-8 15,0 0-6-15,-9 17-9 0,8-14-5 0,-2 1-7 16,3-4-5-16,-6 7-11 0,3-3-1 0,0-1-7 15,-2 1-2-15,2 0-1 0,-1 0-7 16,-2 0-1-16,2-2-6 0,-1 0-3 0,2 1-12 0,3-3-10 16,-8 3-7-16,8-3-16 0,-7 1-3 0,7-1-13 15,-7-1-8-15,7 1 1 0,-7-3-2 0,3 0-6 16,1 0 4-16,0 0 4 0,3 3 5 0,-4-8-2 16,3 3 8-16,-1-1-1 0,2 6 4 0,-1-9 1 15,1 9 7-15,1-11-2 0,-1 4 5 0,2 3 0 16,-2 4 5-16,3-10-4 0,-3 6 4 0,0 4 3 15,3-11 4-15,-2 9-5 0,-1 2 5 0,0 0-3 0,2-9 4 16,-2 9-1-16,0 0 0 0,1-3-1 16,-1 3 2-16,0 0-3 0,0 0 1 0,0 0 4 15,0 0-1-15,0 0 0 0,0 0 4 0,0 0-4 0,0 0 2 16,-15 5-2-16,13-2 2 0,2-3 0 0,-8 4 1 16,4-2-5-16,-1 1 2 0,2 0-5 0,3-3-2 15,-6 3-3-15,3-1-2 0,3-2 3 0,-3 4 3 16,3-4-6-16,-1 5 6 0,1-5 3 0,0 0-3 15,0 0 2-15,2 10-1 0,-2-10-1 0,2 5 9 16,-2-5-8-16,3 5 6 0,-3-5-7 0,4 3 6 16,-4-3 2-16,2 4 2 0,-2-4 0 0,5 3-1 15,-5-3 2-15,2 4 2 0,-2-4 2 0,0 0-2 16,4 2 0-16,-4-2-1 0,0 0 6 0,3 3-4 16,-3-3-1-16,0 0 6 0,0 0-1 0,0 0 3 15,0 0-5-15,0 0 9 0,0 0-3 0,-8 8 1 16,8-8 0-16,-7 2-2 0,2-2 3 0,5 0-2 15,-7 2-7-15,1-1 2 0,6-1-1 0,-7 0 0 16,7 0 2-16,-10-2-4 0,5 0 2 0,-1 0 0 16,1-2 2-16,-1 1 0 0,-1-1 0 0,0 1 3 15,1-2 2-15,0 2 5 0,0-1 2 0,0-3 5 16,0 4-1-16,0-2 8 0,2 1 2 0,-2-1 9 16,1 1 3-16,1 1 7 0,4 3 2 0,-6-4 2 0,3 2 6 15,3 2 0-15,-4-5-2 0,4 5-2 0,-4-4-3 16,4 4-3-16,0 0-6 0,0 0-5 15,-4-1-1-15,4 1-7 0,0 0 3 0,0 0-6 0,0 0-4 16,0 0-4-16,0 0-3 0,0 0-1 0,0 0 0 16,0 0-2-16,6 15-2 0,-5-9 1 0,1 0-1 15,1-1-4-15,0 2-1 0,-2 1-3 0,2-1 0 16,-1 0 0-16,-2 0-1 0,1-2 2 0,-1-5 0 16,-1 11-5-16,-1-4 0 0,0-2 5 0,-1 0-12 15,-1-1-8-15,-1-1-16 0,-1 0-18 0,0-2-21 16,0 0-38-16,0 0-30 0,-1-2-48 0,7 1-55 15,-12-2-224-15,7-1-499 0,2 0 222 0</inkml:trace>
          <inkml:trace contextRef="#ctx0" brushRef="#br0" timeOffset="-285294.0669">90-2381 35 0,'0'0'232'0,"0"0"-7"16,0 0-5-16,0 0-11 0,0 0-9 0,0 0-11 16,0 0-10-16,0 0-17 0,0 0-13 0,0 0-15 15,0 0-13-15,0 0-10 0,0 0-14 0,0 0-11 16,-19-1-10-16,12 1-26 0,0-1-31 0,1 1-50 16,1 0-39-16,-3-2-51 0,2 1-48 0,0 1-182 15,-1-1-379-15,7 1 167 0</inkml:trace>
          <inkml:trace contextRef="#ctx0" brushRef="#br0" timeOffset="-285090.9573">-64-2425 208 0,'6'-11'276'15,"-6"11"-16"-15,1-3-18 0,-1 3-19 0,0 0-20 16,5-2-18-16,-5 2-21 0,0 0-22 0,0 0-43 16,0 0-54-16,0 0-63 0,0 0-60 0,0 0-73 15,0 0-149-15,0 0-325 0,0 0 143 0</inkml:trace>
          <inkml:trace contextRef="#ctx0" brushRef="#br0" timeOffset="-284856.5971">-245-2410 53 0,'0'0'284'0,"3"-4"-22"0,-3 4-17 15,1-5-24-15,-1 5-19 0,0 0-22 0,2-4-21 16,-2 4-21-16,0 0-35 0,0 0-47 0,0 0-58 16,0 0-67-16,0 0-68 0,0 0-146 0,0 0-306 15,0 0 135-15</inkml:trace>
          <inkml:trace contextRef="#ctx0" brushRef="#br0" timeOffset="-284184.774">-388-2103 24 0,'0'0'286'16,"5"0"-11"-16,-5 0-14 0,0 0-21 0,0 0-20 0,0 0-17 15,0 0-17-15,0 0-18 0,0 0-18 0,-21 3-15 16,14-5-14-16,-5 1-13 0,4-1-58 0,-3 1-65 16,0 0-89-16,0-1-109 0,0 1-137 0,0-3-378 15,0 0 168-15</inkml:trace>
          <inkml:trace contextRef="#ctx0" brushRef="#br0" timeOffset="-284403.4982">-402-2266 218 0,'2'-4'265'0,"-2"4"-21"16,0 0-25-16,3-3-23 0,-3 3-16 0,0 0-16 15,0 0-11-15,0 0-13 0,0 0-13 0,0 0-11 0,0 14-13 16,0-14-6-16,0 7-9 0,0-7-9 0,-2 9-4 16,1-3-5-16,-1-1-11 0,0-2-5 0,0 2 0 15,0 0-6-15,-1-1-8 0,3-4-2 16,-4 7 1-16,2-5-5 0,2-2-6 0,-5 4 3 0,5-4-5 16,-6 1-2-16,6-1-2 0,-6-2-1 0,6 2-2 15,-8-3-2-15,5 0 0 0,0-1-4 0,3 4-2 16,-7-6-1-16,5 2 3 0,-1-1-3 0,3 5-2 15,-3-10 5-15,2 5-3 0,-2 1 1 0,3 4 2 16,-3-8 3-16,1 5 3 0,2 3 1 0,-2-7-1 16,2 7-1-16,-3-5-2 0,3 5 1 0,-4-4-2 15,4 4-4-15,-5-2 1 0,5 2-5 0,0 0-2 16,0 0 2-16,-9 5-4 0,9-5 4 0,-5 4 5 16,1-2-11-16,0 4 3 0,-1-2-2 0,2 1-11 15,-1 0-20-15,-1 2-26 0,2-2-46 0,-1 0-45 16,0 0-50-16,2-2-59 0,-1 2-185 0,3-5-476 15,-4 8 211-15</inkml:trace>
          <inkml:trace contextRef="#ctx0" brushRef="#br0" timeOffset="-283231.7146">-713-2207 110 0,'0'0'222'15,"0"0"-10"-15,0 0-9 0,0 0-15 0,0 0-17 16,15 5-10-16,-15-5-17 0,6 5-8 0,-3-1-10 16,-1 0-13-16,1-1-7 0,-1 2-9 0,1-1-8 15,-1 1-6-15,-2-5 0 0,2 10-9 0,-1-7-11 16,0 2-3-16,-1-5-7 0,0 9-2 0,0-9-5 16,0 6-4-16,0-6-3 0,-3 6-6 0,3-6 1 0,-4 4-8 15,-1-2 0-15,1-1-2 0,4-1-10 0,-8 1-2 16,8-1-4-16,-7-1-2 0,7 1-1 15,-9-3 3-15,6 2-4 0,-1-3 1 0,1 0-3 0,3 4-3 16,-5-9-2-16,2 5 6 0,3 4-4 0,-1-8 4 16,-1 1-6-16,1 1 4 0,1 6 0 0,0-11 3 15,0 5-1-15,0 6-1 0,0-9 3 0,1 1 5 16,0 3 1-16,-1 5 5 0,2-8 5 0,-2 8 2 16,2-6 1-16,-2 6 3 0,1-6-1 0,-1 6-7 15,0 0 0-15,0 0-4 0,2-5-2 0,-2 5-2 16,0 0 4-16,0 0-1 0,0 0-6 0,0 0 3 15,0 0-5-15,-12 11 1 0,8-9-2 0,0 1-4 16,1 1-1-16,-1-1 0 0,-1 1-5 0,-1-1 2 0,0 1-5 16,1-3 0-16,-2 3 0 0,1-2-2 15,1 1-2-15,1-2 2 0,4-1-4 0,-7 4-6 16,3-3-6-16,4-1 1 0,-9 0-2 0,9 0 9 0,-6 0-2 16,6 0 0-16,-7-3 1 0,7 3 6 0,-6-4-2 15,3 1 6-15,3 3-2 0,-4-6 3 0,4 6 0 16,-2-8 7-16,2 8 7 0,-1-6 7 0,1 6 4 15,-2-7 1-15,2 7 4 0,0-6 4 0,0 6-2 16,0 0 3-16,0-8-2 0,0 8-1 0,0 0-3 16,0 0 0-16,0-6-2 0,0 6-4 0,0 0-1 15,0 0 2-15,0 0-3 0,0 0 1 0,0 0-6 16,0 0 3-16,0 0-4 0,0 0 1 0,0 0-2 16,0 0 3-16,0 0-4 0,-2 22 7 0,1-17-7 15,1-5-2-15,-3 8 2 0,0-1 1 0,0-3-3 16,1 1 2-16,-2 1-1 0,-1-1-6 0,0-2 3 15,1 1-3-15,-1-2-2 0,1 1 2 0,-1 0-1 0,1-2 3 16,-1 1-4-16,-1-1 5 0,6-1-7 0,-10 0 3 16,10 0 3-16,-8-3-2 0,5 2 7 15,3 1-3-15,-7-6 1 0,5 1 1 0,2 5 1 0,-3-7 12 16,2 2 14-16,1 5-5 0,-1-13 2 0,1 5 9 16,2 0 3-16,0-3 1 0,1-1-2 0,2-2 9 15,-1-1-7-15,1-5-13 0,1 2 2 0,-1 4-3 16,-2 1 5-16,1 0-10 0,-2 5-4 0,1 0-13 15,-1 2-13-15,-2 1-31 0,0 5-37 0,2-7-35 16,-2 7-39-16,0 0-31 0,0 0-45 0,0 0-67 16,0 0-162-16,0 0-493 0,0 0 219 0</inkml:trace>
          <inkml:trace contextRef="#ctx0" brushRef="#br0" timeOffset="-283044.2292">-826-2380 32 0,'3'-3'286'0,"-3"3"-12"15,6-5-18-15,-4 2-20 0,-2 3-26 0,6-6-18 0,-6 6-23 16,4-3-15-16,-4 3-23 0,0 0-36 0,3-2-42 16,-3 2-48-16,0 0-54 0,0 0-77 0,0 0-194 15,0 0-347-15,-15 11 154 0</inkml:trace>
          <inkml:trace contextRef="#ctx0" brushRef="#br1" timeOffset="602438.6375">430-2200 42 0,'0'0'215'0,"0"0"-3"0,5-2-4 0,-5 2-5 15,0 0-10-15,0 0-5 0,0 0-14 0,0 0-5 16,0 0-8-16,0 0-11 0,0 0-10 0,-17 0-10 16,10 0-17-16,1 0-12 0,-1 0-9 0,0 0-6 15,-1 0-11-15,0 0-12 0,-2-1-23 0,1 1-29 16,2 0-29-16,-4 0-28 0,4 0-35 0,0 0-34 16,2-2-32-16,5 2-36 0,-10-2-180 0,10 2-393 15,-6-1 174-15</inkml:trace>
          <inkml:trace contextRef="#ctx0" brushRef="#br1" timeOffset="602641.7056">420-2255 194 0,'0'0'229'15,"0"0"-14"-15,0 0-14 0,0 0-16 0,0 0-11 0,-16 5-13 16,12-4-20-16,4-1-11 0,-10 2-13 0,3-1-12 15,1-1-8-15,-1 1-18 0,2-1-27 0,-2 1-32 16,1-1-34-16,-1 0-28 0,7 0-37 0,-8-1-31 16,8 1-42-16,-8-1-133 0,8 1-307 0,-6-3 137 15</inkml:trace>
          <inkml:trace contextRef="#ctx0" brushRef="#br1" timeOffset="602922.9588">344-2320 63 0,'0'0'227'0,"0"0"-13"0,0 0-6 0,0 0-11 16,0 0-11-16,0 0-14 0,0 0-8 0,0 0-3 15,0 0-4-15,0 0-13 0,-12 8-1 0,9-4-11 16,3-4-7-16,-4 7 3 0,1-3-12 0,0 2 0 16,-1 0-4-16,1 0-10 0,-2-1 4 0,0 0-16 15,0 1-5-15,1-1-11 0,-1 1 0 0,-1-1-9 16,2 1 0-16,0-1-3 0,1-1-6 0,0 3 1 15,1-2-4-15,0 1 6 0,-1-2-13 0,3 1-2 0,0-5-10 16,0 10-1-16,2-5 1 0,-1 1-7 16,2 0 10-16,1-1-18 0,1 0-4 0,1 0-13 15,2 0-23-15,-1 1-38 0,3 0-32 0,-3-2-58 16,3 3-75-16,-3-3-51 0,-1 3-257 0,0-1-574 0,-2 0 254 16</inkml:trace>
        </inkml:traceGroup>
        <inkml:traceGroup>
          <inkml:annotationXML>
            <emma:emma xmlns:emma="http://www.w3.org/2003/04/emma" version="1.0">
              <emma:interpretation id="{27B98B89-64E4-4886-8DCE-746DA6483A72}" emma:medium="tactile" emma:mode="ink">
                <msink:context xmlns:msink="http://schemas.microsoft.com/ink/2010/main" type="inkWord" rotatedBoundingBox="13100,13555 12577,13558 12575,13330 13098,13327"/>
              </emma:interpretation>
              <emma:one-of disjunction-type="recognition" id="oneOf30">
                <emma:interpretation id="interp42" emma:lang="" emma:confidence="1">
                  <emma:literal/>
                </emma:interpretation>
              </emma:one-of>
            </emma:emma>
          </inkml:annotationXML>
          <inkml:trace contextRef="#ctx0" brushRef="#br0" timeOffset="-281794.3227">-1520-2047 309 0,'0'0'318'0,"0"0"-13"0,0 0-26 0,8-3-23 16,-8 3-17-16,3-3-34 0,-3 3-17 0,4-4-18 0,-4 4-32 16,0 0-44-16,3-4-69 0,-3 4-79 0,0 0-84 15,0 0-251-15,0 0-422 0,-5-10 186 0</inkml:trace>
          <inkml:trace contextRef="#ctx0" brushRef="#br0" timeOffset="-282013.0465">-1141-2235 13 0,'0'0'236'0,"4"3"-21"0,-4-3-17 0,0 0-16 15,2 3-18-15,-2-3-15 0,1 4-15 0,-1-4-11 16,0 0-15-16,0 9-10 0,0-9-9 0,0 0-9 16,-3 9-8-16,3-9-5 0,-3 6-5 0,0-3-4 15,3-3-9-15,-4 5-4 0,1-2-7 0,3-3-4 16,-6 5-3-16,3-3-10 0,3-2-10 0,-7 2-12 15,7-2-8-15,-6 0-6 0,6 0-2 0,-6 0-3 16,6 0-2-16,-6-2 0 0,6 2-4 0,-6-4 9 16,3 1-3-16,3 3 0 0,-4-6 8 0,1 3 0 15,3 3 0-15,-1-8 2 0,1 8 1 0,-1-7 9 0,1 7 8 16,0-9 3-16,0 9 12 0,1-8 3 0,-1 8 3 16,0-6 3-16,0 6 0 0,0 0-2 15,2-6-1-15,-2 6-2 0,0 0 1 0,0 0-7 0,3-4 1 16,-3 4-1-16,0 0 2 0,0 0 0 0,0 0 2 15,0 0-1-15,0 0 2 0,0 0-4 0,0 0-3 16,2 13-1-16,-2-13 2 0,0 0-3 0,-3 10-5 16,0-7 0-16,3-3 1 0,-5 7-1 0,1-4-6 15,1 0 5-15,3-3-1 0,-7 4-1 0,5-2-3 16,-2-1-4-16,4-1-14 0,-7 3-3 0,3-2-9 16,4-1 0-16,-9 0-7 0,9 0 8 0,-7 0-13 15,7 0 5-15,-7-2 3 0,3-1 5 0,0-1-2 0,4 4 10 16,-6-5-3-16,4 2 7 0,2 3 4 15,-4-7 1-15,3 3 5 0,1 4 5 0,-2-8 5 16,2 8 10-16,0-7 4 0,0 7 2 0,0 0-2 0,-2-6 3 16,2 6-2-16,0 0-4 0,0 0 2 0,0 0-4 15,0 0-4-15,0 0 0 0,0 0-2 0,0 0 0 16,0 0 2-16,0 0-4 0,0 0-2 16,0 0 3-16,0 0-1 0,0 0 3 0,0 0-1 0,0 0-2 15,2 21-3-15,-2-21 0 0,-4 5-1 0,1-2 4 16,0 1-3-16,-2-2 4 0,1 2-6 0,0-2 4 15,-1 1-4-15,1-2-1 0,0 2 3 0,4-3-4 16,-8 1-4-16,8-1-1 0,-7 0 5 0,7 0-1 16,-8-4-6-16,3 3 3 0,2-1 0 0,-1-1 0 15,-2 1 0-15,3-1 1 0,-4-1 0 0,4-1-1 16,-2 0 3-16,1 0-1 0,2 2 3 0,2 3 8 16,-5-7 8-16,3 3 8 0,2 4-2 0,-2-7 3 0,2 7 6 15,-1-5 5-15,1 5-1 0,0 0 0 0,1-9 0 16,-1 9 4-16,2-5 2 0,-2 5 4 15,2-4-3-15,-2 4-3 0,0 0-2 0,0 0 3 0,5-1-3 16,-5 1-5-16,0 0 1 0,0 0-2 0,0 0-4 16,0 0 1-16,0 0 2 0,6 7-4 0,-6-7-8 15,0 6-1-15,0-6 1 0,2 6 0 0,-2-6 3 16,-2 7-5-16,2-7-8 0,0 7 0 0,0-7 6 16,-1 8-3-16,1-8 4 0,-2 9 0 0,0-6-2 15,0 2-2-15,2-5-3 0,-4 7 1 0,0-3 3 16,1 0-9-16,-2-2 9 0,1 2-8 0,-3-1-1 15,1 0 4-15,-2-1 10 0,0 1-14 0,-2-1-2 16,-2-1 0-16,2 1-1 0,-1-1-1 0,-1 1 3 16,1-2-3-16,0 0 2 0,-1-3-10 0,-2 0 2 15,3 1-3-15,-5-4-14 0,2 2 4 0,2-1-7 16,-4-1 2-16,4 1 0 0,2 2-5 0,3-1 6 0,1 0-3 16,2 2-2-16,0-2-6 0,1 0-13 0,0 1-15 15,3 3-14-15,-3-8-18 0,3 8-18 16,2-8-22-16,-2 8-21 0,4-5-22 0,-4 5-24 0,4-7-59 15,-1 5-170-15,-3 2-462 0,6-3 204 0</inkml:trace>
        </inkml:traceGroup>
        <inkml:traceGroup>
          <inkml:annotationXML>
            <emma:emma xmlns:emma="http://www.w3.org/2003/04/emma" version="1.0">
              <emma:interpretation id="{F495211B-8844-4C5F-9EC5-18A5FAB734F1}" emma:medium="tactile" emma:mode="ink">
                <msink:context xmlns:msink="http://schemas.microsoft.com/ink/2010/main" type="inkWord" rotatedBoundingBox="12409,13667 10751,13678 10747,13103 12405,13092"/>
              </emma:interpretation>
              <emma:one-of disjunction-type="recognition" id="oneOf31">
                <emma:interpretation id="interp43" emma:lang="" emma:confidence="1">
                  <emma:literal/>
                </emma:interpretation>
              </emma:one-of>
            </emma:emma>
          </inkml:annotationXML>
          <inkml:trace contextRef="#ctx0" brushRef="#br0" timeOffset="-279435.1225">-2461-2317 244 0,'0'0'229'16,"0"0"-16"-16,0 0-14 0,0 0-17 0,0 0-16 16,0 0-12-16,-16 2-16 0,16-2-11 0,-9 1-15 15,4 0-10-15,2 1-9 0,-2-1-11 0,5-1-19 16,-8 2-28-16,3 0-36 0,5-2-40 0,-6 3-49 16,6-3-65-16,0 0-154 0,-4 1-335 0,4-1 148 15</inkml:trace>
          <inkml:trace contextRef="#ctx0" brushRef="#br0" timeOffset="-278497.6856">-2749-2233 85 0,'0'0'203'0,"0"0"-13"0,0 0-12 0,0 0-15 16,0 0-11-16,0 0-15 0,6 10-10 16,-6-10-11-16,1 8-8 0,-1-8-9 0,-1 7-10 15,1-7-5-15,-4 9-12 0,2-6-4 0,2-3-7 0,-5 9-8 16,3-6-2-16,-3 1-7 0,2-1-2 0,-1 0-3 15,4-3-6-15,-7 2-3 0,2-1 1 0,5-1-8 16,-8 0 2-16,8 0-1 0,-8-1-5 0,8 1 3 16,-6-3 0-16,3 0 1 0,3 3 5 0,-6-7 6 15,5 3 5-15,-2-1 12 0,3 5 3 0,-1-12 5 16,0 4 3-16,2-2 0 0,1-2 7 0,0-2-2 16,-1 1-7-16,2-1 0 0,0-5-7 0,0 5-1 15,0-1-4-15,0 3-7 0,-1 3 2 0,0 0-10 16,0 1-8-16,-2 3 1 0,2 0-15 0,-2 5-17 15,2-4-32-15,-2 4-30 0,0 0-38 0,0 0-58 16,0 0-54-16,0 0-247 0,0 16-504 0,0-16 223 0</inkml:trace>
          <inkml:trace contextRef="#ctx0" brushRef="#br0" timeOffset="-278294.5781">-2845-2049 270 0,'0'0'327'16,"0"0"-14"-16,0 0-24 0,0 0-20 0,0 0-34 15,0 0-20-15,9-10-22 0,-9 10-19 0,3-6-41 16,-1 2-43-16,-2 4-56 0,1-7-59 0,-1 7-51 0,0-8-59 16,0 8-250-16,0-7-416 0,0 7 185 15</inkml:trace>
          <inkml:trace contextRef="#ctx0" brushRef="#br0" timeOffset="-276810.3154">-2958-2406 222 0,'0'0'240'0,"0"0"-17"0,0 0-13 0,0 0-13 16,0 0-9-16,0 0-7 0,4 1-4 0,-4-1-8 0,0 0-12 16,0 0-7-16,0 0-6 0,0 0-18 0,-15 3-9 15,10-2-14-15,-3 1-13 0,3-2-5 16,-2 2-7-16,1-2-13 0,0 0-8 0,6 0-26 0,-9-2-29 16,4 1-32-16,0-2-30 0,1 0-38 0,4 3-15 15,-7-6-22-15,6 2-10 0,1 4 8 0,-2-7-2 16,1 2 22-16,1 5 13 0,1-11 18 0,-1 11 17 15,0-9 21-15,2 6 23 0,-2 3 19 0,1-11 9 16,0 7 16-16,-1 4 4 0,2-9 18 0,1 2 5 16,-2 3 2-16,-1 4 5 0,2-8-3 0,-1 5-6 15,-1 3-6-15,0 0-2 0,1-8-12 0,-1 8-25 16,0 0-13-16,0 0-32 0,0 0-40 0,0 0-40 0,0 0-183 16,-12 4-335-16,12-4 148 0</inkml:trace>
          <inkml:trace contextRef="#ctx0" brushRef="#br0" timeOffset="-281028.7441">-1849-2232 44 0,'0'0'276'0,"0"0"-14"0,-4-3-14 16,4 3-14-16,0 0-23 0,0 0-20 0,0 0-19 16,0 0-15-16,0 0-16 0,0 0-8 0,0 0-17 15,0 0-9-15,0 0-7 0,0 0-9 0,0 0-4 16,-4 10-5-16,4-10-8 0,1 8-4 0,-1-8-9 0,3 7-4 15,-1-3 2-15,-2-4 3 0,3 9-9 0,0-4-3 16,-1 0-2-16,0 1-2 0,0-3 1 0,1 1-6 16,-2 1-1-16,2-2-2 0,-3-3-6 0,3 7-3 15,-1-2-3-15,-2-5 0 0,2 7-3 0,-2-7-1 16,-4 6-3-16,4-6 0 0,-7 7-5 0,0-3 4 16,-1-1-7-16,-1-2-8 0,-1 2-13 0,-1-2-22 15,0 0-27-15,1-2-45 0,-1 1-51 0,3-2-62 16,0 0-78-16,0-1-167 0,1-1-500 0,0 1 222 15</inkml:trace>
          <inkml:trace contextRef="#ctx0" brushRef="#br0" timeOffset="-280747.5229">-2041-2377 112 0,'0'0'265'0,"0"0"-16"0,4-4-10 0,-4 4-13 15,0 0-12-15,0 0-15 0,5 8-9 0,-5-8-17 16,3 8-10-16,-1-4-8 0,-2 2-15 0,2 2-11 16,-1 1-3-16,-1 0-6 0,0-1-13 0,0 3-6 15,0 1-8-15,0 1-11 0,0-1-9 0,0-3-6 16,0 3-10-16,-1 2-11 0,-1-7-13 0,2 4-36 15,-1-2-46-15,-1 0-53 0,0 0-50 0,1-2-73 16,-3 1-247-16,2-1-510 0,-1-1 225 0</inkml:trace>
          <inkml:trace contextRef="#ctx0" brushRef="#br0" timeOffset="-279669.4752">-2107-2219 129 0,'-2'-6'209'15,"2"6"-13"-15,0 0-14 0,0 0-14 0,0 0-9 16,0 0-17-16,0 0-8 0,0 0-8 0,0 0-9 16,0 0-4-16,0 0-9 0,0 0-9 0,-1 19-3 15,1-19-11-15,0 7-11 0,0-7-5 0,-2 5-8 16,2-5-3-16,-3 7-10 0,1-4-2 0,2-3 0 15,-4 6-7-15,2-5-2 0,2-1-8 0,-7 5-3 16,5-4-7-16,2-1-3 0,-10 2-5 0,5-2-4 16,5 0 2-16,-7 0-4 0,7 0-1 0,-8-5 4 0,5 4-1 15,3 1-1-15,-7-6-2 0,5 2 2 0,2 4-2 16,-2-7 3-16,2 7-3 0,-2-9 2 16,2 9-4-16,0-8 6 0,-2 4-3 0,2 4 0 0,0-8-2 15,0 8 2-15,2-8 4 0,-2 8 1 0,0 0 4 16,0-7-5-16,0 7 1 0,0 0-2 0,0 0-1 15,0 0-1-15,0 0-1 0,0 0 1 0,0 0 1 16,0 0 0-16,0 0-2 0,0 0 4 0,0 0-1 16,0 0-2-16,0 0 0 0,-5 17 1 0,5-17 0 15,-4 10 0-15,2-5-1 0,0-2-2 0,-1 3 3 16,0-1-5-16,0-1 1 0,-2 1 1 0,1-2-8 16,1 1 1-16,-3-2-8 0,0 1-4 0,0 0-6 0,1-2-2 15,0-1 2-15,5 0-2 0,-9 0 6 16,9 0 1-16,-8-1 4 0,3-1 4 0,2-1-5 15,3 3 9-15,-7-6-1 0,5 2 5 0,-1-1 3 16,3 5 5-16,-3-8 6 0,1 3-2 0,-1-1 12 0,3 1 2 16,-3 1-1-16,3 4 4 0,-2-11-5 0,1 7 7 15,1 4-3-15,-1-8 8 0,1 8-3 0,-3-6 1 16,3 6-7-16,0 0-3 0,-2-4-2 0,2 4-2 16,0 0-2-16,0 0-2 0,0 0 3 0,0 0-3 15,0 0-2-15,0 0 0 0,0 0 1 0,0 0-4 16,-4 14 2-16,4-14-1 0,-1 5 2 0,1-5-2 15,0 0-2-15,-2 9 3 0,2-9-1 0,0 6-2 16,0-6 0-16,-3 6 2 0,3-6-4 0,-4 6 1 16,2-3 0-16,-1 0 0 0,-1 0 1 0,0 0-2 15,-2-1 0-15,0 0-4 0,1 0 3 0,0 0 0 16,0-1 1-16,1 1-1 0,-3-2-3 0,7 0 2 0,-9 0-5 16,9 0 5-16,-8-3 1 0,4 1-1 0,-1 0-1 15,5 2 2-15,-6-4-3 0,3 1 0 16,0 0 2-16,3 3 2 0,-6-6-3 0,3 3 4 0,1-1 0 15,2 4-2-15,-3-6 5 0,3 6 9 0,-1-8 5 16,1 8 3-16,-2-7 1 0,2 7 8 0,0 0 1 16,-2-4 2-16,2 4 2 0,0 0 2 0,-2-7-3 15,2 7-1-15,0 0 4 0,0 0-13 0,0 0 0 16,0 0 2-16,0 0-7 0,-1-4-2 0,1 4-10 16,0 0 6-16,0 0 2 0,0 0-2 0,0 0-1 15,0 0 4-15,0 0-7 0,-2 16 2 0,2-11-2 16,0-5-5-16,-1 10 3 0,1-10 0 0,-2 7 0 15,2-2 3-15,0-5-5 0,-3 7-1 0,1-3-7 16,1 0 9-16,1-4 7 0,-4 6-14 0,4-6 3 16,-4 5 2-16,1-4-2 0,3-1 2 0,-5 2-2 15,5-2-1-15,-7 0-1 0,7 0 1 0,-7 0-1 0,7 0 3 16,-9-3-2-16,5 1-4 0,1-1 4 0,-1 0-1 16,4 3 4-16,-7-6-9 0,3 0 7 15,1 3-2-15,-1-2 0 0,1 0 2 0,0-1-3 0,0 0 2 16,-1 1-2-16,2-1 2 0,0 3-3 0,2 3 2 15,-4-7-7-15,4 7 5 0,-5-5 0 0,5 5-7 16,-3-2 6-16,3 2-5 0,0 0 1 0,0 0 3 16,-7 4 0-16,4-1-3 0,0 1 3 0,3-4 1 15,-7 6-2-15,4-3 4 0,0 1-7 0,-1 0-19 16,2 0-5-16,-3-1-19 0,1 0-19 0,1 0-28 16,3-3-31-16,-5 6-39 0,2-3-48 0,3-3-56 15,-5 1-210-15,5-1-516 0,0 0 228 0</inkml:trace>
          <inkml:trace contextRef="#ctx0" brushRef="#br0" timeOffset="-279094.7598">-2187-2329 146 0,'0'0'272'0,"0"0"-14"0,2-4-14 0,-2 4-18 16,0 0-17-16,0 0-9 0,0 0-21 0,-7-6-13 15,7 6-20-15,-8-2-12 0,5 0-14 0,3 2-12 16,-9-3-10-16,4 2-8 0,5 1-9 0,-8-3-9 16,3 0-9-16,1 1-10 0,-1-1-18 0,5 3-17 15,-5-6-22-15,5 6-7 0,-3-4-12 0,2-1-14 16,1 5-16-16,0 0-5 0,3-14-8 0,-1 8-11 15,1 1 6-15,-2-1 3 0,3 0 2 0,-2-1 5 0,0 3 4 16,0 0-16-16,-2 4-12 0,3-6-12 16,-3 6-25-16,3-5-55 0,-3 5-109 0,0 0-309 0,0 0 137 15</inkml:trace>
          <inkml:trace contextRef="#ctx0" brushRef="#br0" timeOffset="-277216.5036">-2980-2255 39 0,'6'-2'242'0,"-6"2"-15"15,0 0-10-15,0 0-13 0,0 0-15 0,6 8-9 16,-6-8-19-16,2 4-15 0,-2-4-9 0,2 5-11 16,-2-5-13-16,0 7-9 0,0-7-9 0,0 8-6 15,0-8-14-15,-2 7-5 0,2-7-9 0,-2 8-2 16,2-8-7-16,-1 7-8 0,1-7-2 0,-4 5-3 0,4-5-4 16,-2 4-4-16,2-4-6 0,-5 2-5 15,5-2-4-15,0 0 1 0,-7 1-5 0,7-1 0 16,0 0-5-16,-8-4-1 0,8 4 0 0,-5-4 1 0,2 0-3 15,3 4 3-15,-5-6-5 0,3 2 2 0,2 4-1 16,-3-6-1-16,3 6 1 0,-2-7 1 0,2 7-3 16,-2-6 2-16,2 6-3 0,0-6 4 0,0 6-4 15,0 0 3-15,0 0-2 0,-1-7 0 0,1 7-5 16,0 0 2-16,0 0 0 0,0 0 2 0,0 0-3 16,0 0 3-16,0 0-2 0,0 0-1 0,0 0 4 15,0 0-5-15,0 0 2 0,-4 17 5 0,4-17-10 16,-2 8-4-16,1-5-14 0,1-3-11 0,-3 5-10 15,3-5-8-15,-2 5-4 0,2-5 0 0,-4 3 3 16,4-3 3-16,-6 1-4 0,6-1 3 0,0 0 11 16,-8-4 6-16,8 4 5 0,-6-5-2 0,3 3 8 0,3 2 5 15,-4-7 10-15,1 4 4 0,3 3 11 0,-6-7 3 16,5 2 2-16,-1 0 13 0,2 5 3 0,-1-8 8 16,0 2 4-16,1 6 8 0,-2-9 0 0,2 9 1 15,-2-6 1-15,2 6 1 0,0 0-3 0,0-7-3 16,0 7-8-16,0 0-1 0,0 0-8 0,0 0-2 15,0 0 0-15,0 0-3 0,0 0-1 0,0 0-3 16,0 0-2-16,0 0-5 0,0 0 2 0,-4 15-3 16,4-15-1-16,0 7-2 0,0-7 2 0,-2 9 0 15,2-4-2-15,-3-1 2 0,3-4 0 0,-5 8-2 0,3-4-1 16,-1-1 0-16,-1 2 0 0,-1-1 3 16,-1-2-5-16,0 2-2 0,-1-1 1 0,1-1 2 15,-2 1 2-15,1-3-4 0,0 1-1 0,1 0 0 0,0-1 1 16,0 0 1-16,6 0-1 0,-8-1 1 0,3-2 2 15,5 3 5-15,-6-2-1 0,2-1 2 0,4 3 3 16,-5-5 6-16,5 5 5 0,-3-3 4 0,3 3 3 16,0 0 2-16,-4-3-2 0,4 3-1 0,0 0-9 15,0 0-1-15,0 0-5 0,0 0 0 0,0 0-4 16,0 0 2-16,0 0-3 0,7 13 4 0,-5-10-7 16,0 2 2-16,0 0-3 0,0 0 6 0,-1 0-7 15,0 1 2-15,1 0-4 0,-2 0 0 0,0-6 3 16,-1 11-3-16,0-4-3 0,0-2-4 0,1-5-4 15,-2 10-6-15,2-10-6 0,-3 5 0 0,3-5-9 16,-2 2-3-16,2-2 0 0,0 0-3 0,0 0 1 16,0 0 4-16,0 0-4 0,-11-7 3 0,11 7 3 15,-5-5-4-15,3 0 8 0,2 5 4 0,-5-7-1 16,3 3 3-16,-1-1 0 0,0 2 4 0,0-1-1 16,1-2 6-16,-2 3-5 0,0-3 5 0,0 1 1 0,1 1 1 15,3 4-1-15,-5-6 2 0,1 2-4 0,1 2 4 16,3 2-4-16,-9-4 4 0,5 2 3 0,-1 1-2 15,5 1 1-15,-12 1-2 0,6 1 2 0,0-2 4 16,-1 2-5-16,0 1 2 0,0-2 1 0,0 3 4 16,1-1-2-16,2-2 9 0,1 3-2 0,0 1 8 15,0-2 5-15,0 3 7 0,2 0-3 0,1 2 8 16,1 0 1-16,1-1 3 0,-1 2 3 0,2 0-1 16,0 0 1-16,1-1 2 0,-1 3-11 0,3 0 5 15,-3 1-2-15,3-1-1 0,-1 0-8 0,-1 1 3 16,1 0-4-16,-3-2-1 0,2 2-1 0,-2 0 1 15,0-3-5-15,-2 1-1 0,2-2-6 0,-2 0-7 16,0-3-16-16,0 3-22 0,0-8-24 0,-1 9-24 0,1-9-33 16,1 8-28-16,-1-8-35 0,0 0-49 15,0 0-232-15,0 0-498 0,0 0 220 0</inkml:trace>
          <inkml:trace contextRef="#ctx0" brushRef="#br0" timeOffset="-276516.4487">-3483-2147 360 0,'6'-15'386'0,"-3"11"-11"0,-3 4-33 0,4-8-10 16,-2 5-27-16,0-1-26 0,-2 4-24 0,6-5-29 0,-3 2-44 16,0 0-63-16,-3 3-105 0,6-4-143 0,-6 4-379 15,3-2-550-15,-3 2 244 0</inkml:trace>
        </inkml:traceGroup>
      </inkml:traceGroup>
    </inkml:traceGroup>
    <inkml:traceGroup>
      <inkml:annotationXML>
        <emma:emma xmlns:emma="http://www.w3.org/2003/04/emma" version="1.0">
          <emma:interpretation id="{251C2300-798E-476B-86C3-97AA1389E8E2}" emma:medium="tactile" emma:mode="ink">
            <msink:context xmlns:msink="http://schemas.microsoft.com/ink/2010/main" type="paragraph" rotatedBoundingBox="14635,12520 4084,12540 4083,11837 14634,1181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800A27FE-A2F0-4A44-81DC-D1588A169844}" emma:medium="tactile" emma:mode="ink">
              <msink:context xmlns:msink="http://schemas.microsoft.com/ink/2010/main" type="line" rotatedBoundingBox="14635,12520 4084,12540 4083,11837 14634,11817"/>
            </emma:interpretation>
          </emma:emma>
        </inkml:annotationXML>
        <inkml:traceGroup>
          <inkml:annotationXML>
            <emma:emma xmlns:emma="http://www.w3.org/2003/04/emma" version="1.0">
              <emma:interpretation id="{BBE5902F-CE7E-49C7-80A8-35584190EB1D}" emma:medium="tactile" emma:mode="ink">
                <msink:context xmlns:msink="http://schemas.microsoft.com/ink/2010/main" type="inkWord" rotatedBoundingBox="14635,12288 14462,12289 14461,12119 14634,12118"/>
              </emma:interpretation>
              <emma:one-of disjunction-type="recognition" id="oneOf32">
                <emma:interpretation id="interp44" emma:lang="" emma:confidence="0">
                  <emma:literal>*</emma:literal>
                </emma:interpretation>
                <emma:interpretation id="interp45" emma:lang="" emma:confidence="0">
                  <emma:literal>W</emma:literal>
                </emma:interpretation>
                <emma:interpretation id="interp46" emma:lang="" emma:confidence="0">
                  <emma:literal>Y</emma:literal>
                </emma:interpretation>
                <emma:interpretation id="interp47" emma:lang="" emma:confidence="0">
                  <emma:literal>H</emma:literal>
                </emma:interpretation>
                <emma:interpretation id="interp48" emma:lang="" emma:confidence="0">
                  <emma:literal>.</emma:literal>
                </emma:interpretation>
              </emma:one-of>
            </emma:emma>
          </inkml:annotationXML>
          <inkml:trace contextRef="#ctx0" brushRef="#br1" timeOffset="601219.9336">402-3356 153 0,'0'0'213'16,"0"0"-10"-16,0 0-13 0,0 0-6 0,0 0-15 16,0 0-9-16,0 0-11 0,-12-2-4 0,12 2-11 15,-9 0-4-15,9 0-17 0,-11 0-5 0,3 0-11 16,1-1-4-16,-1 1-12 0,1 0-9 0,0 0-6 16,-1-2-5-16,1 2-12 0,7 0-26 0,-11-1-24 0,5 1-43 15,-1 1-52-15,1-3-38 0,0 1-37 16,6 1-188-16,-11-3-386 0,7 2 170 0</inkml:trace>
          <inkml:trace contextRef="#ctx0" brushRef="#br1" timeOffset="601423.0465">384-3406 90 0,'-6'-9'231'0,"6"9"-9"0,-7 0-11 16,7 0-17-16,0 0-16 0,-7-1-16 0,7 1-16 16,-8 1-10-16,8-1-14 0,-8 1-12 0,3-2-14 15,-2 2-30-15,1-1-44 0,1 2-37 0,-1-5-50 16,6 3-39-16,-9 0-38 0,9 0-135 0,-7-3-300 16,4 1 133-16</inkml:trace>
          <inkml:trace contextRef="#ctx0" brushRef="#br1" timeOffset="601719.9109">302-3476 166 0,'0'0'277'0,"-2"-8"-13"0,2 8-11 16,0 0-22-16,0 0-9 0,0 0-14 0,-5-2-12 16,5 2-14-16,0 0-13 0,0 0-6 0,-10 8-16 15,8-5-5-15,-2 1-3 0,1 0-9 0,1 3-4 16,-1-1-2-16,0-2-16 0,1 1-4 0,-1-1-1 15,-1 0-5-15,2 1-4 0,-1 0-7 0,0 0-7 16,0-1 2-16,0 2-9 0,1-2-9 0,0 1-3 0,2-5-6 16,-5 7-5-16,4-3-5 0,-1 0-12 15,2-4 5-15,-3 6 0 0,3-6-7 0,-1 7 1 16,1-7-4-16,0 0-6 0,3 9-3 0,-2-5 1 0,2-1-11 16,0 1 4-16,2 0 2 0,0 0-14 0,2 2-8 15,-2-2-26-15,0-1-31 0,-1 0-38 0,2 1-42 16,-3-1-63-16,2-1-69 0,-2 3-343 0,0-4-669 15,-3-1 296-15</inkml:trace>
        </inkml:traceGroup>
        <inkml:traceGroup>
          <inkml:annotationXML>
            <emma:emma xmlns:emma="http://www.w3.org/2003/04/emma" version="1.0">
              <emma:interpretation id="{7C8B6ED3-4823-4224-A835-0A49724B2D75}" emma:medium="tactile" emma:mode="ink">
                <msink:context xmlns:msink="http://schemas.microsoft.com/ink/2010/main" type="inkWord" rotatedBoundingBox="14310,12423 12099,12428 12098,11975 14309,11971"/>
              </emma:interpretation>
              <emma:one-of disjunction-type="recognition" id="oneOf33">
                <emma:interpretation id="interp49" emma:lang="" emma:confidence="1">
                  <emma:literal/>
                </emma:interpretation>
              </emma:one-of>
            </emma:emma>
          </inkml:annotationXML>
          <inkml:trace contextRef="#ctx0" brushRef="#br0" timeOffset="-324681.8175">63-3298 9 0,'0'0'174'0,"0"0"-14"0,0 0-19 15,0 0-9-15,0 0-5 0,-3 5-11 0,3-5-11 16,0 0 3-16,0 0-3 0,0 0-7 0,0 0-2 16,-6 1-6-16,6-1 1 0,0 0-8 0,0 0-6 0,0 0-4 15,-8-4-9-15,8 4-10 0,-6-3-2 0,6 3-3 16,-6-2-6-16,6 2-7 0,-6-2-3 15,6 2-1-15,-7-3-1 0,7 3-6 0,-4-4-4 16,4 4 4-16,-4-4-6 0,4 4 0 0,-3-4-4 0,3 4 2 16,0 0-2-16,-2-5 1 0,2 5 1 15,0 0-5-15,0 0-1 0,5-9 6 0,-5 9 6 16,4-5 4-16,-4 5-1 0,6-2 4 0,-3 0 1 16,-3 2 8-16,8-2 3 0,-8 2-2 0,7-3 2 0,-2 2 6 15,-5 1-5-15,7 0 0 0,-3-2 0 0,-4 2 2 16,7 2 5-16,-3-1-7 0,-4-1-2 0,4 3-2 15,-4-3 8-15,3 8-4 0,-3-4-4 0,0-4-4 16,0 11 0-16,2-5 1 0,-4 1-4 0,1 1 2 16,-2-1-4-16,1-1 2 0,-1 0-4 0,-1 2-6 15,-1-2 0-15,0 1-1 0,-3-2-25 0,2 1-27 16,-1-1-47-16,-1-2-63 0,1 2-70 0,0-2-86 16,0-2-170-16,0 0-505 0,0 0 224 0</inkml:trace>
          <inkml:trace contextRef="#ctx0" brushRef="#br0" timeOffset="-324431.8349">-80-3376 136 0,'0'0'275'0,"0"0"-15"0,0 0-12 15,3 15-14-15,-3-9-10 0,0-6-14 0,0 12-7 0,0-4-10 16,-1 0-14-16,-1 1-10 0,2 1-11 16,-3-1-11-16,0 1-14 0,0-1-15 0,-3 2-9 15,3-4-14-15,-4 2-8 0,-1 0-8 0,2-3-17 0,1 0-33 16,-2-1-43-16,0-1-47 0,1 0-70 0,-3-1-59 16,5-1-62-16,-3-2-198 0,1 0-488 0,0 0 216 15</inkml:trace>
          <inkml:trace contextRef="#ctx0" brushRef="#br0" timeOffset="-323916.2506">-196-3494 262 0,'5'-2'291'15,"-2"-1"-17"-15,-3 3-23 0,5-5-26 16,-5 5-22-16,5-3-18 0,-5 3-13 0,5-1-28 0,-5 1-28 16,0 0-50-16,0 0-59 0,5 4-61 0,-5-4-78 15,0 0-203-15,0 0-364 0,0 0 162 0</inkml:trace>
          <inkml:trace contextRef="#ctx0" brushRef="#br0" timeOffset="-324134.9834">-216-3386 228 0,'2'18'225'0,"-2"-14"-7"0,0-4-17 15,0 11-7-15,0-5-13 0,0 1-3 0,0 1-10 16,-2-2-7-16,1 3-14 0,-3-2-9 0,0 1-10 16,2-1-14-16,-3 0-8 0,0 1-7 0,0-2-15 15,0 2-1-15,-2-4-12 0,0 2-7 0,0-2-16 16,1 1-32-16,0-2-41 0,-1 0-52 0,2-2-55 15,0-1-68-15,-1 0-203 0,6 0-438 0,-8-1 194 16</inkml:trace>
          <inkml:trace contextRef="#ctx0" brushRef="#br0" timeOffset="-323119.4247">-359-3380 12 0,'0'0'211'16,"0"0"-12"-16,6 10-18 0,-6-10-14 0,0 0-20 15,2 6-13-15,-2-6-11 0,0 6-10 0,0-6-9 16,0 8-7-16,0-8-9 0,-2 7-9 0,2-7-6 16,-1 8-10-16,-1-5-2 0,2-3-7 0,-4 7-6 0,1-4-13 15,3-3 6-15,-6 5-10 0,2-3-17 0,0-1-10 16,4-1-4-16,-8 1-4 0,3-1-10 15,5 0 3-15,-10-3-6 0,4 0 0 0,3 0 0 16,3 3 1-16,-6-5 3 0,3 1 0 0,1 0 2 0,2 4 3 16,-4-8-12-16,4 2 21 0,-1 0 5 0,1 6 7 15,0 0 3-15,0-9 9 0,0 9 6 0,-1-6 6 16,1 6-1-16,0 0-2 0,1-6-1 0,-1 6-1 16,0 0-4-16,0 0-4 0,1-6 0 0,-1 6-8 15,0 0 2-15,0 0-3 0,0 0-2 0,0 0 0 16,0 0-3-16,0 0 4 0,3 15-6 0,-3-15-8 15,0 0-6-15,-5 12-11 0,3-7-8 0,0-2-10 16,-1 1-1-16,-2 1-14 0,1-2-10 0,-2 1-9 16,2-1-33-16,1-1 1 0,-3-2-6 0,0 1 7 15,0 1 0-15,-1-2 12 0,-1 0 4 0,2 0 11 16,0-2 2-16,0 1 16 0,2 0 17 0,-1-2 7 16,5 3 14-16,-7-4 7 0,4 3 20 0,3 1 8 15,-3-5 12-15,3 5 9 0,-4-4 10 0,4 4 8 16,0 0 10-16,-2-5 4 0,2 5 13 0,0 0 1 15,0 0 7-15,0 0-2 0,0 0 3 0,0 0-4 16,0 0 8-16,6-9-3 0,-6 9 1 0,0 0-2 16,0 0-4-16,0 0-7 0,9 11 2 0,-9-11-13 15,4 4-4-15,-4-4-2 0,4 8 0 0,-3-5 0 0,1 1-4 16,0 1-1-16,-2-5 2 0,2 10-5 16,-1-5-1-16,-1 0-1 0,2-1 2 0,0 4 0 15,-2-3-10-15,0-5-1 0,2 10-10 0,-2-5 2 0,0-5 8 16,-2 9-9-16,1-4-6 0,1-5-3 0,-3 9 3 15,0-4-6-15,1-2-2 0,-3 3-1 16,1-3-5-16,1 1 5 0,-2-2-6 0,1 0 3 16,-2 1-5-16,2-1 0 0,-1-1-2 0,-2 1-3 0,1-1 2 15,-1-1-4-15,0 0 1 0,0 0 1 0,-2 0 2 16,0 0-4-16,-1-2 13 0,-2-1-17 0,1-1 1 16,0 1-1-16,-6-3-2 0,6 1 1 0,-1 0 3 15,2-1-1-15,0 1 1 0,4 0-6 0,1-2 3 16,0 1-14-16,3-1-15 0,0-1-13 0,0 2-12 15,2-3-26-15,2-1-28 0,2 3-45 0,3-4-35 16,0 1-48-16,2-1-56 0,-2 1-186 0,3 0-516 16,-1 1 229-16</inkml:trace>
          <inkml:trace contextRef="#ctx0" brushRef="#br0" timeOffset="-322806.9462">-369-3457 106 0,'-15'-6'183'0,"15"6"-21"0,-10-2-10 16,4 1-18-16,1 0-1 0,-1-1-14 0,0 1-10 15,0-1-2-15,0 1 2 0,2-1 5 0,-2-2-5 0,2 2 1 16,-1-1-2-16,5 3-12 0,-5-6-4 0,3 4-1 16,2 2-8-16,-4-7-2 0,4 7-8 0,-1-9-7 15,1 9-5-15,3-8-14 0,-1 4-8 16,-2 4-29-16,2-7-33 0,-2 7-46 0,2-4-54 0,-2 4-59 16,3-4-168-16,-3 4-379 0,0 0 168 0</inkml:trace>
          <inkml:trace contextRef="#ctx0" brushRef="#br0" timeOffset="-321947.6431">-645-3632 235 0,'0'0'236'0,"0"0"-16"16,0 0-16-16,0 0-12 0,0 0-9 0,-15 16-17 16,9-11-14-16,-3 2-12 0,-1 2-14 0,-2 4-15 15,3-4-10-15,-5 3-9 0,1 0-24 0,-1 2-31 16,0-2-39-16,0 0-69 0,4-3-55 0,-2 0-218 16,1 0-373-16,1-3 164 0</inkml:trace>
          <inkml:trace contextRef="#ctx0" brushRef="#br0" timeOffset="-322182.0027">-870-3440 63 0,'0'0'203'0,"4"-3"1"0,-4 3-19 0,0 0-3 15,0 0-4-15,7 10-8 0,-5-7-3 0,1 0-14 16,-1 0-11-16,-2-3-8 0,4 10-10 0,-2-5-11 16,-2-1-9-16,3 4-6 0,-2 0-13 0,1-1 0 15,-1 1-12-15,-2-1-7 0,0-1-4 0,-1 2-7 16,0-4-8-16,-1 2-5 0,-1-1-1 0,-1 1-7 15,-2-3-9-15,1 0-8 0,-1 1-9 0,0-2-4 16,0 0-4-16,0 0-5 0,0-1-2 0,0-1 4 0,1 0-5 16,-1-2-1-16,1 1 1 0,1-1 2 0,5 2 1 15,-8-3 3-15,5 1 1 0,-1 1 4 0,4 1 1 16,-5-3 12-16,5 3 3 0,0 0 6 0,-6-3-2 16,6 3-2-16,0 0-1 0,0 0 1 0,0 0-3 15,0 0 3-15,0 0 2 0,0 0 2 0,-2 9-2 16,2-9 2-16,2 8 1 0,-2-8-3 0,2 11-4 15,0-6 2-15,-1 2 1 0,-1 1-1 0,0 0-5 16,-1 2 2-16,-2-2-4 0,1 0 0 0,-2 2-7 16,0-2 3-16,-3 1-2 0,1 1-7 0,0-4-4 15,-2 2-17-15,1-2-19 0,1-1-19 0,0-3-25 16,-1 2-22-16,2-2-33 0,1-1-40 0,4-1-66 16,-7 0-165-16,7 0-441 0,-4-4 195 0</inkml:trace>
          <inkml:trace contextRef="#ctx0" brushRef="#br0" timeOffset="-321619.5428">-1097-3531 211 0,'0'0'249'0,"3"15"-12"0,-3-15-11 0,1 9-15 16,0-4-7-16,-1-1-18 0,0 4-7 0,0-1-14 15,0 1-13-15,0 2-13 0,0 0-12 0,0 2-12 16,0 1-16-16,0-1-5 0,-1 0-5 0,1 0-16 15,0 0-28-15,-1 0-42 0,0-1-62 0,1-2-64 16,-2-2-74-16,1 1-208 0,-2 0-437 0,2-4 193 0</inkml:trace>
          <inkml:trace contextRef="#ctx0" brushRef="#br0" timeOffset="-320682.1108">-1186-3374 12 0,'0'0'196'0,"0"0"-13"0,0 0-11 0,0 0-6 15,0 0-11-15,5 16-6 0,-5-16-14 16,0 0-8-16,-1 8-14 0,1-8-10 0,0 0-7 15,-2 7-11-15,2-7-9 0,0 0-7 0,-2 6-10 0,2-6-1 16,-4 5-6-16,4-5-6 0,-4 2-2 0,4-2-8 16,-7 1-3-16,7-1-5 0,-5-1-3 0,5 1-1 15,-8-2-3-15,3 0-3 0,5 2-4 0,-6-4 1 16,6 4-4-16,-5-5-4 0,3 2 5 0,2 3-3 16,-4-6-1-16,4 6 1 0,-2-7-3 0,2 7-4 15,-2-5 10-15,2 5 2 0,-2-6 6 0,2 6 2 16,0 0 8-16,0-6-2 0,0 6 2 0,0 0-4 15,0 0 2-15,3-7-2 0,-3 7-4 0,0 0-2 16,0 0-1-16,0 0-3 0,0 0-3 0,5-2 1 16,-5 2-6-16,0 0 4 0,0 0-1 0,0 0-3 15,0 0 3-15,0 0-4 0,-2 17-7 0,2-17-6 16,-4 6-5-16,2-2-4 0,2-4-6 0,-6 6-9 0,3-3 0 16,0 0-7-16,-2 0-3 0,1 0-15 0,0-1 3 15,-3 1-5-15,2 0 1 0,1-3-5 16,4 0 0-16,-9 0 12 0,9 0-8 0,-6-3 13 0,1 3 1 15,1-3 7-15,4 3 4 0,-6-5 1 0,4 1 12 16,2 4 5-16,-4-6 14 0,3 1 7 0,1 5 8 16,-4-6 10-16,4 6 8 0,-1-6 15 0,1 6 2 15,0 0 9-15,0-7 0 0,0 7 0 0,0 0 2 16,0 0 2-16,1-9-6 0,-1 9-4 0,0 0 0 16,0 0-5-16,0 0 2 0,0 0-4 0,0 0-1 15,0 0 0-15,0 0-1 0,0 0 2 0,0 0 3 16,0 0-6-16,0 0 3 0,0 0-2 0,0 0 0 15,0 0 0-15,0 0-1 0,0 0 1 0,0 0-1 0,0 0-2 16,0 0-1-16,0 0 3 0,0 0-1 16,0 0-9-16,0 0 4 0,0 0 1 0,5 15-7 15,-5-15 0-15,0 0-1 0,3 7-4 0,-3-7-6 0,0 6 4 16,0-6-5-16,3 6-7 0,-3-6 0 0,0 6 4 16,0-6-3-16,1 8-1 0,1-5-8 0,-2-3 6 15,2 7-6-15,-2-7 7 0,2 5-2 0,-2-5-4 16,2 6 3-16,-1-2-2 0,-1-4 1 0,2 6-3 15,-2-6 4-15,0 8-4 0,0-8-4 0,-1 8 12 16,1-3-8-16,0-5 1 0,-2 8-2 0,1-4-2 16,-1 2-3-16,2-6 4 0,-4 8-2 0,2-3 5 15,-1-2 2-15,0 4-3 0,0-3-1 0,0-1-2 16,0 1 2-16,0-1 2 0,-1 0-1 0,-1-1-2 16,1 1-6-16,-1 0 5 0,0 0 4 0,-2-1-2 15,0 0 0-15,2 0-6 0,-3-1 5 0,1 1 1 0,0-2 1 16,-1 0-4-16,0 0 3 0,1 0 2 0,-2-2-2 15,-2 1-4-15,0-2-1 0,2 1 2 0,-2-2 2 16,1-1-4-16,2 2 1 0,1-1-6 0,1-3-1 16,0 3-6-16,2-3 3 0,-2 1-1 0,4-2-11 15,0 1-4-15,1 0-13 0,1-2-23 0,0 1-26 16,1 0-27-16,2 0-31 0,1-1-49 0,2-2-49 16,-1 4-249-16,1-4-535 0,1 1 236 0</inkml:trace>
          <inkml:trace contextRef="#ctx0" brushRef="#br0" timeOffset="-319947.7904">-1655-3358 149 0,'0'0'142'16,"-2"-6"-11"-16,2 6-17 0,0 0-11 0,0-8-8 16,0 8-14-16,0-7-8 0,0 7-3 0,0 0-2 15,0-9-7-15,0 9-3 0,2-4-1 0,-2 4-8 16,0 0-2-16,3-7-2 0,-3 7-3 0,0 0 1 16,3-2-2-16,-3 2-1 0,0 0-2 0,6-3-4 15,-6 3 4-15,0 0 7 0,0 0 3 0,7 3-3 16,-7-3-3-16,3 4 4 0,-3-4 0 0,4 6 3 15,-2-3-7-15,-2-3 0 0,1 8 3 0,-1-8 0 16,0 8-2-16,0-8-3 0,-1 8-4 0,1-8-3 16,-3 8-1-16,0-5-5 0,0 0-7 0,-1 0-2 15,-2 1 6-15,1-1-8 0,-1-1 3 0,1-1-3 16,-2 1 0-16,3-2-4 0,-3 0 0 0,0-2-3 0,7 2 0 16,-12-1-2-16,5 0 0 0,1-1 0 15,0-1-3-15,1 1-1 0,2-2 1 0,-3 1 1 16,1-3 5-16,2 3 2 0,-1 1 4 0,1-1 5 0,3 3 6 15,-6-6 4-15,3 3 5 0,3 3 3 0,-6-6 2 16,6 6 3-16,-5-3-2 0,5 3 3 0,-5-2-8 16,5 2-2-16,0 0-4 0,0 0-2 0,-3-4-4 15,3 4-5-15,0 0 2 0,0 0-1 0,0 0-6 16,0 0 1-16,0 0-2 0,0 0 1 0,0 0-3 16,0 0 0-16,1 15-3 0,-1-15 3 0,0 0-7 15,2 9 6-15,-2-4 1 0,0-5-4 0,-2 9 0 16,2-9 0-16,-3 7-2 0,-1-4 8 0,0 1-9 0,1-2 2 15,-1 3-1-15,-1-3 1 0,1 0-3 16,-2 0 1-16,1-1-11 0,-2 1-9 0,0-2-10 16,1 0-5-16,0-2-9 0,-1 1-3 0,1-1-17 0,1 0-21 15,0-2-27-15,1 0-30 0,1-1-36 0,2-1-27 16,-1 2-203-16,2 4-436 0,-1-14 193 0</inkml:trace>
          <inkml:trace contextRef="#ctx0" brushRef="#br0" timeOffset="-319760.3012">-1698-3535 224 0,'3'-5'275'0,"-3"5"-15"16,3-5-19-16,-3 5-19 0,3-6-22 0,-3 6-19 15,1-4-17-15,-1 4-20 0,0 0-17 0,0 0-16 16,0 0-36-16,0 0-42 0,0 0-52 0,0 0-54 0,0 0-77 15,-6 14-187-15,3-11-363 0,0 2 161 16</inkml:trace>
          <inkml:trace contextRef="#ctx0" brushRef="#br0" timeOffset="-319432.6994">-1760-3213 78 0,'0'0'248'16,"0"0"-11"-16,0 0-21 0,0 0-16 0,0 0-15 0,0 0-13 15,0 0-17-15,0 0-12 0,-12 5-17 16,12-5-11-16,-6 1-14 0,0-1-19 0,6 0-35 16,-10 0-44-16,10 0-56 0,-8-4-56 0,3 4-216 0,0-3-351 15,0 2 156-15</inkml:trace>
          <inkml:trace contextRef="#ctx0" brushRef="#br0" timeOffset="-319057.2304">-1865-3401 27 0,'0'0'223'0,"0"0"-16"0,0 0-14 16,0 0-11-16,0 0-18 0,0 0-3 0,0 0-13 0,0 0-4 15,0 0-8-15,0 0-6 0,0 0-8 0,2 22-10 16,0-19-5-16,-2-3-8 0,1 9-4 16,1-5-5-16,-1 0-9 0,-1-4 0 0,1 9 1 0,-1-9-6 15,0 6 6-15,0-6-8 0,-2 6 0 0,2-6-3 16,-5 6-3-16,1-4-4 0,0 1-8 0,0-2-2 16,-2 3 0-16,1-2-9 0,-1 1-5 0,-1-1-5 15,1 0-3-15,-2 0-3 0,-3-1-4 0,3 1-4 16,-3-1 0-16,0 0-2 0,0-2-3 0,-1 0 0 15,-1-1-2-15,1 1 0 0,-1-2-1 0,1-1-1 16,0 0-6-16,-1 0 2 0,1-1 1 0,2-2-4 16,-3 2 4-16,4 1-6 0,-1-1 2 0,3 1-4 0,1 0 4 15,2 0-5-15,1 0-16 0,-1-2-24 16,2 1-32-16,0 0-49 0,2 5-67 0,4-13-53 16,-2 5-256-16,5 0-539 0,-2 0 238 0</inkml:trace>
          <inkml:trace contextRef="#ctx0" brushRef="#br0" timeOffset="-318836.9894">-1907-3504 193 0,'0'0'226'0,"0"0"-16"15,0 0-14-15,0 0-21 0,-20-2-15 0,13 1-14 16,-1 1-15-16,-1 0-14 0,1 1-14 0,0 1-37 15,1-2-30-15,-1 0-43 0,1-2-65 0,2 1-94 16,5 1-87-16,-10-1-273 0,8-1 121 0</inkml:trace>
        </inkml:traceGroup>
        <inkml:traceGroup>
          <inkml:annotationXML>
            <emma:emma xmlns:emma="http://www.w3.org/2003/04/emma" version="1.0">
              <emma:interpretation id="{58A49578-0282-42A1-9940-6EC9A55C7EAC}" emma:medium="tactile" emma:mode="ink">
                <msink:context xmlns:msink="http://schemas.microsoft.com/ink/2010/main" type="inkWord" rotatedBoundingBox="11951,12476 10046,12480 10045,12019 11950,12015"/>
              </emma:interpretation>
              <emma:one-of disjunction-type="recognition" id="oneOf34">
                <emma:interpretation id="interp50" emma:lang="" emma:confidence="1">
                  <emma:literal/>
                </emma:interpretation>
              </emma:one-of>
            </emma:emma>
          </inkml:annotationXML>
          <inkml:trace contextRef="#ctx0" brushRef="#br0" timeOffset="-318166.6704">-2290-3330 87 0,'0'0'251'15,"0"0"-9"-15,2 17-20 0,-2-12-11 0,2-1-13 16,-1 1-9-16,0 3-15 0,1 0-8 0,-2 0-17 16,-1 1 1-16,0 0-3 0,0-1-9 0,-1 1-6 15,-1 0-13-15,-1-1-16 0,0 0-1 0,0-1-8 16,-1-1-6-16,-1 1-16 0,-1-2-4 0,-3 2-13 0,3-1-19 16,0-1-25-16,0-2-40 0,0-2-41 15,-1 3-44-15,2-2-42 0,-1-2-47 0,-1 1-236 16,2-2-475-16,0-1 209 0</inkml:trace>
          <inkml:trace contextRef="#ctx0" brushRef="#br0" timeOffset="-317901.0574">-2375-3551 21 0,'0'0'253'16,"0"0"-3"-16,0 0-6 0,0 0-23 0,-3 24-3 15,4-16-9-15,-2 0-7 0,1-1-10 0,0 3-15 16,-1 2-7-16,1 0-21 0,0-2-17 0,0 3-10 0,-2-1-10 16,2 2-10-16,-3-2-15 0,1 0-14 0,0 1-34 15,0-4-41-15,-1 1-58 0,2-1-60 16,0-3-59-16,-3 1-257 0,3 1-471 0,-3-3 208 0</inkml:trace>
          <inkml:trace contextRef="#ctx0" brushRef="#br0" timeOffset="-317572.9533">-2500-3382 166 0,'0'0'216'0,"0"0"-10"0,-1 12-15 16,1-12-5-16,-1 8-13 0,0-4-13 0,1-4-9 16,-2 11-10-16,1-7-12 0,0 1-5 0,-1 1-3 15,2-6-2-15,-5 7-9 0,2-4-5 0,3-3 0 0,-5 4-7 16,5-4-3-16,-6 3-10 0,3-1-7 0,3-2-5 16,0 0-4-16,-9-2-8 0,9 2-2 15,-9-3-4-15,5 1-2 0,0-3-1 0,0 3-4 0,1-2 1 16,3 4-5-16,-8-8-2 0,6 4 1 0,-2 1-4 15,1-1-5-15,3 4 8 0,-5-5-9 0,2 2-3 16,3 3-8-16,-4-5 1 0,4 5-2 0,-4-1-4 16,4 1-2-16,0 0-5 0,-7-1-11 0,7 1-11 15,0 0-17-15,-7 5-26 0,7-5-34 0,-4 7-29 16,2-4-29-16,1 1-46 0,1-4-36 0,-3 11-241 16,0-7-510-16,1 2 226 0</inkml:trace>
          <inkml:trace contextRef="#ctx0" brushRef="#br0" timeOffset="-317385.4735">-2629-3175 262 0,'0'0'288'0,"0"0"-24"0,0 0-25 0,0 0-30 0,0 0-19 15,9-17-28-15,-9 14-50 0,0 3-58 0,3-7-77 16,-3 7-83-16,1-9-170 0,-1 9-298 0,-1-7 133 15</inkml:trace>
          <inkml:trace contextRef="#ctx0" brushRef="#br0" timeOffset="-316838.6332">-2836-3326 101 0,'2'-8'207'15,"0"4"-17"-15,-2 4-13 0,5-9-11 0,-1 4-11 16,-2 1-13-16,2-1-13 0,1 1-11 0,-1 1-16 16,-2-1-6-16,2 1-3 0,0 2-13 0,-4 1 0 15,7-3-2-15,-3 0 1 0,2 3-9 0,-6 0-3 16,6 0-7-16,-6 0-4 0,8 0-7 0,-8 0-1 15,5 3-4-15,0-3 1 0,-3 3-6 0,-2-3-2 16,5 6-1-16,-5-1-4 0,0-5 2 0,0 7 3 16,0-7-3-16,-1 11 1 0,-1-7 1 0,-1 2-4 15,-3 0 0-15,2 0-4 0,-2 0-3 0,-1-1-3 16,1-1 0-16,-2 2-6 0,-2-3-3 0,0 0 2 16,0 3-2-16,-1-4 0 0,2 0-5 0,-2 0-2 15,1 0-6-15,-2-4-2 0,2 2-7 0,1 0 7 0,2-2-3 16,-4 0-2-16,4 0 1 0,-2-1-2 0,3 0-3 15,1 2-2-15,-1-3 1 0,2 1 2 16,0-1 1-16,1 2 0 0,3 2 0 0,-5-7 0 0,5 7-2 16,-3-7 3-16,3 7-2 0,0-4 5 0,0 4 1 15,0 0-4-15,0 0-1 0,0 0 4 0,5-7 1 16,-5 7-1-16,0 0 1 0,7 2 0 0,-7-2 3 16,6 3 6-16,-3 0 1 0,1 0 3 0,-1 0 4 15,0 2 6-15,0 2-3 0,-1-2 9 0,-1 2 1 16,0 0 5-16,-2-1-4 0,1-6 2 0,-3 14 0 15,-1-6-2-15,-1 0-4 0,0-1-2 0,-3 2 0 16,3-3-5-16,-1 0-2 0,1-1-13 0,0 1-21 16,-1-3-36-16,2 1-42 0,1-1-41 0,3-3-50 0,-5 4-254 15,5-4-479-15,0 0 212 0</inkml:trace>
          <inkml:trace contextRef="#ctx0" brushRef="#br0" timeOffset="-316573.0354">-2840-3315 97 0,'1'-5'270'0,"-1"-3"-15"16,2-1-16-16,-1-3-8 0,-1 1-20 0,0-3-11 15,0 0-19-15,2-7-18 0,-2 2-17 0,3-1-14 16,-2 1-14-16,0 5-8 0,1 0-15 0,0 2-7 16,0 3-11-16,-1 3-14 0,0 0-24 0,0 2-32 0,-1 4-36 15,0 0-45-15,0 0-39 0,-3-8-36 16,3 8-63-16,0 0-146 0,0 0-388 0,-13 11 173 16</inkml:trace>
          <inkml:trace contextRef="#ctx0" brushRef="#br0" timeOffset="-311229.6504">-3066-3326 25 0,'0'0'215'0,"0"0"-14"16,0 0-14-16,0 0-7 0,0 0-12 16,0 0-18-16,0 0-9 0,2-5-9 0,-2 5-12 15,0 0-6-15,0 0-3 0,0 0-4 0,0 0-3 0,0 0-5 16,0 0-2-16,0 0 1 0,6 11 1 0,-6-11-9 16,1 9-2-16,-1-9 0 0,-2 11-9 0,1-3-4 15,0-2-1-15,-2 3-10 0,-1 1-3 0,-1 0-1 16,2-2-10-16,-2 3-4 0,0 0-5 0,-3 1-3 15,1-1-5-15,-2-2-12 0,1 0-20 0,-3 0-20 16,-1-1-35-16,0-3-33 0,0 0-48 0,1-1-49 16,0-2-73-16,2 0-164 0,2-2-454 0,-1 0 201 15</inkml:trace>
          <inkml:trace contextRef="#ctx0" brushRef="#br0" timeOffset="-315338.7538">-3321-3370 39 0,'-7'-3'266'0,"7"3"-20"15,0 0-19-15,0 0-14 0,0 0-13 0,0 0-20 16,11-11-15-16,-11 11-17 0,7-3-14 0,-7 3-15 16,6-2-7-16,-1 0-17 0,-1 2-9 0,-4 0-9 0,7-3-6 15,-7 3-3-15,6 0-11 0,-6 0-7 0,0 0-4 16,8 2-2-16,-5-1-8 0,-3-1-7 0,5 4-12 16,-2-3-12-16,-3-1-10 0,6 4-14 0,-3-1-7 15,0 0-10-15,-3-3-7 0,5 4-10 0,-3-2 2 16,1 1-2-16,0 0-1 0,-3-3 12 0,4 6-4 15,-2-1 2-15,-2-5 4 0,2 6 7 0,0-3 2 16,-2-3 5-16,4 6 1 0,-2-3 3 0,-2-3 2 16,2 4-2-16,-2-4 4 0,0 0-4 0,3 5 8 15,-3-5 2-15,0 0 0 0,0 0 4 0,2 4 0 16,-2-4 3-16,0 0-3 0,0 0 6 0,0 0-3 16,-9 4 2-16,2-3 1 0,0 0-2 0,1 1-3 0,-5-2 2 15,-1 1-7-15,0 1 5 0,-6-1 0 16,6 1-2-16,0-2 1 0,0 1 0 0,0-1 3 15,4 1-2-15,-1 1-1 0,3-2 4 0,-3-2-1 0,4 1 4 16,-2 0 8-16,7 1 7 0,-7 1 7 0,7-1 14 16,-6-1 6-16,6 1 3 0,0 0 9 0,-7 0 6 15,7 0-2-15,0 0-1 0,0 0 3 0,-4 1 3 16,4-1 8-16,0 0 1 0,0 0 1 0,1 9 0 16,-1-9 0-16,3 8-4 0,-2-4-5 0,-1-4-1 15,3 10 2-15,-1-2 4 0,0-2-1 0,0 2-4 16,-2 1 3-16,0-1-13 0,2 0 7 0,-4 1 3 15,2 0-4-15,-2 0 1 0,-1 0-17 0,-1 1 5 16,0-2-8-16,-3 2-2 0,2-2-8 0,-1-2-6 16,0 2-26-16,1-4-29 0,0 0-40 0,-1 1-43 15,0-2-45-15,2-2-40 0,-1-1-60 0,-1 0-223 16,6 0-523-16,-12-3 232 0</inkml:trace>
          <inkml:trace contextRef="#ctx0" brushRef="#br0" timeOffset="-314557.5569">-3552-3542 320 0,'4'-7'307'16,"0"0"-10"-16,-2 0-20 0,1 2-18 0,-1 2-23 16,-2 3-22-16,3-6-31 0,0 3-13 0,-3 3-32 15,2-7-41-15,-2 7-39 0,0 0-57 0,0 0-58 16,0 0-67-16,0 0-88 0,-18 12-149 0,12-8-391 16,-1 1 173-16</inkml:trace>
          <inkml:trace contextRef="#ctx0" brushRef="#br0" timeOffset="-314791.9078">-3560-3320 132 0,'0'0'194'0,"0"0"-20"0,0 0-10 15,-7 0-13-15,7 0-12 0,0 0-12 0,-6-3-12 0,6 3-10 16,-5-3-11-16,5 3-7 0,-4-5-5 0,4 5-5 16,-3-4-8-16,3 4-6 0,-3-6-1 0,3 6-4 15,-1-6-6-15,1 6-5 0,0 0-3 0,0 0-5 16,2-11-3-16,-2 11-5 0,2-5 2 0,-2 5-9 16,3-4 1-16,-3 4-2 0,0 0 2 0,5-3-3 15,-5 3-1-15,5 0 1 0,-5 0 0 0,0 0 1 16,6 6 4-16,-6-6-4 0,4 5 2 15,-3-1-1-15,-1-4 3 0,4 8-1 0,-4-4 2 0,0-4-3 16,-1 11 3-16,1-11 0 0,-3 13 1 0,2-8-4 16,-1 1 5-16,0-1 2 0,-3 0-2 0,1 0 2 15,-1-1 1-15,2-1-4 0,-1-1-1 0,0 1-2 16,0-1-1-16,4-2-5 0,-9 2-1 0,4-2 1 16,5 0-3-16,-9-2 0 0,5 1-3 0,-2-3-2 15,2 2 3-15,0-1-3 0,1 0-2 0,-2-4 1 16,1 3 2-16,1-1-5 0,0 2 1 0,0-2 1 0,3 5 5 15,-4-7 1-15,2 3 0 0,2 4-2 0,-3-7 2 16,3 7-5-16,-2-4-3 0,2 4 0 0,0 0 2 16,-7 0-3-16,7 0 0 0,0 0 3 15,-10 6-6-15,6-1 2 0,-1 0-1 0,1 1-2 0,-2 0-2 16,1 0-11-16,0-1-8 0,0 1-11 0,1-3-12 16,-1 3-17-16,1-2-24 0,1 0-21 0,0-2-31 15,0 3-32-15,3-5-58 0,-3 3-187 0,3-3-444 16,0 0 197-16</inkml:trace>
          <inkml:trace contextRef="#ctx0" brushRef="#br0" timeOffset="-314263.8234">-3863-3494 235 0,'0'0'281'15,"0"0"-5"-15,0 0-10 0,0 0-10 0,0 0-11 0,0 0-17 16,7 19-16-16,-4-12-13 0,-1 1-20 0,0 0-15 16,0 2-12-16,0-1-15 0,0 5-9 0,1-2-12 15,-1 0-11-15,-1 0-9 0,0-2-15 0,-1 2-11 16,0-1-25-16,0-4-36 0,0 4-51 0,-1-2-54 16,-1-1-51-16,1-1-50 0,-2 0-55 0,1-2-206 15,-2-1-496-15,1 0 219 0</inkml:trace>
          <inkml:trace contextRef="#ctx0" brushRef="#br0" timeOffset="-308089.2782">-3957-3361 28 0,'0'0'235'0,"0"0"-7"15,0 0-14-15,3-4-6 0,-3 4-13 0,0 0-12 16,0 0-18-16,0 0-9 0,0 0-18 0,0 0-11 16,0 0-13-16,0 0-8 0,0 0-9 0,0 0-11 0,0 0-4 15,-15 1-7-15,15-1-6 0,-8 5-8 0,4-4-3 16,1 2-4-16,-1 0-8 0,-1-1-1 16,1 1-7-16,-1-2-1 0,2 2-6 0,0 1-1 0,-1-2-5 15,1 1 2-15,-1 0-2 0,0 1-2 16,0-2-7-16,1 3-2 0,-1-3 2 0,2 2-2 0,2-4-4 15,-5 6 0-15,3-2 0 0,2-4-1 0,-3 5-4 16,3-5 4-16,-2 6-1 0,2-6-5 0,0 0 5 16,0 0 0-16,2 7-4 0,-2-7 1 0,3 5 1 15,-3-5-1-15,4 1-1 0,-4-1-1 0,6 4 2 16,-3-2-2-16,-3-2 1 0,6 3 3 0,-3-1-6 16,1 0 3-16,-4-2-4 0,6 2 1 0,-3-1 2 15,-3-1 0-15,6 2-1 0,-4 2-1 0,-2-4 4 16,4 3-1-16,-4-3 0 0,0 0 3 0,3 3 1 15,-3-3 3-15,0 0 2 0,0 0 5 0,0 0-1 16,-6 10 3-16,6-10 1 0,-4 4 1 0,1-2 9 0,3-2-6 16,-8 6 0-16,3-5-3 0,1 1-4 0,-1-1 5 15,-1 0-2-15,0 1-1 0,0-2-3 16,0 1-3-16,-1-2 4 0,7 1-5 0,-13 0 2 0,6-2 1 16,0 0 0-16,-1 0-2 0,-4-1-4 0,2-2-2 15,0 2-2-15,0-2 2 0,2 1-2 0,-1-1 1 16,2 2-4-16,1 0 3 0,1-2 0 0,-1 1 5 15,2-1-11-15,1-1 6 0,0 0-3 0,3 1-2 16,0 5-11-16,1-16-12 0,1 9-12 0,0 1-26 16,0-3-32-16,2 1-36 0,-1 1-46 0,1-2-40 15,0 0-67-15,-1 1-175 0,0-1-493 0,0 1 219 16</inkml:trace>
        </inkml:traceGroup>
        <inkml:traceGroup>
          <inkml:annotationXML>
            <emma:emma xmlns:emma="http://www.w3.org/2003/04/emma" version="1.0">
              <emma:interpretation id="{F59CFF6E-65EC-4DDD-A406-95925DC78FD0}" emma:medium="tactile" emma:mode="ink">
                <msink:context xmlns:msink="http://schemas.microsoft.com/ink/2010/main" type="inkWord" rotatedBoundingBox="9895,12514 8717,12517 8716,11847 9894,11844"/>
              </emma:interpretation>
              <emma:one-of disjunction-type="recognition" id="oneOf35">
                <emma:interpretation id="interp51" emma:lang="" emma:confidence="1">
                  <emma:literal/>
                </emma:interpretation>
              </emma:one-of>
            </emma:emma>
          </inkml:annotationXML>
          <inkml:trace contextRef="#ctx0" brushRef="#br0" timeOffset="-307464.3245">-4377-3401 208 0,'0'0'265'0,"0"0"-18"0,0 0-17 15,0 0-16-15,0 0-12 0,0 0-14 0,0 7-10 16,0-7-3-16,0 0-11 0,3 9-11 0,1-6-12 16,-2 2-12-16,0-2-8 0,-1 1 0 0,2 2 3 15,0-3-11-15,0 3-5 0,-1-1-10 16,2-1-5-16,0 3-11 0,-1-3-6 0,-1-1-11 0,-2-3-4 15,2 7-10-15,-1-2 3 0,-1-5-7 0,0 0-4 16,-5 9 0-16,2-6-5 0,-3 1-6 0,-1-1-18 16,0-1-17-16,-1 2-42 0,-1-1-48 0,2-1-51 0,1-1-62 15,1-1-82-15,-1 0-229 0,6 0-560 0,-8-3 249 16</inkml:trace>
          <inkml:trace contextRef="#ctx0" brushRef="#br0" timeOffset="-306792.4908">-4485-3383 118 0,'0'0'226'0,"0"0"-15"0,0 0-12 0,-3-5-11 16,3 5-15-16,0 0-19 0,0 0-19 0,0 0-4 15,0 0-11-15,0 0-12 0,0 0-7 0,0 0-9 16,0 0-9-16,0 0-4 0,0 0-4 0,0 0-7 0,3 16-4 16,-3-16-10-16,-2 8-2 0,2-8-5 0,-2 8-3 15,0-2-5-15,2-2-4 0,-2 1-8 0,2-5 3 16,-3 11-6-16,1-7-1 0,0-1-3 0,2-3-1 16,-6 7-3-16,2-3-6 0,1-2-5 0,3-2-3 15,-6 4-8-15,2-2-4 0,4-2 1 0,-8 3 0 16,8-3 0-16,-9-1 0 0,9 1 0 0,-7-2 7 15,3-1-2-15,0 0 2 0,4 3-1 0,-7-3 3 16,3-1 5-16,1 1 5 0,3 3-2 0,-4-8 11 16,2 5 1-16,2 3 8 0,-1-7 10 0,1 7 6 15,-1-9 6-15,1 9-2 0,0-8 0 0,0 8 3 16,1-8-3-16,0 4 3 0,-1 4 3 0,0 0-2 16,0 0-7-16,1-7-3 0,-1 7-5 0,0 0-5 0,0 0-3 15,0 0 1-15,0 0-8 0,0 0 3 16,3-2-2-16,-3 2-2 0,0 0 0 0,0 0-2 0,0 0-2 15,3 12 2-15,-3-12-2 0,2 6-7 0,-2-6 10 16,0 6-9-16,0-6 4 0,-2 9-6 0,2-9 3 16,-3 8-6-16,2-5-1 0,1-3 2 0,-5 7-6 15,1-2 6-15,1-2-2 0,-2 0 3 0,1 0-8 16,-3 1-8-16,1-1-2 0,-2 0-2 0,1-1-6 16,-2 1-2-16,2-2 0 0,-1 1-1 0,1-1-1 15,0-1 1-15,0 1 3 0,2-2 5 0,5 1 2 16,-9-3 3-16,4 3-2 0,2-4-1 0,0 1 7 15,0-2 1-15,2 1 8 0,-1-3 5 0,0 0 6 0,1 0 6 16,1-1-8-16,1-2 10 0,1-4 2 16,0 2-5-16,1-3 3 0,1 0-3 0,1-4 2 15,-2 5-4-15,0 0-5 0,0 2 0 0,0-1-3 0,-1 4-15 16,0 1-13-16,-1 4-24 0,1-1-36 0,-1 1-32 16,-1 4-40-16,3-7-37 0,-3 7-37 0,3-4-63 15,-3 4-170-15,0 0-493 0,0 0 219 0</inkml:trace>
          <inkml:trace contextRef="#ctx0" brushRef="#br0" timeOffset="-306605.01">-4558-3532 44 0,'4'-4'312'0,"-1"-3"-10"0,2 1-19 0,-1 1-10 16,0 0-23-16,-1 1-20 0,0 0-24 0,0 1-20 15,-3 3-23-15,4-5-17 0,-4 5-21 0,3-2-34 0,-3 2-28 16,0 0-40-16,0 0-46 0,0 0-57 16,0 16-54-16,0-16-71 0,-6 11-172 0,3-4-406 0,-1 2 180 15</inkml:trace>
          <inkml:trace contextRef="#ctx0" brushRef="#br0" timeOffset="-306370.6543">-4701-3179 146 0,'0'0'328'0,"0"0"-11"15,0 0-14-15,0 0-26 0,13-5-25 0,-13 5-18 16,7-6-25-16,-5 5-20 0,-2 1-17 0,5-4-17 0,-5 4-39 15,3-4-35-15,-3 4-49 0,4-4-50 0,-4 4-65 16,0 0-53-16,0 0-59 0,0 0-202 0,0 0-430 16,-7-11 191-16</inkml:trace>
          <inkml:trace contextRef="#ctx0" brushRef="#br0" timeOffset="-305917.5606">-4812-3531 25 0,'0'0'207'15,"0"0"-2"-15,-2-3-4 0,2 3-6 0,0 0-9 0,0 0-7 16,0 0-4-16,0 0-8 0,0 0-7 0,1 17-10 15,-1-17-10-15,4 9-8 0,-3-5-8 0,1 1-4 16,-1 2-7-16,0 1-7 0,1 1-2 0,0-2-9 16,0 1-5-16,0 2-11 0,0-2-6 0,-1 2-3 15,0 3-4-15,0-3-2 0,0-1-1 0,-1 4-11 16,-1-1-1-16,1 0-8 0,-1 1-3 0,1-3-11 16,-1-1 7-16,-2 4-3 0,1-5-7 0,0 2 4 15,-1-2-4-15,0 1-4 0,-2-2-5 0,-2 3 2 16,0-4-4-16,1 0 2 0,-1 0 2 0,-1 0-10 15,-1-2 4-15,0 0-4 0,-3 0 4 0,0-3 2 16,3 1-5-16,-1-1-6 0,-1 0 3 0,3-2-4 0,-1 0 1 16,1-2 1-16,-1-1-4 0,2-1 8 0,1 2-5 15,0-2-3-15,0-2-1 0,2-1 2 0,1 2-3 16,1-3-5-16,1 0-1 0,1 0-13 0,1-3-8 16,2 2-22-16,1-2-31 0,0 1-29 0,2-1-29 15,-1 5-43-15,2-4-33 0,-1 6-68 0,0 0-176 16,-1-2-496-16,0 3 219 0</inkml:trace>
          <inkml:trace contextRef="#ctx0" brushRef="#br0" timeOffset="-304349.2902">-4935-3754 173 0,'2'-5'222'0,"-2"5"-16"0,0 0-13 15,0 0-20-15,0 0-8 0,0 0-8 0,0 0-19 16,-12 8-4-16,6-3-13 0,0 1-4 0,0 1-12 16,-3 2-8-16,1 2-4 0,-4 3-14 0,-1-1-6 15,-1 0-4-15,-1-1-11 0,0 4-15 0,-1-3-30 16,1 2-48-16,1-1-51 0,2-1-61 0,2-3-214 15,3-1-389-15,2-3 172 0</inkml:trace>
          <inkml:trace contextRef="#ctx0" brushRef="#br0" timeOffset="-304886.3607">-5115-3547 199 0,'0'0'215'0,"0"0"-3"0,0 0-8 0,0 0-11 16,0 0-13-16,0 0-13 0,0 0-8 0,3 20-6 15,-3-12-9-15,1 0-11 0,0-1-11 0,0 2-12 16,-2-1-6-16,1 1-6 0,-1-1-10 0,0 2-4 16,0 2-10-16,0-3-5 0,0 1-6 0,-1 1-3 15,0 0-8-15,-1-3-1 0,0 2-3 0,-1 0-6 0,1-2-2 16,-1-1-4-16,0 1-5 0,0-2-4 0,1 0 5 16,-2-1-10-16,2-3-2 0,-2 1-2 0,1-1-1 15,-1 0-10-15,-1-1-5 0,6-1-5 0,-9-1-2 16,4-1-2-16,-1-1 3 0,0 0-1 0,-1 1-3 15,1-4-1-15,1 2 8 0,0-1-5 0,0 0 7 16,1 0-4-16,0-1 1 0,1 1-4 0,0-1 7 16,1 2 4-16,-1-1 8 0,1-1-1 0,0 2 2 15,2 4-3-15,-3-8 8 0,3 2-2 0,0 6 0 16,0 0 1-16,0 0-1 0,1-11-2 0,-1 11-2 16,0 0-3-16,1-4-1 0,-1 4-3 0,0 0 2 15,0 0 1-15,0 0-1 0,0 0-2 0,0 0 0 16,5 13-3-16,-5-13 4 0,0 8-3 0,0-8 3 0,-2 11-2 15,1-7 0-15,-1 2-2 0,0 0 3 0,-1 0 0 16,-1 0-3-16,-1 0-2 0,1-1 2 16,-1-1-3-16,-1 1-3 0,0-1-1 0,-1-1-1 0,-1 0-12 15,0-1 1-15,-3 1-1 0,4-3 1 0,-1 1 0 16,2-2 0-16,-1 1 6 0,1-2 1 0,6 2-2 16,-9-1 5-16,5-1-3 0,-1-1 4 0,5 3-2 15,-4-1 2-15,4 1 1 0,-5-3 4 0,5 3 3 16,0 0-1-16,0 0 0 0,-3-5 1 0,3 5 0 15,0 0-2-15,0 0 0 0,0 0-3 0,0 0 3 16,0 0 0-16,6 14 0 0,-6-14 0 0,3 8 0 16,-1-4-1-16,-1 2 0 0,1-1 0 0,-2-5 2 15,0 11-3-15,0-7 5 0,0-4-3 0,-2 9-1 16,2-9-2-16,-2 8 1 0,1-5-4 0,1-3-4 16,-1 6 3-16,1-6-7 0,0 0-3 0,-5 3-3 15,5-3-6-15,-5 0-8 0,5 0-3 0,0 0-3 0,-8-6-2 16,8 6-1-16,-6-6 2 0,3 3 1 0,1-1 5 15,-2 1-2-15,1-2 5 0,-1 0-2 16,0 1 3-16,1 0 5 0,-1 2 3 0,4 2 2 0,-6-6-1 16,2 5 4-16,1-2 0 0,3 3 2 0,-6-5-5 15,3 3 10-15,3 2 2 0,-7-2-2 0,3-1 1 16,4 3 2-16,-7 0 2 0,7 0 0 0,-6-3-1 16,6 3 1-16,-7 1 0 0,7-1 1 0,-7 0 2 15,7 0 2-15,-6 5 3 0,6-5 8 0,-5 3 0 16,2 0 0-16,3-3 2 0,-4 7 3 0,2-3 2 15,0 0 3-15,0 3 2 0,2 1 4 0,-2-1 5 16,2 1 3-16,-1-2 3 0,1 3 1 0,1-2-2 0,0 0 2 16,0 2-1-16,1 0-2 0,0-1 5 15,0 2-4-15,1-2 0 0,1 1-4 0,-1 0-4 16,0 0-4-16,0 1 4 0,-1-1-6 0,-1 0 2 0,1 1-4 16,0-3-1-16,0 2-5 0,-1 0 3 0,0-3-7 15,-1 0-6-15,0-6-16 0,0 9-21 0,0-9-30 16,0 7-28-16,0-7-48 0,0 0-38 0,2 2-64 15,-2-2-203-15,0 0-481 0,0 0 213 0</inkml:trace>
          <inkml:trace contextRef="#ctx0" brushRef="#br0" timeOffset="-304667.6505">-5362-3499 68 0,'1'-5'326'15,"2"1"-15"-15,0 1-24 0,0-2-24 0,-1 2-23 16,1-1-26-16,1 1-22 0,-4 3-18 0,3-5-19 0,-3 5-17 16,4-3-38-16,-4 3-40 0,4-1-40 0,-4 1-47 15,0 0-61-15,7-3-62 0,-7 3-231 0,0 0-412 16,9 4 182-16</inkml:trace>
        </inkml:traceGroup>
        <inkml:traceGroup>
          <inkml:annotationXML>
            <emma:emma xmlns:emma="http://www.w3.org/2003/04/emma" version="1.0">
              <emma:interpretation id="{04880044-1F9F-4262-AD31-714804D4B779}" emma:medium="tactile" emma:mode="ink">
                <msink:context xmlns:msink="http://schemas.microsoft.com/ink/2010/main" type="inkWord" rotatedBoundingBox="8552,12390 7388,12392 7387,12087 8551,12084"/>
              </emma:interpretation>
              <emma:one-of disjunction-type="recognition" id="oneOf36">
                <emma:interpretation id="interp52" emma:lang="" emma:confidence="1">
                  <emma:literal/>
                </emma:interpretation>
              </emma:one-of>
            </emma:emma>
          </inkml:annotationXML>
          <inkml:trace contextRef="#ctx0" brushRef="#br0" timeOffset="-301246.0291">-6439-3327 192 0,'0'0'220'0,"0"0"-2"0,4 10-16 0,-1-7-14 0,0 0-17 16,-3-3-10-16,3 7-12 0,-1-3-14 15,0-2-12-15,0 4-11 0,-2-6-12 0,4 6-7 0,-3 0-10 16,0-2-7-16,-1-4-8 0,1 8-7 0,-1-8-6 16,-1 8-1-16,1-8-7 0,-2 6-9 0,2-6 0 15,-2 7-7-15,0-4-3 0,2-3 0 0,-6 4-6 16,6-4-4-16,-5 2-4 0,5-2-5 0,-6-1-5 15,6 1 0-15,0 0-7 0,-8-5 1 0,5 2 0 16,0-2 1-16,1 1-2 0,2 4-3 0,-4-10 3 16,3 2 3-16,-1 2 0 0,2-3 2 0,0 0 1 0,0 1 8 15,0 0 0-15,0 0 5 0,0 3 0 16,0 5 7-16,0-10 6 0,0 10 0 0,0-7-7 16,0 7-2-16,0 0-5 0,0-8 1 0,0 8-5 0,0 0-1 15,0 0-1-15,0 0 0 0,0 0-2 0,0 0-5 16,0 0 1-16,-12 13-7 0,11-11-3 15,1-2-1-15,-6 8-4 0,3-5 0 0,1 0-8 0,-2 1-1 16,4-4-9-16,-5 8-5 0,1-5-12 0,0-2-4 16,1 2-8-16,-3-3-8 0,0 1-2 0,6-1-5 15,-9 0 8-15,9 0 0 0,-9-3 11 0,3 1 2 16,0-1 1-16,1-1 6 0,1 0 8 0,0 3 4 16,1-4 6-16,-1 2 14 0,2-1 8 0,-2-1 4 15,4 5 17-15,-4-6 12 0,4 6 9 0,-3-6 9 16,3 6 5-16,-2-4 5 0,2 4 7 0,-2-5 3 15,2 5-1-15,0 0 7 0,0 0-1 0,-2-6 3 16,2 6 1-16,0 0 0 0,0 0-2 0,0 0-8 0,0 0 1 16,0 0-2-16,0 0-1 0,0 0-9 0,0 0-2 15,2-9-4-15,-2 9-1 0,0 0-13 16,0 0 4-16,0 0-3 0,0 0 0 0,0 0-1 0,0 0 0 16,0 0-6-16,0 0 6 0,2 21-9 0,-2-21-2 15,-2 8 2-15,2-8-1 0,-3 7-3 0,2-2 0 16,1-5 2-16,-5 7 0 0,3-4-2 0,0 0 1 15,-1 1-5-15,0 0 1 0,-1-1-3 0,-1-1-2 16,-1 1 0-16,-1 1-5 0,-1-4 4 0,-2 4-4 16,-2-1 2-16,1-2 0 0,-1 0 3 0,1 0-3 15,-2 0 2-15,1-1-3 0,0 0 0 0,-1 2-4 16,2-3-3-16,0 0 3 0,0-2-2 0,3 2 4 16,1-2-2-16,0-1 2 0,-1 1 1 0,1-1-1 15,1-1-6-15,2 0 0 0,-2 1-5 0,1-2 0 16,-1-2-12-16,2 1-4 0,3 1-13 0,-1-3-22 15,0 1-27-15,1 1-31 0,1-1-37 0,0 8-32 0,1-12-47 16,3 4-64-16,0 2-174 0,0 0-506 0,2-1 223 16</inkml:trace>
          <inkml:trace contextRef="#ctx0" brushRef="#br0" timeOffset="-301074.1627">-6680-3475 96 0,'0'0'258'0,"0"0"-13"0,3-4-15 16,-3 4-16-16,0 0-7 0,0 0-11 0,0 0-18 16,0 0-12-16,0 0-16 0,-18-3-10 0,11 3-21 15,-4 0-13-15,2 1-7 0,2 0-12 0,0 0-30 16,0-1-62-16,1 1-82 0,6-1-96 0,-7-2-197 16,7 2-409-16,-3-7 181 0</inkml:trace>
          <inkml:trace contextRef="#ctx0" brushRef="#br0" timeOffset="-303558.3617">-5692-3302 67 0,'0'0'163'0,"-4"2"-8"16,4-2-21-16,0 0-11 0,0 0-6 0,-7 1-13 15,7-1-7-15,0 0-16 0,-7-1-5 0,7 1-3 16,-5-3-12-16,5 3-6 0,-4-3-5 0,4 3-7 16,-4-4-4-16,4 4 0 0,-2-3-16 0,2 3 7 0,0-7-3 15,0 7 5-15,-2-7-11 0,2 7-2 16,0 0-1-16,2-10-7 0,-2 10 9 0,3-4-2 16,-3 4-1-16,3-6-2 0,0 3 5 0,0 1-1 0,-3 2 10 15,6-6-4-15,-2 5 6 0,-4 1-4 0,6-3 3 16,-3 2 2-16,-3 1 7 0,5-1 2 0,-5 1-1 15,5 4-1-15,-5-4 6 0,3 7 11 16,-3-3 2-16,0-4 3 0,-1 14 3 0,-2-7 4 0,0 1 3 16,-1 1 0-16,-2 1-4 0,-2 1-3 0,-1-1-7 15,1-1-1-15,-3 0-8 0,0 0-5 0,0 0-10 16,2-1-23-16,0-1-37 0,-1-1-43 0,4-2-57 16,-1-2-75-16,-1 1-223 0,3-3-459 0,5 0 203 15</inkml:trace>
          <inkml:trace contextRef="#ctx0" brushRef="#br0" timeOffset="-302042.8361">-5948-3391 193 0,'0'0'204'0,"0"0"-7"0,0 0-10 0,4 12-11 0,-4-12-13 15,1 4-9-15,-1-4-12 0,0 0-4 0,2 8-9 16,-2-8-9-16,0 6-12 0,0-6-11 0,-2 8-7 16,2-8-10-16,2 6-7 0,-2-6-6 0,-4 7-7 15,4-7-6-15,-3 6-3 0,1-3-7 0,2-3-1 16,-6 5-6-16,3-4-7 0,3-1-13 0,-4 3-8 16,4-3-9-16,-8 2-3 0,8-2-4 0,-6-3-5 15,6 3 1-15,-6-3 2 0,6 3-1 0,-6-6-1 16,4 3 2-16,-1-1-2 0,3 4 4 0,-2-7 1 0,-1 4-1 15,3 3-1-15,-2-7 0 0,2 7 6 0,-2-8 2 16,2 8 4-16,-1-6 6 0,1 6 8 0,0 0-5 16,-1-7 1-16,1 7 0 0,0 0-7 0,0 0-1 15,0 0 0-15,0 0-1 0,0 0 0 0,0 0 2 16,0 0-5-16,0 0 1 0,0 0 1 0,0 0-4 16,4 19-2-16,-4-14 4 0,0 1 1 0,0-6-3 15,-3 13-1-15,1-6 1 0,-1-2-4 0,-2 1-2 16,1-1-8-16,-1 0-4 0,1-1-6 0,-2-1-6 15,0 0 0-15,2-2-6 0,-1-1 1 0,5 0 1 16,-10-1 4-16,5-1 4 0,1 0-4 0,-1-2 9 16,2 0 0-16,0-2-1 0,0 2 3 0,3 4 5 15,-4-8 10-15,4 3 6 0,0 5 1 0,-3-8 9 0,3 8 3 16,0-7 3-16,0 7 5 0,0 0-2 16,-1-6-1-16,1 6 1 0,0 0-7 0,0 0 1 15,0 0-2-15,0 0 0 0,0 0-2 0,0 0 0 0,0 0-1 16,0 0-1-16,0 0 2 0,0 0-6 0,0 0-2 15,-9 13 0-15,7-11 3 0,2-2 0 0,-4 7 1 16,2-3-2-16,-1-1-2 0,3-3 1 0,-4 7-3 16,0-5 6-16,1 1-4 0,3-3 0 0,-8 3-5 15,5-1 2-15,3-2-6 0,-8 3-8 0,3-3-6 16,5 0-8-16,-9 0-5 0,3-1 4 0,6 1-8 16,-9-4 1-16,4 1-2 0,1-1 0 0,-2-1 2 15,1 0 6-15,0 2 2 0,1-3 1 0,0 1 1 16,-1 0 4-16,2-1 1 0,0 0 5 0,1 0-5 15,1-2 6-15,-2 2 3 0,2-3 8 0,0 0-4 16,0-1 10-16,1 1 8 0,0 0 6 0,0 1 7 16,-2-1 5-16,2 0 4 0,0 2 6 0,0-1-1 0,0 3-1 15,2 0 8-15,-2 5 2 0,0-11 7 0,0 5 6 16,0 6-2-16,0-6 1 0,0 6 3 16,0 0-8-16,0-8-2 0,0 8-6 0,0 0-5 0,0 0-6 15,0 0-3-15,0 0 0 0,0 0-1 0,0 0-1 16,0 0 2-16,4 17-4 0,-2-11 4 0,-1 2-7 15,0-2 4-15,-1 1-6 0,0 1 4 0,1 0-5 16,-1 0-1-16,1 2-3 0,-1-2-4 0,-1 1 3 16,1 1 1-16,-3-2-2 0,1 1-2 0,0 1-4 15,0-2-1-15,-1-2 0 0,-1 2 4 0,0-1 1 16,0-1-6-16,1 0 2 0,-2-1-2 0,0 1-1 16,0-4-1-16,2 1 1 0,-1-1-2 0,4-2 0 15,-7 2 2-15,7-2-3 0,-9 0 0 0,5 0-1 16,-2-2 2-16,1-1-2 0,-1 1 6 0,1-2-5 15,-1 0 0-15,2-1 0 0,1 1 0 0,-1-1 3 16,1-2 8-16,1-1 3 0,1 0 11 0,0-1 0 0,1-4 1 16,1 0 7-16,1-2-8 0,0 1-4 0,0-4-4 15,0 3 6-15,1 3-5 0,-1 1-2 0,1 0 3 16,-2 3-6-16,2 2-4 0,-2 0-12 16,1 1-20-16,-2 5-38 0,0 0-37 0,0 0-41 0,0 0-43 15,0 0-63-15,0 0-261 0,0 0-544 0,-12 12 241 16</inkml:trace>
        </inkml:traceGroup>
        <inkml:traceGroup>
          <inkml:annotationXML>
            <emma:emma xmlns:emma="http://www.w3.org/2003/04/emma" version="1.0">
              <emma:interpretation id="{9FF76021-0BD6-4E6A-998E-CD3DC221ACF7}" emma:medium="tactile" emma:mode="ink">
                <msink:context xmlns:msink="http://schemas.microsoft.com/ink/2010/main" type="inkWord" rotatedBoundingBox="7173,12467 5786,12470 5785,12064 7172,12061"/>
              </emma:interpretation>
              <emma:one-of disjunction-type="recognition" id="oneOf37">
                <emma:interpretation id="interp53" emma:lang="" emma:confidence="1">
                  <emma:literal/>
                </emma:interpretation>
              </emma:one-of>
            </emma:emma>
          </inkml:annotationXML>
          <inkml:trace contextRef="#ctx0" brushRef="#br0" timeOffset="-299027.431">-7152-3408 11 0,'0'0'228'0,"0"0"-9"0,-3-8-11 0,3 8-11 16,0 0-8-16,0 0-8 0,0 0-15 0,0 0-8 15,0 0-12-15,0 0-14 0,0 0-9 0,6-11-15 16,-6 11-10-16,6-3-13 0,-6 3-4 0,5-3-7 0,-5 3-6 15,4-1-8-15,-4 1-6 0,0 0-6 16,6-2-2-16,-6 2-4 0,0 0-5 0,6 3-3 16,-6-3-2-16,3 3-3 0,-3-3-6 0,4 5-1 15,-4-5-4-15,5 4-1 0,-5-4-6 0,2 4-4 0,-2-4 1 16,2 5-5-16,-2-5-5 0,2 6-3 16,-2-6-3-16,3 7 1 0,-2-5-2 0,-1-2-5 0,2 6 1 15,-2-6-2-15,1 7 2 0,-1-7-7 0,2 5 1 16,-2-5 0-16,2 7-2 0,-2-7 4 0,1 5 0 15,-1-5 0-15,1 4 1 0,2 0-1 0,-3-4 0 16,1 4 1-16,-1-4 1 0,3 5 0 0,-3-5-1 16,5 4-1-16,-2-2-4 0,-3-2 3 0,4 3-5 15,-4-3 5-15,4 1 2 0,-4-1 2 0,0 0 0 16,4 2 3-16,-4-2 1 0,0 0-1 0,0 0 3 16,4 1-1-16,-4-1-2 0,0 0 9 0,0 0-9 15,0 0 10-15,0 0-4 0,0 0 0 0,0 0-1 0,0 0-1 16,0 0 3-16,0 0 1 0,0 0-2 15,-16-2 2-15,8 2-2 0,2 1-1 0,-2 0 2 16,-2 0 4-16,-1 0-2 0,0 0 2 0,0 0 2 0,-2-1-1 16,3 1-3-16,-1 0-2 0,0-1-1 0,1 0-2 15,-1 0-1-15,3-1 5 0,2 0-5 0,-3-1-5 16,3 0 1-16,-1 1-1 0,2-1 0 0,1 1 4 16,4 1 7-16,-7-5-4 0,7 5-2 0,-4-3 5 15,4 3-3-15,-4-3 3 0,4 3 3 0,-4-6 3 16,4 6 9-16,0 0 2 0,1-8 2 0,-1 8 4 15,0 0 6-15,0 0 0 0,0 0 1 0,0 0-2 16,1-8-2-16,-1 8 1 0,0 0-2 0,0 0-2 16,0 0 1-16,0 0-2 0,0 0 1 0,0 0-2 15,0 0 0-15,0 0-7 0,0 0 2 0,0 0-2 16,6 13 0-16,-6-13-1 0,0 0-8 0,-2 9 6 16,2-9 3-16,-4 8-4 0,1-4 1 0,3-4 0 0,-4 6-2 15,0-3-2-15,2 0 2 0,2-3-5 0,-7 5-7 16,5-3-5-16,-3 0-9 0,5-2-2 15,-7 1-3-15,1-1-1 0,6 0 1 0,-7-1 2 0,1 0 1 16,6 1 5-16,-7-5 1 0,4 2-3 0,-1 0 3 16,1-1 0-16,3 4 7 0,-4-8-3 0,1 4 4 15,2-1 6-15,-1-1 4 0,2 6 0 0,-3-7 7 16,3 7 3-16,-1-6 5 0,1 6 2 0,-3-6 2 16,3 6 1-16,0 0-3 0,-2-6-6 0,2 6 2 15,0 0-3-15,0 0-4 0,0 0 1 0,0 0-3 16,0 0 1-16,0 0 2 0,0 0-7 0,0 0 3 15,0 0-1-15,-4 15 0 0,3-11-1 0,1-4 4 16,-2 9-4-16,0-5 3 0,-1 0-8 0,3-4 5 16,-3 8-7-16,1-5 4 0,2-3-3 0,-3 5-5 15,-1-2-5-15,4-3-6 0,-4 5 0 0,4-5-8 16,-7 1-9-16,2-1-5 0,5 0-8 0,-10-1 8 0,5-1-3 16,5 2 2-16,-10-3 0 0,6 0-6 0,-2-1 13 15,2 1 4-15,1 0 0 0,-2-2 7 16,2 0 0-16,0 1 4 0,0 0 3 0,0-1 7 0,3 5 11 15,-4-8 0-15,2 3 9 0,2 5-1 0,-3-6 7 16,2 2 2-16,1 4 3 0,-3-5 0 0,3 5-4 16,0 0 0-16,-2-5-3 0,2 5 2 0,0 0-3 15,0 0-1-15,0 0-2 0,0 0 0 0,0 0 0 16,0 0-2-16,0 0-4 0,0 0 4 0,0 0-2 16,0 0-1-16,0 0 1 0,-3 14-1 0,3-14 1 15,-1 8 2-15,-1-4 1 0,2-4-4 0,-5 8 1 16,2-4-1-16,0 0 2 0,-2-1 2 0,-1 2-6 15,0-1-1-15,0-1 3 0,0 0-1 0,-1 0 0 0,0-1-3 16,1-1 3-16,1-1 2 0,1 2-3 16,4-2 3-16,-9-2 1 0,9 2 6 0,-6 0 3 15,6 0 5-15,-6-1 1 0,6 1 3 0,0 0-1 0,-5-3-3 16,5 3-1-16,0 0-3 0,0 0-2 0,0 0-1 16,0 0-2-16,0 0-3 0,-1 7 0 0,1-7 1 15,0 0-1-15,0 0-1 0,5 10-2 0,-3-6-1 16,0 0 3-16,1-1-1 0,0 2-4 0,0 0-2 15,-1-1 3-15,0 0 2 0,0 1-5 0,0-1 2 16,-2-4 2-16,1 7-4 0,-1-7 2 0,0 8-4 16,0-8-2-16,0 0-4 0,-3 8-2 0,3-8-6 15,-4 3 1-15,4-3-2 0,-4 3-5 0,4-3 4 16,-5 0-1-16,5 0 1 0,0 0 2 0,-9-4 0 16,9 4 2-16,-5-5-2 0,2 2 3 0,0-1-2 15,0 1 6-15,0-4-3 0,0 3 3 0,-1-2-3 16,1 0 7-16,0-1-1 0,1 0-9 0,-1 1 8 0,0 0 0 15,1-1 11-15,0 4-4 0,2 3 4 0,-2-9 0 16,2 9 2-16,-2-5-5 0,2 5 4 16,-2-6-10-16,2 6 8 0,0 0-3 0,0 0-1 0,0 0 3 15,0 0-2-15,0 0 1 0,0 0-3 0,0 0 4 16,0 0-8-16,-4 13 7 0,4-13 2 0,-2 8-5 16,-1-3 4-16,0 0-2 0,0 2 3 0,0-3-2 15,-1 2-1-15,-1-2 5 0,1 0-3 0,-2 1 1 16,2-2-2-16,-2 0-1 0,0-1 0 0,-1 1 0 15,1-3 5-15,1 0 1 0,5 0 5 0,-9-1-3 16,3-1 2-16,1-1 4 0,-1 0 6 0,2-1 2 16,1-1 7-16,-1-2 9 0,1 1 4 0,2 0 2 15,-1-2 6-15,1-1 1 0,0-3 1 0,1-1 0 0,2-1-6 16,-2-1 0-16,4-6 1 0,0 2-5 16,0-1-7-16,0 1-3 0,-1 0-2 0,1 7-9 15,-2 1-1-15,1 2-10 0,0 3-27 0,-1 1-38 0,-1 1-46 16,2 2-57-16,-3 2-64 0,4-4-236 0,-4 4-495 15,7 2 220-15</inkml:trace>
          <inkml:trace contextRef="#ctx0" brushRef="#br0" timeOffset="-298636.8385">-7213-3208 115 0,'0'0'324'0,"4"-5"-7"16,-4 5-20-16,4-4-21 0,-4 4-23 0,4-3-21 15,-4 3-25-15,3-3-18 0,-3 3-40 0,0 0-49 16,0 0-65-16,0 0-73 0,3-4-92 0,-3 4-258 15,0 0-420-15,0 0 186 0</inkml:trace>
          <inkml:trace contextRef="#ctx0" brushRef="#br0" timeOffset="-297824.3956">-7852-3379 213 0,'0'0'213'0,"-3"-3"-17"16,3 3-15-16,0 0-13 0,0 0-20 0,0 0-9 16,0 0-15-16,0 0-7 0,0 0-11 0,0 0-10 15,-3 12 0-15,3-12-12 0,0 0-5 0,1 9-4 16,-1-9-10-16,2 6-3 0,0-1-7 0,-2-5-3 16,2 9-2-16,-2-5-4 0,0 2-4 0,0-6 0 15,1 9-8-15,-1-3-1 0,0-6-1 0,-3 9-4 0,2-5-3 16,-1 0-2-16,2-4-1 0,-4 8-2 15,1-4-1-15,-3 0-4 0,3-1 1 0,-2 0 0 0,0 0-6 16,0 2-2-16,1-2 2 0,-1-1-2 0,0 0-1 16,1 2-2-16,0-1 0 0,-1-2-1 0,2 2 2 15,3-3-5-15,-6 4 2 0,2-1 1 0,4-3-3 16,-3 4 4-16,3-4-5 0,-2 3 1 0,2-3-1 16,0 0 1-16,0 0 0 0,0 0 0 0,0 0 1 15,0 0 1-15,5 10-1 0,-5-10 4 0,6 4-3 16,-2-3 2-16,-1 1 2 0,3-1 2 0,-2 0 8 15,0 1-4-15,-4-2 1 0,7 2-5 0,-5-1 3 16,-2-1-4-16,4 3 1 0,-4-3 1 0,4 4 0 0,-4-4 2 16,3 2 4-16,-3-2 2 0,0 0 5 15,0 0 4-15,0 0 2 0,0 0 5 0,-5 12-6 16,5-12 0-16,-6 5 0 0,-1-1-1 0,1-2-3 0,-2 1-1 16,0-1-1-16,-2 0 1 0,-1 1 3 0,0-1-2 15,0 0 0-15,-1 0 0 0,-1-1 0 0,0 0-2 16,0-1 3-16,0 0-2 0,0-2-2 0,0-1 0 15,0 0 3-15,1 0-8 0,1 0 0 0,2-2-2 16,0 3 3-16,3-4 0 0,1 1-5 0,0-2-2 16,3 1 1-16,0-1-8 0,3-3-4 0,1 1-16 15,1-2-22-15,2 0-26 0,0-1-29 0,1 0-34 16,2 1-50-16,0 1-26 0,0-1-47 0,-2 0-202 16,4 2-489-16,-2 1 218 0</inkml:trace>
          <inkml:trace contextRef="#ctx0" brushRef="#br0" timeOffset="-297605.6666">-7941-3504 275 0,'0'0'302'0,"2"-7"-21"16,-2 7-25-16,1-5-19 0,-1 5-27 0,0 0-14 15,1-5-25-15,-1 5-27 0,0 0-31 0,0 0-46 16,0 0-47-16,0 0-49 0,0 0-55 0,0 0-71 16,0 0-179-16,-11 8-363 0,5-3 161 0</inkml:trace>
          <inkml:trace contextRef="#ctx0" brushRef="#br0" timeOffset="-297278.3095">-8273-3527 179 0,'0'0'239'15,"0"0"-4"-15,1-7-6 0,-1 7-7 0,0 0-19 16,0-7-15-16,0 7-16 0,0 0-10 0,0 0-7 16,0 0-12-16,0 0-7 0,0 0-2 0,6 14-6 15,-6-6-7-15,1 3-6 0,1-2-10 0,-2 3-12 16,1 0 4-16,-1 2-24 0,0-1-1 0,0 0-7 0,0 1-9 16,-1 1-21-16,1-1-19 0,0 1-37 15,0-2-49-15,-1-1-42 0,0 2-55 0,1-6-64 16,-3 0-231-16,2 0-501 0,-1-1 221 0</inkml:trace>
          <inkml:trace contextRef="#ctx0" brushRef="#br0" timeOffset="-296746.0942">-8395-3332 54 0,'0'0'202'0,"-1"-7"-11"0,1 7-16 0,0-8-15 16,0 8-7-16,1-9-7 0,0 3-14 0,-1 6-5 15,2-9-10-15,1 4-9 0,-1-1-3 0,0 3-4 0,-2 3-5 16,3-7-7-16,-3 7-7 0,2-7-10 16,-2 7-6-16,3-5-3 0,-3 5-8 0,3-5-3 15,-3 5-5-15,4-1-8 0,-4 1-2 0,6-1-2 0,-6 1 0 16,0 0-4-16,7 1-3 0,-7-1 3 0,7 1-1 15,-4 2 2-15,-3-3-4 0,4 2-2 0,-4-2 0 16,5 6 0-16,-4-3-4 0,-1-3 0 0,4 6 2 16,-3-3 6-16,-1-3-5 0,0 0-1 0,-5 12-1 15,4-8-3-15,-4 2 2 0,1-3-1 0,-1 2-4 16,-3-1 1-16,2 1-1 0,-1-1 0 0,-1 1-3 16,0-2-2-16,2 0 0 0,-1 0 4 0,0 0-7 15,2 0 5-15,0 0-2 0,1-1 2 0,-1 0 1 16,5-2 3-16,-7 2-1 0,4 0 1 0,3-2 3 15,-5 2-5-15,5-2 0 0,-4 4 5 0,4-4 0 16,0 6 4-16,0-6 0 0,0 0 2 0,2 10 0 16,-1-6 0-16,-1 3-1 0,3 1 2 0,0-2-4 0,-2 3 0 15,2-2-3-15,0 2-3 0,-1-1 1 0,1 1-3 16,-2 0 2-16,1-1-3 0,-1 2-4 16,0-2-25-16,-1 0-26 0,-1 1-42 0,0-1-43 0,1-1-59 15,-3-1-65-15,1-1-255 0,-1 1-546 0,-3-2 242 16</inkml:trace>
        </inkml:traceGroup>
        <inkml:traceGroup>
          <inkml:annotationXML>
            <emma:emma xmlns:emma="http://www.w3.org/2003/04/emma" version="1.0">
              <emma:interpretation id="{AAEB94F2-B2C1-4DF3-B22B-E390802BF9B7}" emma:medium="tactile" emma:mode="ink">
                <msink:context xmlns:msink="http://schemas.microsoft.com/ink/2010/main" type="inkWord" rotatedBoundingBox="5547,12537 4084,12540 4083,11837 5546,11834"/>
              </emma:interpretation>
              <emma:one-of disjunction-type="recognition" id="oneOf38">
                <emma:interpretation id="interp54" emma:lang="" emma:confidence="1">
                  <emma:literal/>
                </emma:interpretation>
              </emma:one-of>
            </emma:emma>
          </inkml:annotationXML>
          <inkml:trace contextRef="#ctx0" brushRef="#br0" timeOffset="-290965.5284">-9052-3419 235 0,'0'0'244'0,"0"0"-16"0,0 0-12 0,0 0-15 15,0 0-15-15,0 0-15 0,-1-6-17 0,1 6-16 0,0 0-13 16,0 0-11-16,0 0-14 0,0 0-8 0,0 0-3 16,-11 7-13-16,11-7-7 0,-6 3-5 0,2-1-8 15,4-2-1-15,-6 4-8 0,3-1-3 0,-1 2-9 16,2-3 1-16,-2 2-6 0,1 0-2 0,-1-1-6 16,2 1 3-16,0 1-7 0,1-1 1 15,1-4-5-15,-3 10-1 0,3-6-7 0,0-4-1 0,0 9-12 16,0-9-7-16,1 8-9 0,-1-8-5 0,3 6-6 15,-1-3-4-15,1 0-3 0,2-2-4 0,-1 1-6 16,1-1 1-16,-5-1 3 0,9 0 8 0,-4-1 0 16,-5 1 6-16,9-1 1 0,-5 0-1 0,1 0 5 15,-5 1 6-15,6-3 4 0,-6 3 2 0,7 0 7 16,-7 0 4-16,5-3 5 0,-2 1-4 0,-3 2 2 16,0 0 0-16,6-3 6 0,-6 3-2 0,0 0 0 15,0 0-2-15,5 0 2 0,-5 0-2 0,0 0 1 16,0 0 4-16,0 0 1 0,0 0 1 0,-19 8 0 0,12-5 7 15,1-2-3-15,-1 2 3 0,1-1-4 0,-2-1-3 16,1 2 6-16,1-1 0 0,1-2-6 0,-3 1 3 16,3 0-3-16,-2 0 2 0,2-1 0 0,5 0-2 15,-9-1 2-15,5-1 3 0,4 2-4 0,-7-2 4 16,4-1 3-16,-1 2 6 0,4 1 2 0,-6-6 3 16,4 3-1-16,0-2 3 0,2 5 2 0,-2-10 7 15,1 4-3-15,1-2 1 0,1 1-5 0,-1-1 2 16,2 0-2-16,-2-2-1 0,1 2-2 0,1 0-1 15,0-1 0-15,-1-1-3 0,1 1-6 0,0 1 1 16,-2 0-4-16,1 0 1 0,0 1-5 0,1 1-10 16,-2 6-19-16,1-8-34 0,-1 8-44 0,0 0-61 0,-3-7-61 15,3 7-203-15,-4-2-456 0,4 2 202 0</inkml:trace>
          <inkml:trace contextRef="#ctx0" brushRef="#br0" timeOffset="-290262.4475">-9312-3493 186 0,'-1'-5'222'0,"1"5"-17"16,0 0-10-16,0 0-11 0,0 0-14 0,0 0-8 0,0 0-3 15,0 0-7-15,0 0-9 0,0 0-11 0,0 0-4 16,0 0-10-16,0 0-3 0,0 0-4 0,1 23-7 16,0-18-8-16,1 2-14 0,-1-3-4 0,0 4-5 15,1 0-8-15,-2 0-1 0,0 1-7 0,0-1-5 16,-2 1-5-16,2-1-2 0,-2-1-8 0,0 4 2 15,-1-3-1-15,0 0-2 0,-2 1-9 0,1-3-1 16,0 0-1-16,-2 2 0 0,1-2-5 0,0-1-5 16,0 0 1-16,1 0-3 0,0 0 5 0,0-1-4 15,0 0-1-15,1-2-4 0,-1 1-2 0,4-3 2 16,-4 6-1-16,4-6-2 0,-4 2 0 0,4-2 6 16,-3 4-9-16,3-4 0 0,0 0-2 0,-3 4 2 0,3-4-6 15,0 0 6-15,0 0-1 0,0 0-8 0,5 9 9 16,-5-9-1-16,4 2 0 0,-4-2 4 0,7 3-4 15,-7-3 0-15,6 3 0 0,-1-3 1 0,-1 2-1 16,-1-1-4-16,2 0 1 0,-1 1 3 0,0 0 3 16,-4-2-5-16,7 3-3 0,-4-2 3 0,-3-1-1 15,5 4-2-15,-5-4 6 0,2 4-2 0,-2-4 2 16,2 5 1-16,-2-5 9 0,1 5-10 0,-1-5 5 16,0 0 4-16,0 0-4 0,-2 8-2 0,2-8 4 15,0 0-1-15,-4 6 2 0,0-4 6 0,1 1-4 16,3-3 2-16,-9 4 4 0,4-2-8 0,-1 1 5 15,1 0-3-15,-3 0 0 0,1 0 1 0,1 0 3 16,-3-2-9-16,1 0 3 0,0 1-2 0,-1-1-4 0,1 0 8 16,1-1-9-16,-1 0 5 0,0 0 0 0,0-1-1 15,1 0-3-15,-1-1-1 0,2 1 2 16,-1-3-5-16,2 1-1 0,0 0 4 0,0-2-1 0,1 1 0 16,0-1-7-16,1-3 6 0,1 1-4 0,2 0-9 15,0-1-14-15,2 0-14 0,-1-1-13 0,0 1-25 16,2 1-25-16,2-1-26 0,-1-1-19 0,0 3-25 15,1-1-33-15,0 0-40 0,-3 2-210 0,1 0-492 16,-3 5 218-16</inkml:trace>
          <inkml:trace contextRef="#ctx0" brushRef="#br0" timeOffset="-296137.0284">-8718-3332 278 0,'0'0'263'16,"5"0"-14"-16,-5 0-12 0,0 0-11 0,5 6-11 16,-2-3-9-16,0 0-9 0,-1 2-7 0,2-1-16 15,0 3-16-15,-2-1 2 0,0 1-7 0,0 1-11 16,-2 0-10-16,0 1-11 0,-2-2-7 0,0 1-14 16,0 1 0-16,-2-2-12 0,1 1-10 0,-1 0-10 15,-1 0-1-15,-1-2-19 0,0 0-18 0,0-1-29 16,2-1-35-16,-2 0-53 0,-1 1-63 0,2-2-65 15,1-1-82-15,-4-2-205 0,1 0-545 0,1-2 241 16</inkml:trace>
          <inkml:trace contextRef="#ctx0" brushRef="#br0" timeOffset="-295762.0327">-8851-3326 70 0,'-5'4'119'0,"5"-4"-9"0,0 0-13 16,0 0-4-16,0 0 3 0,0 0-6 0,-3 2-1 16,3-2-10-16,0 0-10 0,0 0 2 0,0 0 1 0,-6-6-2 15,6 6-3-15,0 0-3 0,-1-6-6 16,1 6-1-16,0 0-3 0,0-11 4 0,0 11-6 15,1-7-2-15,1 2-3 0,-2 5-10 0,4-7 5 0,-2 4 1 16,-2 3-4-16,4-5-2 0,-1 2 4 0,-3 3 2 16,5-3 0-16,-5 3-4 0,0 0 9 0,7 0 2 15,-7 0 2-15,0 0 1 0,7 3-2 0,-4 0 2 16,0 2 1-16,-1-2-1 0,-1 4 0 0,1 2 8 16,-1 0-5-16,1 0 1 0,-3 4-4 0,-3-2-1 15,2 1-7-15,-2 1 0 0,-1 0-5 0,0-1-4 16,-2-2-15-16,0 0-13 0,0-2-26 0,-2 1-38 15,4-3-37-15,-2 0-50 0,1-2-66 0,-1 2-194 16,0-5-438-16,3 1 194 0</inkml:trace>
          <inkml:trace contextRef="#ctx0" brushRef="#br0" timeOffset="-288465.71">-9442-3769 122 0,'0'0'207'16,"0"0"-1"-16,0 0-7 0,0 0-13 0,-3 18-2 15,0-11-10-15,-2 1-8 0,-1 3-12 0,-2 1-9 16,-3 4-11-16,0 2-10 0,-3 0-10 0,1 0-9 0,-1 1-12 16,-3-1-9-16,1 0-18 0,0-1-33 0,1-1-52 15,1-1-68-15,2-1-94 0,-2-1-188 0,5-4-398 16,-1-1 176-16</inkml:trace>
          <inkml:trace contextRef="#ctx0" brushRef="#br0" timeOffset="-289293.755">-9642-3479 140 0,'-3'-5'250'0,"3"5"-14"0,0 0-8 16,-2-6-10-16,2 6-16 0,0 0-18 0,0 0-15 15,0 0-11-15,0 0-8 0,0 0-12 0,0 0-7 16,0 0-14-16,0 0-11 0,0 0-11 0,0 0-4 15,0 20-5-15,0-13-9 0,-1 0-9 0,1 2-4 16,-1 1-6-16,1 1-5 0,-1 1-8 0,-1 1-1 16,1-1-4-16,0 1-7 0,-1-1-3 0,-1-3-1 15,0 0 0-15,2 2-7 0,-2-2 1 0,0-3-4 16,0 3-2-16,-2-2 0 0,1-1 0 0,0 0-2 0,-1-1-1 16,-1-1-6-16,2 0-6 0,-3-1-4 0,2-1-4 15,-2-2-2-15,1 2-1 0,-1-2-1 16,-1-2 1-16,1 1-5 0,-1-2 5 0,1 1-2 0,0-1-1 15,1-2 4-15,-1 1 2 0,2-3 1 0,0 3-1 16,1-3-2-16,1 4 7 0,0-2-4 0,1 0 5 16,-1 2 5-16,3 3 2 0,-3-9 4 0,3 9 6 15,-3-6 0-15,3 6 0 0,-1-6 5 0,1 6-2 16,0 0-4-16,0 0-6 0,-1-6 0 0,1 6 0 16,0 0-1-16,0 0 0 0,0 0-4 0,0 0 1 15,0 0 1-15,0 0-5 0,0 0 2 0,0 0 2 16,5 15-2-16,-5-15-1 0,-2 8-2 0,2-8 1 15,-2 10 1-15,-1-7 2 0,1 2-4 0,2-5 2 16,-5 8 0-16,1-5 4 0,1 0-1 0,-1 2-6 16,-1-3-1-16,0 1 1 0,-1-1 0 0,0 1 2 15,-1-1 0-15,3-2 2 0,-1 1-4 0,5-1 1 0,-10 0-4 16,10 0 3-16,-9-3 2 0,4 3 3 0,5 0-2 16,-6-4 2-16,3 2-4 0,3 2-5 0,-6-2 8 15,6 2-3-15,0 0 3 0,-4-2 3 0,4 2-5 16,0 0 1-16,0 0-3 0,0 0-1 0,0 0-2 15,0 0 2-15,0 0 1 0,0 0 0 0,0 0 3 16,0 0 0-16,6 16-4 0,-5-11 2 0,-1-5-1 16,0 8 1-16,0-2 0 0,0-6 0 0,1 8-1 15,-1-8-3-15,-1 8 1 0,1-8-2 0,-1 6 1 16,1-6-3-16,0 0-4 0,-1 7-1 0,1-7-4 16,0 0 2-16,-2 3-7 0,2-3 0 0,0 0-3 15,0 0 3-15,0 0-5 0,0 0 3 0,-10-8 1 0,10 8 2 16,-5-5 3-16,2 2 4 0,-1-1-2 0,0 0 3 15,0 0 0-15,-1-1 1 0,-1 1 0 16,0 1 4-16,0-2-2 0,2 4 2 0,-2-3-5 0,0 2 5 16,1 0-2-16,0 2 4 0,5 0-1 0,-9-3 6 15,5 2-1-15,4 1 1 0,-7-2 3 0,7 2 4 16,-6-1-5-16,6 1 3 0,0 0 2 0,-7 1 1 16,7-1 2-16,-6 3-3 0,3 0 2 0,3-3 3 15,-5 6-4-15,3-3 3 0,-1 2 1 0,1-1 4 16,0 1 0-16,2-5-3 0,-3 11 7 0,1-5 0 15,1 2 2-15,-1-3 3 0,4 3 1 0,-2 0-2 16,1 1 5-16,0-1-3 0,0 0-2 0,0 2 2 16,2-2-6-16,-2 1 2 0,3 2-6 0,-1-4 3 0,-1 2-8 15,1 0 0-15,0-1 0 0,-1 0 2 16,-1-1-17-16,1 1-2 0,-1-1-19 0,-2-2-20 16,2-1-24-16,-1-4-31 0,0 0-44 0,0 11-57 0,0-11-42 15,0 0-246-15,0 0-529 0,0 0 233 0</inkml:trace>
          <inkml:trace contextRef="#ctx0" brushRef="#br0" timeOffset="-289059.4122">-9934-3471 258 0,'3'-7'305'0,"0"-1"-19"0,1 0-16 0,-1 1-15 0,-1 1-19 16,0 2-11-16,-2 4-24 0,3-8-18 15,-2 5-18-15,-1 3-22 0,3-6-9 0,-3 6-28 16,0 0-27-16,0 0-40 0,0 0-46 0,0 0-62 0,0 0-68 16,0 0-64-16,0 0-212 0,-20 9-445 0,14-6 198 15</inkml:trace>
          <inkml:trace contextRef="#ctx0" brushRef="#br0" timeOffset="-288856.3072">-10141-3323 306 0,'-5'-9'339'0,"5"9"-23"16,-2-5-27-16,2 5-17 0,0 0-18 0,0-9-32 15,0 9-16-15,-1-4-19 0,1 4-22 0,0 0-37 0,0 0-39 16,0 0-57-16,1-8-61 0,-1 8-67 0,0 0-72 16,3-4-251-16,-3 4-454 0,0 0 202 0</inkml:trace>
        </inkml:traceGroup>
      </inkml:traceGroup>
    </inkml:traceGroup>
    <inkml:traceGroup>
      <inkml:annotationXML>
        <emma:emma xmlns:emma="http://www.w3.org/2003/04/emma" version="1.0">
          <emma:interpretation id="{5DF4B4B0-492C-4E86-8E7D-AA2A8EEF9B45}" emma:medium="tactile" emma:mode="ink">
            <msink:context xmlns:msink="http://schemas.microsoft.com/ink/2010/main" type="paragraph" rotatedBoundingBox="14681,11396 6352,11435 6348,10741 14677,1070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80A9BD27-6405-44D8-89F0-0E317B54DF09}" emma:medium="tactile" emma:mode="ink">
              <msink:context xmlns:msink="http://schemas.microsoft.com/ink/2010/main" type="inkBullet" rotatedBoundingBox="14680,11237 14507,11238 14506,11027 14679,11026"/>
            </emma:interpretation>
            <emma:one-of disjunction-type="recognition" id="oneOf39">
              <emma:interpretation id="interp55" emma:lang="" emma:confidence="0">
                <emma:literal>•</emma:literal>
              </emma:interpretation>
            </emma:one-of>
          </emma:emma>
        </inkml:annotationXML>
        <inkml:trace contextRef="#ctx0" brushRef="#br1" timeOffset="592048.7294">444-4472 202 0,'0'0'214'0,"3"3"-8"0,-3-3-1 0,0 0-10 16,0 0 2-16,0 0-6 0,0 0-6 0,0 0-12 15,0 0-8-15,-11 7-10 0,7-7-11 0,-1 1-10 16,-2 1-17-16,0-2-10 0,1 2-11 0,-3-2-11 16,2 1-7-16,-1 0-11 0,-1 0-26 0,3-1-37 15,-1 0-46-15,-1 0-44 0,8 0-47 0,-10-2-50 16,10 2-59-16,-7-3-138 0,7 3-411 0,-3-2 183 16</inkml:trace>
        <inkml:trace contextRef="#ctx0" brushRef="#br1" timeOffset="592408.103">438-4515 76 0,'0'0'224'0,"0"0"-4"0,0 0-17 16,0 0-11-16,-12-1-8 0,12 1-14 0,-10 0-13 15,10 0-9-15,-11 1-16 0,3 1-14 0,1-2-12 0,0 0-9 16,-1 1-8-16,2 0-12 0,-1 0-24 0,1-1-33 15,6 0-43-15,-8 0-51 0,8 0-52 0,-5-1-215 16,5 1-369-16,0 0 164 0</inkml:trace>
        <inkml:trace contextRef="#ctx0" brushRef="#br1" timeOffset="592783.075">363-4578 11 0,'0'0'222'0,"0"0"-10"16,-9 2-8-16,9-2-15 0,-5 4-11 0,2-2-4 15,3-2-5-15,-3 6 0 0,-1-3-11 0,1 0-6 16,3-3-11-16,-6 7-3 0,4-3-9 0,-1 0 1 16,-1-1-6-16,2 1-6 0,-1-2-11 0,3-2 3 15,-6 9-18-15,3-6-4 0,0 1 8 0,0-1-17 16,0 1-6-16,0-1-8 0,-1 1 0 0,4-4 0 15,-6 6-11-15,4-3-1 0,2-3-7 0,-4 5-3 16,3-2-3-16,1-3 1 0,-2 6-7 0,2-6-5 16,-2 5 0-16,2-5-2 0,0 0-8 0,2 9 8 15,1-4-8-15,0 0 0 0,0-1-1 0,2 2-1 16,-1 1-6-16,-1-2 0 0,1 2-19 0,-1-2-14 16,2 3-27-16,-2 0-30 0,0-1-41 0,0 2-48 0,1-4-79 15,0 2-304-15,-2 0-596 0,-1-2 264 16</inkml:trace>
      </inkml:traceGroup>
      <inkml:traceGroup>
        <inkml:annotationXML>
          <emma:emma xmlns:emma="http://www.w3.org/2003/04/emma" version="1.0">
            <emma:interpretation id="{E9369463-D58F-4536-9F0F-D8E15B4691F5}" emma:medium="tactile" emma:mode="ink">
              <msink:context xmlns:msink="http://schemas.microsoft.com/ink/2010/main" type="line" rotatedBoundingBox="14295,11397 6352,11435 6348,10741 14291,10703"/>
            </emma:interpretation>
          </emma:emma>
        </inkml:annotationXML>
        <inkml:traceGroup>
          <inkml:annotationXML>
            <emma:emma xmlns:emma="http://www.w3.org/2003/04/emma" version="1.0">
              <emma:interpretation id="{DEF1F298-38E6-42A7-B684-7340BE82C87A}" emma:medium="tactile" emma:mode="ink">
                <msink:context xmlns:msink="http://schemas.microsoft.com/ink/2010/main" type="inkWord" rotatedBoundingBox="14294,11298 12124,11309 12122,10861 14292,10850"/>
              </emma:interpretation>
              <emma:one-of disjunction-type="recognition" id="oneOf40">
                <emma:interpretation id="interp56" emma:lang="" emma:confidence="1">
                  <emma:literal/>
                </emma:interpretation>
              </emma:one-of>
            </emma:emma>
          </inkml:annotationXML>
          <inkml:trace contextRef="#ctx0" brushRef="#br0" timeOffset="-375693.7226">-826-4408 109 0,'0'0'172'0,"0"0"-14"0,0 0-18 16,-7-4 4-16,7 4-15 0,-4-3-11 0,4 3-10 0,-4-4-15 16,4 4-4-16,-2-5-10 0,2 5-10 0,0 0-9 15,-2-9-5-15,2 9-3 0,-1-7-4 0,1 7-13 16,0-8 13-16,0 8-5 0,1-7-6 16,-1 7 2-16,3-5-6 0,-3 5 2 0,3-4-8 15,-3 4 1-15,3-3-3 0,-3 3 1 0,0 0-1 0,7 0-5 16,-7 0 6-16,6 0 1 0,-6 0-1 15,0 0 0-15,5 3 3 0,-5-3 1 0,5 3 5 0,-5-3 3 16,4 3 1-16,-3 0-4 0,-1-3-5 0,3 7-1 16,-3-7-2-16,-1 8-1 0,1-8 1 0,-4 6-2 15,2-1-5-15,-1-3 3 0,0 2-3 0,-2 0-4 16,0-1 1-16,-2 0-3 0,0 1 0 0,0-1-2 16,-1-1-7-16,-3 1-10 0,2-2-8 0,1 0-5 15,-1 1-14-15,0-1 1 0,2-2-2 0,-2 1 2 16,2-1-5-16,-1 0-10 0,1 0-4 0,1 0-1 15,0-2-9-15,-1 0 10 0,2 0 5 0,1 0-2 0,-1 0-2 16,5 3 0-16,-6-5 5 0,5 2 5 0,1 3-9 16,-3-5 13-16,3 5 5 0,0-7 7 15,0 7 13-15,0 0 10 0,4-7-2 0,-4 7 20 0,5-5 9 16,-5 5 10-16,4-3 8 0,-4 3 3 0,7-1 2 16,-7 1 0-16,8 1-2 0,-8-1 11 0,6 3 3 15,-3-1 8-15,1 1 5 0,-1 0-6 0,-1 1 4 16,2-1-5-16,-2 4-4 0,0-2 0 0,-1 0-5 15,0 3 1-15,-1-1 5 0,0 2-8 0,-1-1-1 16,-2-1-3-16,-1 1-5 0,-1-1-3 0,0 0-3 16,-2 3-5-16,1-3-1 0,-2 0-7 0,2-1-9 15,-1 0-15-15,1-1-16 0,-1 0-32 0,2-2-32 16,1 0-50-16,0-2-52 0,4-1-68 0,-7 1-196 0,7-1-478 16,-4-5 211-16</inkml:trace>
          <inkml:trace contextRef="#ctx0" brushRef="#br0" timeOffset="-375474.9868">-797-4580 33 0,'0'0'234'0,"0"0"-20"0,0 0-17 0,0 0-17 15,0 0-16-15,0 0-17 0,0 0-14 0,-19 3-14 16,14-2-23-16,0 2-34 0,1-2-41 0,-2 1-50 16,2-2-54-16,-1 2-165 0,5-2-269 0,-9 3 118 15</inkml:trace>
          <inkml:trace contextRef="#ctx0" brushRef="#br0" timeOffset="-374943.7772">-1064-4472 112 0,'-8'0'194'0,"8"0"-16"0,-8 0-9 0,5 2-11 16,-2 1-19-16,-2-2-14 0,1 1-9 0,-1 1-11 15,1 0-11-15,-1 0-10 0,2 0-11 0,-1 0-7 16,2-1-4-16,0 2-13 0,1-1 3 0,-1 0-6 0,4-3-7 16,-4 6 2-16,3-3-6 0,1-3 3 15,0 0-7-15,1 11 3 0,2-7 0 0,-1-1 1 16,1 1 1-16,0-1-1 0,1 1 0 0,0-1 2 0,0 1-1 15,0-1 1-15,-1 0 1 0,-1-1 6 0,3 0 4 16,-5-2 2-16,6 3-4 0,-2-1-2 0,-4-2-2 16,4 4-3-16,-4-4-2 0,3 3 4 0,-3-3 3 15,2 5 1-15,-2-5-1 0,0 0 4 0,0 0-6 16,-7 9 4-16,3-7 5 0,0 2-1 0,1-1-4 16,-4 0-1-16,1 2 6 0,0-1-8 0,-1-2-2 15,-1 0-1-15,-1 1 1 0,0 1 8 0,-2-3-7 16,3 1-1-16,0-1-1 0,0-1 2 0,1 0 4 15,-1 0-3-15,0 0-5 0,0-3 9 0,3 1-13 16,-1-3-3-16,0 2 11 0,2-2-16 0,-1-1-3 16,2 1-7-16,1 0-12 0,0 0-19 0,2 5-17 15,0-13-26-15,0 6-26 0,2-2-34 0,-1 2-36 0,2-2-35 16,1 2-38-16,1-1-42 0,-1 0-207 0,1 1-513 16,2-2 227-16</inkml:trace>
          <inkml:trace contextRef="#ctx0" brushRef="#br0" timeOffset="-374209.4514">-1438-4473 306 0,'0'0'294'0,"0"0"-23"0,-2-5-20 16,2 5-22-16,0 0-21 0,0 0-27 0,0 0-13 15,0 0-22-15,0 0-8 0,0 0-17 0,0 0-11 16,0 0-11-16,8 11-8 0,-8-11-7 0,4 7-8 16,-2-2-5-16,2-2-6 0,-2 1-4 0,1-1-3 15,-1 2-5-15,0 1-1 0,-1-3-8 0,1 2 1 16,-2-5-1-16,2 10-2 0,0-6-1 0,-2 1-6 0,0-5-1 15,1 9 1-15,-1-9-10 0,0 7-2 16,0-7-6-16,-3 5-2 0,3-5-20 0,-6 4-16 0,1-1-37 16,-1-3-36-16,-1 0-54 0,-1 0-50 0,-1 0-78 15,2-2-180-15,-4-1-493 0,2-2 218 0</inkml:trace>
          <inkml:trace contextRef="#ctx0" brushRef="#br0" timeOffset="-373928.217">-1571-4661 253 0,'0'0'264'0,"-1"-7"-21"0,1 7-18 0,0 0-20 16,0 0-13-16,0 0-6 0,0 0-13 15,0 0-5-15,0 0-7 0,0 0-9 0,0 0-11 16,-3 20-14-16,3-13-12 0,-1 1-6 0,1 1-11 0,-1 0-7 16,0 4-9-16,1-1-7 0,-2 1-8 0,1 0-5 15,-1-1-10-15,1 2-13 0,0-2-25 0,-1 0-38 16,0 1-44-16,0-1-54 0,0-3-53 0,2 0-73 16,-1-1-196-16,0-2-479 0,0 0 213 0</inkml:trace>
          <inkml:trace contextRef="#ctx0" brushRef="#br0" timeOffset="-372725.1843">-1998-4547 104 0,'0'0'228'0,"0"0"-11"0,-14-4-18 0,8 4-15 16,6 0-16-16,-14 2-15 0,8-1-18 0,-2 2-12 0,1-1-15 15,-1 0-10-15,3-1-24 0,-2 0-37 16,2 0-48-16,2 1-57 0,3-2-68 0,0 0-134 16,-7 0-291-16,7 0 130 0</inkml:trace>
          <inkml:trace contextRef="#ctx0" brushRef="#br0" timeOffset="-372412.6888">-1742-4590 235 0,'0'0'240'0,"0"0"-21"0,0 0-19 16,0 0-16-16,-11-9-12 0,11 9-18 0,-7-1-15 15,3 0-14-15,4 1-11 0,-9-2-15 0,4 0-6 16,-1-1-12-16,2 2-6 0,4 1-6 0,-6-4-8 16,3 1-5-16,3 3-9 0,-3-8-3 0,3 8-6 0,0-8-1 15,0 8-4-15,3-13-2 0,1 5-3 16,-3 4-9-16,2-4-5 0,-1 2-11 0,1-1-9 0,-2 2-21 16,1 1-21-16,-2 4-21 0,2-6-30 0,-2 6-28 15,2-5-43-15,-2 5-174 0,0 0-373 0,0 0 164 16</inkml:trace>
          <inkml:trace contextRef="#ctx0" brushRef="#br0" timeOffset="-372959.545">-1662-4483 84 0,'0'0'219'0,"0"0"-13"16,0 0-14-16,0 0-14 0,0 0-10 0,0 0-12 15,0 0-14-15,0 12-9 0,0-12-12 16,0 0-9-16,0 10-13 0,0-10-6 0,0 6-9 0,0-6-9 16,-2 6-3-16,2-6-6 0,-3 6-13 0,3-6-3 15,-3 6 0-15,-1-2-8 0,4-4-4 0,-5 4-5 16,5-4-9-16,-6 2-6 0,2-1-9 0,4-1-6 16,-9 0-3-16,9 0 0 0,-6-1-8 0,6 1-3 15,-8-2 3-15,4-2-2 0,1 2 4 0,3 2-5 16,-6-5 0-16,3 2 4 0,3 3 0 0,-3-9 1 15,3 9 3-15,-1-8-2 0,1 8 6 0,0-6-5 16,0 6 4-16,0-6-2 0,0 6 7 0,0 0 3 0,0-8 5 16,0 8-1-16,0 0 0 0,0 0-4 15,0 0-2-15,0 0 2 0,0 0-2 0,0 0 5 16,0 0-2-16,0 0-12 0,0 0 9 0,0 0-4 0,0 0 3 16,0 0-7-16,0 0 7 0,1 20-3 0,-1-20 2 15,-3 8 1-15,0-5-1 0,3-3-3 0,-6 6-2 16,3-3-5-16,-1 1 3 0,-1-1-7 0,1-1 2 15,-3 1-2-15,4-3-7 0,-3 1-2 0,6-1-6 16,-9 1-6-16,3-2-6 0,6 1 1 0,-10-1 3 16,7-2 4-16,-2 0 3 0,5 3-1 0,-4-6 3 15,1 3-9-15,3 3 10 0,-2-6 9 0,2 6 0 16,-3-8 5-16,3 8 3 0,-2-6 16 0,2 6 6 16,0 0 6-16,-1-8 6 0,1 8 6 0,0 0 3 15,0 0 0-15,0-6-1 0,0 6-5 0,0 0-6 16,0 0-2-16,0 0-1 0,0 0-2 0,0 0-1 15,0 0-1-15,0 0-3 0,0 0-2 0,0 0 1 0,0 0-3 16,0 0 2-16,0 0-3 0,0 0-2 16,-2 19-2-16,2-19 0 0,-2 7-1 0,0-1 1 15,1-1 1-15,1-5 0 0,-6 6-4 0,3-3 2 0,-1 0-2 16,1-1 3-16,-2 1-2 0,1-1-3 0,-1 0-6 16,2 1-1-16,3-3-7 0,-11 0-1 0,6 1-6 15,-1 1 3-15,-1-4-2 0,7 2 6 0,-7-2 0 16,2-1 1-16,2 1 4 0,-1-1-3 0,1 0 5 15,3 3 0-15,-6-8 1 0,3 4 13 0,3 4 6 16,-2-7 3-16,0 2 0 0,2 5 6 0,-4-6 7 16,3 1 5-16,1 5 6 0,-2-4 4 0,2 4 1 15,0 0 0-15,-3-6-1 0,3 6-4 0,0 0-7 16,0 0-4-16,0 0-2 0,-1-5-4 0,1 5-5 16,0 0 1-16,0 0 0 0,0 0-1 0,0 0-1 15,0 0 4-15,-2 15-3 0,2-15 7 0,-1 14 1 16,-2-8-2-16,2 1-1 0,-1 1 3 0,-1-1-1 0,0-1-3 15,0 1-1-15,-1 0 0 0,1-2-1 0,0-1 1 16,1 2-3-16,-1-4-2 0,-1 1-6 16,4-3 5-16,-5 4-4 0,5-4-3 0,-6 3 2 0,6-3-2 15,-7-1 0-15,7 1-2 0,-7-5 2 0,3 3-6 16,2-2 7-16,2 4-4 0,-6-6-4 0,3 2 6 16,0-3-5-16,1 4 0 0,-2-2-3 0,4 5 5 15,-3-10-2-15,2 6-1 0,1 4 2 0,-4-6-4 16,4 6 0-16,-2-5 2 0,2 5-5 0,-5-3 3 15,5 3 0-15,-7 1 1 0,7-1-4 0,-6 5 2 16,1-3-3-16,1 2-5 0,1-1-6 0,-4 1-5 16,2 0-13-16,0-1-10 0,0 1-23 0,2 0-25 15,-1-2-41-15,1 0-32 0,3-2-41 0,-8 3-259 0,8-3-502 16,-5 0 223-16</inkml:trace>
          <inkml:trace contextRef="#ctx0" brushRef="#br0" timeOffset="-376724.8884">-532-4496 118 0,'3'-4'304'0,"-2"-2"-11"15,2-3-7-15,-1 0-25 0,2 0-19 0,-1-3-23 0,0-1-17 16,0-1-21-16,1-1-13 0,-1 3-20 0,-1 0-14 15,0 3-13-15,0 2-12 0,-1 2-23 16,0 1-28-16,-1 4-32 0,1-9-56 0,-1 9-56 16,0 0-88-16,1-9-76 0,-1 9-153 0,0 0-436 0,0 0 192 15</inkml:trace>
          <inkml:trace contextRef="#ctx0" brushRef="#br0" timeOffset="-376990.4918">-549-4479 45 0,'0'0'233'0,"0"0"-19"0,0 0-13 16,7-9-13-16,-4 5-11 0,1 1-12 0,-1-1-14 15,1 1-10-15,1-2-1 0,0 1-12 0,1-2-7 16,0 2-13-16,-1 1-3 0,1 0-9 0,-2 0-7 15,1 1-7-15,0-1-4 0,-5 3-5 0,9-3-5 16,-6 3-8-16,-3 0 1 0,7-1-9 0,-7 1-7 16,7 3-5-16,-4-2-1 0,-3-1-5 0,6 5-3 15,-5-2-1-15,1 1-4 0,0 1-1 0,-2-5-1 16,0 10-5-16,0-4 0 0,-1 0 1 0,-1 0-3 16,0 0-1-16,-2 1 1 0,0-1-1 0,-3 1 0 0,2-3-3 15,-1 1-2-15,-1-1 1 0,0 1-2 16,1-2 1-16,0-2 3 0,-2 2-7 0,1-1 2 15,1-1-3-15,-1-2 2 0,1 0-4 0,-1-1 4 0,1-1 0 16,2 1-3-16,0-2-1 0,0 1 1 0,1-2-3 16,-1 1 0-16,1-2 4 0,0-2-3 0,1 4-2 15,0-1 0-15,0 0 2 0,0-2-1 16,2 7 3-16,-5-6-8 0,5 6-2 0,-4-6 2 0,4 6 3 16,-4-2-3-16,4 2 0 0,-7 2 3 0,7-2 1 15,-8 5-1-15,3-1 2 0,-1 0-2 0,1 2 1 16,-2-1-3-16,1 1-1 0,-1 0-7 0,1 0-13 15,0 0-8-15,0 0-19 0,2 0-28 0,-1-1-32 16,0 0-38-16,1-2-45 0,2-1-70 0,2-2-145 16,0 0-442-16,-4 9 196 0</inkml:trace>
          <inkml:trace contextRef="#ctx0" brushRef="#br0" timeOffset="-376521.787">-391-4725 256 0,'2'-5'344'0,"-2"5"-9"16,4-7-29-16,-3 4-26 0,2-1-21 0,-3 4-28 16,3-4-29-16,-3 4-19 0,0 0-28 0,3-4-43 15,-3 4-50-15,0 0-65 0,0 0-80 0,0 0-97 16,0 0-231-16,-14 12-443 0,9-6 196 0</inkml:trace>
          <inkml:trace contextRef="#ctx0" brushRef="#br0" timeOffset="-377506.0911">-294-4647 77 0,'5'-6'312'0,"-5"6"-14"0,4-3-25 0,-1 0-26 15,-3 3-23-15,3-3-24 0,-3 3-22 0,0 0-26 16,0 0-41-16,0 0-46 0,0 0-53 0,0 0-55 0,0 0-56 15,0 0-56-15,0 0-154 0,0 0-335 0,0 0 148 16</inkml:trace>
          <inkml:trace contextRef="#ctx0" brushRef="#br0" timeOffset="-377709.1922">-301-4477 176 0,'0'0'180'0,"0"0"-14"0,0 0-13 16,0 0-9-16,-6-5-12 0,6 5-10 0,0 0-13 0,-3-5-10 15,3 5-7-15,0 0-6 0,-2-10-7 16,2 10-4-16,1-7-5 0,-1 7-6 0,0 0-4 15,2-11-12-15,-2 11-3 0,2-7 3 0,0 5 3 16,-2 2-6-16,3-5 0 0,-1 2-5 0,-2 3 1 0,4-4-4 16,-4 4-2-16,5-3 0 0,-5 3-4 0,4-2-2 15,-4 2-1-15,0 0 2 0,6 0 0 16,-6 0-6-16,5 3 0 0,-5-3-3 0,4 5 2 16,-2-2-1-16,-2-3-2 0,3 6 3 0,-2-2 5 0,-1-4-2 15,2 9 4-15,-2-9 0 0,-2 8 5 0,2-8-1 16,-2 8-1-16,0-4 0 0,-2 0-1 0,-1-1-4 15,-1 1-2-15,0-2-1 0,-2 1 1 0,0-3-8 16,-3 3 1-16,0-3-6 0,-1 0-4 0,0-1-12 16,1-1-11-16,0-1-19 0,-1 1-10 0,2-1-14 15,1 2-33-15,2-3-39 0,2 0-51 0,0 0-233 16,1-1-448-16,3 0 198 0</inkml:trace>
          <inkml:trace contextRef="#ctx0" brushRef="#br0" timeOffset="-378131.0349">-54-4493 199 0,'0'0'203'16,"0"0"-8"-16,0 0-6 0,0 0-11 0,0 0-7 15,0 0-7-15,0 0 0 0,0 0-13 0,0 0-3 16,0 0-16-16,0 0-2 0,0 0-11 0,0 0-5 16,17-4-9-16,-17 4-4 0,6-2-8 0,-6 2-11 0,4 0-3 15,-4 0-11-15,0 0-2 0,5-1-8 0,-5 1-8 16,0 0-5-16,7 0-5 0,-7 0 0 16,0 0-7-16,7 1-3 0,-7-1-7 0,5 1-3 0,-5-1-3 15,3 2 0-15,-3-2-4 0,0 0-4 0,4 5-2 16,-4-5-5-16,0 0-3 0,1 7-2 0,-1-7-5 15,1 6 3-15,-1-6-4 0,0 6 2 16,0-6-9-16,1 8-4 0,-1-8-5 0,0 6-7 0,0-6 0 16,3 6-7-16,-3-6 2 0,3 5-1 0,-3-3 0 15,0-2 4-15,6 6 3 0,-4-3-3 0,-2-3 3 16,5 3 6-16,-5-3 2 0,4 2 1 0,-4-2 0 16,4 3 7-16,-4-3 1 0,0 0 3 0,4 1 8 15,-4-1-5-15,0 0 4 0,0 0-1 0,6 2 0 16,-6-2-1-16,0 0 3 0,0 0-3 0,7-2 4 15,-7 2-1-15,0 0 0 0,5-1 2 0,-5 1-3 16,0 0 2-16,5-5-1 0,-5 5-1 0,0 0-1 16,0 0 3-16,0 0 3 0,0 0 2 0,0 0-5 15,0 0 2-15,0 0 3 0,-20 5 2 0,14-5-2 16,-1 1-3-16,1 0 0 0,-3 0 4 0,1-2-3 16,1 2 4-16,-4 1-5 0,0 0-2 0,2-1 2 15,2 0 0-15,-2-1 4 0,1 0-5 0,-1 0 2 16,2 0-2-16,-2 0-3 0,2 0-1 0,-1 0 0 0,1-1 1 15,0-1 0-15,2 1 1 0,0-2 0 16,1 1 6-16,-1-3-1 0,1 2 7 0,4 3 8 16,-3-9 5-16,1 3 12 0,2-1 6 0,-1 1 7 0,1-2 10 15,2 0-6-15,-1-2-1 0,2-1-3 0,-1-3 5 16,4 0-2-16,0-4-6 0,0 5-3 0,1-4 5 16,-1 3-8-16,-2 4 0 0,0-2-10 15,1 4-1-15,-2 0-4 0,0 2-1 0,-1 2-9 0,-1 0-23 16,-1 4-32-16,1-7-48 0,-1 7-47 0,0 0-64 15,0 0-64-15,0 0-180 0,0 0-481 0,0 0 213 16</inkml:trace>
        </inkml:traceGroup>
        <inkml:traceGroup>
          <inkml:annotationXML>
            <emma:emma xmlns:emma="http://www.w3.org/2003/04/emma" version="1.0">
              <emma:interpretation id="{7B20210F-DD6C-49C1-A354-36AB6746828F}" emma:medium="tactile" emma:mode="ink">
                <msink:context xmlns:msink="http://schemas.microsoft.com/ink/2010/main" type="inkWord" rotatedBoundingBox="11936,11375 10317,11382 10315,10923 11934,10915"/>
              </emma:interpretation>
              <emma:one-of disjunction-type="recognition" id="oneOf41">
                <emma:interpretation id="interp57" emma:lang="" emma:confidence="1">
                  <emma:literal/>
                </emma:interpretation>
              </emma:one-of>
            </emma:emma>
          </inkml:annotationXML>
          <inkml:trace contextRef="#ctx0" brushRef="#br0" timeOffset="-366538.1392">-3757-4609 83 0,'2'-8'338'0,"3"1"-16"0,-4 3-12 0,3-3-18 15,-1 3-15-15,-2 1-21 0,2-1-28 0,-3 4-23 16,3-5-21-16,-3 5-14 0,4-3-29 0,-4 3-38 16,0 0-42-16,0 0-61 0,0 0-67 0,0 0-81 15,3 10-99-15,-3-10-171 0,-1 8-454 0,1-8 201 0</inkml:trace>
          <inkml:trace contextRef="#ctx0" brushRef="#br0" timeOffset="-366772.4898">-3710-4496 94 0,'0'0'212'0,"-3"-4"-10"0,3 4-23 15,0 0-17-15,0 0-21 0,0 0-2 0,0 0-10 0,0 0-7 16,0 0-11-16,0 0-8 0,0 0-13 0,0 0 5 15,0 0-9-15,0 0-4 0,0 0-7 0,3 17-4 16,-3-17-8-16,0 0 1 0,0 10-7 0,0-10 0 16,-2 4-9-16,2-4-2 0,-5 6-4 0,3-4-2 15,2-2-7-15,-9 1 0 0,5 2-5 0,-2-3-2 16,1 2-1-16,-1-1-4 0,-1 1-4 0,3-2-2 16,-3 0-1-16,7 0 0 0,-13-3-2 0,8 3-1 15,5 0 0-15,-8-3 2 0,5 1-3 0,3 2 2 16,-6-1-1-16,6 1 9 0,0 0-5 0,-5-2 6 0,5 2-2 15,0 0-3-15,-5-3-2 0,5 3-3 0,0 0-1 16,0 0 2-16,0 0-4 0,0 0-3 16,0 0 4-16,0 0-1 0,7 14-4 0,-4-11 3 0,0 1-1 15,0 2-2-15,-1-1 1 0,-1 1 0 0,1-2-1 16,-1 1-1-16,0-1 1 0,0 2-2 0,-1-6-1 16,0 8 2-16,0-8-3 0,1 7-3 0,-1-7 9 15,0 5 0-15,0-5-2 0,0 0-3 0,0 0-9 16,-3 3-11-16,3-3 1 0,0 0 0 0,0 0-8 15,0 0-4-15,-12-7-4 0,11 3 2 0,1 4 2 16,-6-7 0-16,3 2 5 0,1-2-1 0,-2 3 3 16,1-3-5-16,-1 1 3 0,1 3 7 0,-1-4-3 15,0 3 8-15,0 0-3 0,-1 0 6 0,1 1-3 0,-1 0 5 16,-1 0-3-16,1 1-2 0,0 1 4 16,5 1 1-16,-8-2-1 0,4 1 1 0,4 1-1 15,-6-1 5-15,6 1-3 0,-6 4 10 0,6-4-3 0,-6 3 3 16,6-3 0-16,-4 6 5 0,2-3 7 0,2-3 6 15,-2 7 3-15,0-2 9 0,0 2 3 0,1 0 6 16,1 0-5-16,-2 0 8 0,2 1 7 0,-1-2 1 16,2 3 0-16,0 0 0 0,0 2-3 0,0-1 8 15,0-2-8-15,1 1 6 0,0 1-7 0,0 0-6 16,-1-1 1-16,0 0-8 0,1-1-3 0,-1 1-1 16,1-1-6-16,-1-1-22 0,1 0-20 0,-2-3-26 15,1 1-34-15,1-1-46 0,-2-4-38 0,1 7-59 16,-1-7-252-16,0 0-510 0,0 0 226 0</inkml:trace>
          <inkml:trace contextRef="#ctx0" brushRef="#br0" timeOffset="-367403.7044">-3623-4643 93 0,'-3'6'254'0,"3"-6"-8"0,0 8-6 0,0-8-14 16,0 10-7-16,2-4-14 0,0 2-8 0,-1 1-19 16,1-1-8-16,0 4-13 0,0-3-11 0,0 0-16 15,0 4-12-15,0-4-14 0,1 3-12 0,-3-3-19 16,0 0-22-16,0-1-36 0,-1 1-41 0,-1-2-34 16,-1 0-36-16,0-1-44 0,0-1-31 0,0 1-63 15,-2-2-131-15,2-1-395 0,0 2 175 0</inkml:trace>
          <inkml:trace contextRef="#ctx0" brushRef="#br0" timeOffset="-367663.0581">-3400-4606 80 0,'0'0'259'0,"0"0"-22"15,0 0-19-15,0 0-17 0,0 0-19 0,0 0-16 16,0 0-17-16,0 0-11 0,-15 3-17 0,8-1-9 16,1-1-20-16,0 3-27 0,0-4-36 0,0 2-53 15,0 0-50-15,0-1-42 0,0 0-191 0,1 0-330 16,5-1 146-16</inkml:trace>
          <inkml:trace contextRef="#ctx0" brushRef="#br0" timeOffset="-366147.5194">-3343-4299 16 0,'0'0'358'0,"5"-3"-22"0,-5 3-22 0,0 0-34 16,3-5-27-16,-3 5-23 0,0 0-26 0,4-2-38 15,-4 2-54-15,0 0-81 0,0 0-100 0,0 0-118 16,0 0-154-16,0 0-370 0,-13-9 165 0</inkml:trace>
          <inkml:trace contextRef="#ctx0" brushRef="#br0" timeOffset="-367881.7724">-3291-4492 137 0,'0'0'196'16,"0"0"-15"-16,0 0-20 0,0 0-5 0,6 16-12 15,-6-16-12-15,2 5-12 0,-2-5-11 0,0 0-12 16,-2 8-4-16,2-8-16 0,-4 8-3 0,2-5-7 16,-2-2-4-16,1 3-9 0,-1-2-6 0,-1 3-4 15,2-3-5-15,3-2-2 0,-9 2-5 0,5-2-11 16,4 0 3-16,-9-1-10 0,9 1-1 0,-8-3-1 15,3 0-6-15,2 0 2 0,3 3-2 0,-8-8-1 16,5 4 2-16,2-1 2 0,-1 1 4 0,2 4 5 0,-3-8 12 16,2 3 6-16,1 5 8 0,-2-9-1 0,2 4 11 15,0 5 4-15,0-7 3 0,0 7-2 0,0 0 4 16,-1-9 1-16,1 9-3 0,0 0-10 0,0 0-4 16,1-5-6-16,-1 5-3 0,0 0-4 0,0 0-3 15,0 0-6-15,0 0 0 0,0 0-2 0,0 0 1 16,0 0-4-16,-2 20 1 0,0-15-5 0,2-5-1 15,-2 10 2-15,1-5-5 0,-2 3 3 0,0-4-4 16,-2 2 0-16,0 0-1 0,0 0 0 0,-1-1-3 16,0-1-10-16,-1-1-5 0,-1 2-14 0,1-2-4 15,-2 0-14-15,2-1-3 0,-1-1-12 0,-1-1-9 16,2 0-6-16,-1 0 2 0,1 0 5 0,1-1-8 16,3-1 10-16,-3 0-1 0,3-1-1 0,3 3 3 0,-7-4 1 15,7 4 5-15,-4-6 5 0,4 6 2 0,-2-6 7 16,2 6 7-16,0 0 5 0,0 0 0 15,0 0 13-15,0 0 5 0,4-9 8 0,-4 9 1 0,0 0 8 16,5 0 8-16,-5 0 10 0,0 0 3 0,7 0 0 16,-7 0 1-16,7 1 7 0,-4 3 5 0,-1 0 7 15,1-1 6-15,0 2 3 0,0-1 4 0,-1 1-2 16,-1 1 5-16,1 1-1 0,0 0-4 0,-3 0 0 16,0 0-2-16,-1 2-7 0,-1-1-3 0,1-1-5 15,-2 0-5-15,0-1-2 0,-1-1-9 0,1 0-23 16,-2-1-18-16,2 0-35 0,0-2-37 0,-1 0-37 15,0-1-43-15,5-1-39 0,-7-1-216 0,7 1-457 16,-8-4 202-16</inkml:trace>
          <inkml:trace contextRef="#ctx0" brushRef="#br0" timeOffset="-368537.9841">-3033-4416 177 0,'-6'6'181'0,"6"-6"-16"0,-4 2-16 0,4-2-14 15,-7 2-12-15,2-1-10 0,5-1-14 0,-9 1-8 16,4-1-7-16,5 0-13 0,-8 0-9 0,3 0 1 16,5 0-13-16,-8-3-1 0,8 3-7 0,-5-2-1 15,5 2-9-15,-3-4-1 0,3 4-9 0,-3-6 10 0,3 6-11 16,0 0 0-16,2-9-4 0,-2 9 3 16,2-7-2-16,0 3-5 0,-2 4 2 0,6-6-1 15,-2 2-2-15,-1 1 4 0,0 0 6 0,2 0-3 0,-5 3-1 16,7-2 2-16,-4 1 2 0,-3 1 2 0,7-2 3 15,-7 2 1-15,6 2-8 0,-6-2 17 0,5 3 2 16,-5-3 0-16,3 6 9 0,-2-1 3 0,1-1 2 16,-2-4 1-16,-2 12-1 0,1-6 7 0,-2 3 0 15,1 0-1-15,-4-2 2 0,0 4-4 0,-1-2-2 16,0 0-9-16,-3 0-2 0,1-3-5 0,-1 2-13 16,0-2-26-16,3-1-41 0,-4 0-53 0,3-1-66 15,1-1-61-15,0-1-203 0,1-2-460 0,0 0 204 16</inkml:trace>
          <inkml:trace contextRef="#ctx0" brushRef="#br0" timeOffset="-369991.0121">-2575-4592 243 0,'0'0'255'0,"3"-4"-24"15,-3 4-16-15,0 0-20 0,0 0-14 0,0 0-12 16,-11-4-16-16,11 4-17 0,-11 0-12 0,6 0-14 16,-2 1-8-16,0-1-12 0,1-1-11 0,-1 1-9 15,2 0-1-15,-1 0-11 0,6 0-4 0,-8-2-7 16,4 0-9-16,4 2-11 0,-8-4-2 0,6 0 0 16,-1 0-7-16,3 4 2 0,-2-8-1 0,2 2-4 0,0 6-2 15,0-12 2-15,0 6-1 0,2-2-6 0,0 3 4 16,1-2-4-16,-1 2 0 0,0 1-6 15,2 1-22-15,-4 3-34 0,5-5-40 0,-5 5-33 0,5-3-53 16,-5 3-216-16,0 0-428 0,9 5 189 0</inkml:trace>
          <inkml:trace contextRef="#ctx0" brushRef="#br0" timeOffset="-370350.3563">-2567-4464 50 0,'0'0'225'16,"0"0"-10"-16,0 0-13 0,0 0-19 0,0 0-14 16,0 0-16-16,0 0-13 0,0 0-13 0,-1 18-12 15,0-14-11-15,1-4-5 0,-2 9-12 0,1-5-8 16,1-4-9-16,-4 8-5 0,2-4-9 0,-1 0 0 16,3-4-8-16,-4 5-4 0,4-5-7 0,-5 4-9 15,2-1-10-15,3-3-9 0,-6 1-14 0,6-1-10 16,-5 0 4-16,5 0-1 0,-8-3-9 0,8 3-2 15,-6-5 1-15,3 1-2 0,-1 0 5 0,1 1-1 0,3 3 2 16,-5-9-1-16,3 4 5 0,1 0 6 16,1 5-2-16,-3-9 0 0,2 4 6 0,1 5 6 15,0-8 6-15,0 8 2 0,-2-6 1 0,2 6 0 0,0 0-3 16,-1-6 3-16,1 6-3 0,0 0-2 0,0 0-2 16,0 0-4-16,0 0 5 0,0 0 0 0,0 0-3 15,0 0-4-15,0 0 4 0,0 0 4 0,0 0-3 16,3 21-1-16,-3-21 2 0,-2 8-9 0,2-8 7 15,-1 8 1-15,0-4-2 0,1-4-2 0,-5 4-5 16,2-1-11-16,3-3-11 0,-6 5-7 0,2-5-23 16,-1 2-14-16,5-2 3 0,-12-2-12 0,5 1 7 15,1-3 0-15,1 1 8 0,1 1 8 0,-1-3 0 16,1 1 24-16,2 0 3 0,-1 0 21 0,3 4 9 0,-4-11 13 16,3 7 18-16,-1-2 14 0,1 0 9 15,0 0 2-15,-1 1 2 0,2 5 11 0,-3-7 13 16,3 7 2-16,-3-7 0 0,3 7-3 0,-3-4-5 0,3 4-6 15,0 0-11-15,-2-5-5 0,2 5-7 0,0 0-2 16,0 0-4-16,0 0-7 0,0 0-2 0,0 0-3 16,0 0-5-16,0 0 0 0,0 0-5 0,0 0 3 15,-3 15-5-15,2-11-2 0,1-4-2 0,-1 6-1 16,1-6 0-16,-2 6-2 0,2-6 2 0,-5 4 1 16,5-4-4-16,-5 5 1 0,2-2-1 0,-2-2 1 15,5-1-3-15,-6 2 1 0,-1-1-4 0,2-1 0 16,5 0 4-16,-8 0-5 0,8 0 2 0,-8-1 2 15,4-1-3-15,4 2 1 0,-8-1 0 0,8 1 7 16,-4 0 2-16,4 0 0 0,-6 0 0 0,6 0 3 16,0 0-5-16,0 0 2 0,0 0-5 0,0 0 0 15,-6 0 0-15,6 0 0 0,0 0-2 0,0 0 4 0,0 6 0 16,0-6-2-16,0 0 1 0,0 0 2 16,3 15-2-16,-2-11 2 0,1 2-5 0,0 0-1 15,-1 0 0-15,1 2 2 0,0-2-1 0,0 0 0 0,-1 2 0 16,-1-1-2-16,0-7 2 0,0 9-1 0,-1-4-2 15,1-5-3-15,-1 7-3 0,1-7-2 16,-3 6-7-16,3-6-3 0,0 0-7 0,0 0-1 0,0 0-10 16,0 0 0-16,0 0 3 0,0 0 0 0,-10-13-1 15,10 8-2-15,0 5 6 0,-3-9-8 0,1 3 1 16,2 6 3-16,-2-12 1 0,2 5 1 0,-1-1 4 16,0 1 0-16,-1 0 2 0,0 0 3 0,2 2 5 15,0 5-3-15,-5-9 3 0,3 5 0 0,2 4 0 16,-5-6 2-16,2 4 0 0,3 2 2 0,-7-4 2 15,2 3-1-15,-1 1 1 0,0-1 2 0,0 1 2 16,0 1-3-16,0 1 3 0,1 0 5 0,-1 1 4 16,-1-2-1-16,1 4 6 0,0-1 9 0,0-1 6 0,0 2 5 15,1-2 1-15,1 4 7 0,0-2 5 0,1-1 3 16,0 1 5-16,1 1 6 0,1 0 7 16,1 1 13-16,1 1 3 0,-1 1 0 0,2-2 5 0,1 2-3 15,-1 0-2-15,2 3 4 0,-1-3 1 0,2 2-9 16,0 0-1-16,-1 1-5 0,1-1-3 0,-1 0-10 15,-1-3-2-15,-1 0-5 0,-1 0-5 0,0-3-12 16,1 2-23-16,-1-1-29 0,1-1-39 0,-2-5-46 16,1 7-53-16,-1-7-54 0,2 3-59 0,-2-3-253 15,0 0-567-15,5 0 251 0</inkml:trace>
          <inkml:trace contextRef="#ctx0" brushRef="#br0" timeOffset="-371412.7886">-2422-4301 264 0,'0'0'293'0,"0"0"-26"0,0 0-24 0,0 0-25 16,0 0-23-16,11-10-19 0,-11 10-29 0,2-6-42 16,-2 6-57-16,1-6-64 0,-1 6-65 0,2-5-81 15,-2 5-122-15,0 0-305 0,-5-7 135 0</inkml:trace>
          <inkml:trace contextRef="#ctx0" brushRef="#br0" timeOffset="-371615.8872">-2330-4457 123 0,'0'0'159'0,"0"0"-25"16,1 8 1-16,-1-8-15 0,0 0-9 0,0 0-13 0,-4 9-8 15,4-9-8-15,-4 4-2 0,4-4-5 0,-4 3-9 16,1 1-8-16,3-4-5 0,-6 2-5 15,6-2-2-15,-7 2-2 0,7-2-4 0,-8 0-2 0,4 0 0 16,4 0-4-16,-9-3 1 0,6 2 0 0,3 1 5 16,-7-6 8-16,4 3 5 0,0-2 4 0,2 1 3 15,-1-1-2-15,0-3 4 0,2 8 10 0,3-13 0 16,-1 5 6-16,-1 0 2 0,1-1 1 0,2 0 4 16,2-3 4-16,-2-1-5 0,2 2-8 0,-1-2-3 15,2-1-1-15,-5 5-6 0,2 0-4 0,0 2-10 16,0 2 4-16,1 0-17 0,-3 1-5 0,-1 0-25 15,1-1-27-15,-2 5-38 0,0 0-48 0,0 0-53 16,0 0-64-16,0 0-237 0,0 0-495 0,0 18 219 16</inkml:trace>
          <inkml:trace contextRef="#ctx0" brushRef="#br0" timeOffset="-369412.9288">-2298-4487 67 0,'0'0'192'0,"0"0"-15"16,0 0-4-16,0 0-8 0,0 0-7 0,0 0-6 15,0 0-10-15,0 0-6 0,0 0-2 0,0 0-7 16,0 0-5-16,0 14-12 0,0-14-10 0,-3 6-8 16,3-6-9-16,-5 7-9 0,4-2-6 0,-3-2-20 15,2 0-34-15,2-3-58 0,-9 6-79 0,5-3-239 16,-3 0-391-16,2-2 174 0</inkml:trace>
        </inkml:traceGroup>
        <inkml:traceGroup>
          <inkml:annotationXML>
            <emma:emma xmlns:emma="http://www.w3.org/2003/04/emma" version="1.0">
              <emma:interpretation id="{994299F8-C280-453E-BCDB-79C1A8CE99F3}" emma:medium="tactile" emma:mode="ink">
                <msink:context xmlns:msink="http://schemas.microsoft.com/ink/2010/main" type="inkWord" rotatedBoundingBox="10054,11351 8700,11358 8698,10952 10052,10945"/>
              </emma:interpretation>
              <emma:one-of disjunction-type="recognition" id="oneOf42">
                <emma:interpretation id="interp58" emma:lang="" emma:confidence="1">
                  <emma:literal/>
                </emma:interpretation>
              </emma:one-of>
            </emma:emma>
          </inkml:annotationXML>
          <inkml:trace contextRef="#ctx0" brushRef="#br0" timeOffset="-345805.2817">-5046-4460 90 0,'0'0'180'0,"0"0"-9"0,1-4-10 16,-1 4-6-16,0 0-4 0,0 0-8 0,0 0-4 16,0 0-5-16,0 0-8 0,0 0-5 0,0 0-9 15,0 0-8-15,0 0-11 0,0 0-3 0,0 0-8 16,0 0-1-16,-5-7-11 0,5 7-4 0,0 0-4 0,-10 4-3 16,10-4-8-16,-8 3-3 0,4-2-4 15,-2-1-4-15,-1 3-3 0,2-1-2 0,1 1-4 16,0 0-2-16,-2-2-5 0,1 3-2 0,1-2 0 0,0 1 0 15,-1 0-5-15,2 0 0 0,-1 0-5 0,1-1 0 16,0 2-1-16,3-4-1 0,-3 6 0 16,0-4 0-16,3-2-1 0,-2 6-2 0,2-6 2 0,0 0 0 15,3 9-2-15,-3-9 0 0,4 4-1 0,-4-4 6 16,5 4-5-16,-1-2 0 0,0 1-3 0,-1-1 2 16,1 1 0-16,-1 0-1 0,-3-3 0 0,7 4-2 15,-3-2 3-15,-4-2-2 0,6 3 0 0,-4-2-1 16,-2-1 1-16,4 4-1 0,-4-4 1 0,3 2 2 15,-3-2-3-15,0 0 5 0,0 0 1 0,0 0 5 16,0 6 0-16,0-6 3 0,0 0 0 0,-5 6-4 16,5-6 3-16,-6 2 1 0,6-2-1 0,-6 4-4 0,1-3 3 15,5-1 0-15,-10 1-2 0,5 1 2 0,0-2-2 16,0 1 0-16,-1 0 2 0,-1 0-7 0,-1-1 0 16,2 0 2-16,-2 0 0 0,0-2 1 0,1 2-4 15,0-1 1-15,-1-1 2 0,-1 0 0 0,3 0 3 16,-1 0-2-16,-1-1 3 0,2 0-2 0,-1 0 4 15,0-1-4-15,1-2-4 0,0 1 5 0,1 0 4 16,1-1 2-16,1 2 2 0,0-3 1 0,1 0 1 16,-1 0-8-16,2 1 2 0,0-2-1 0,-1 1-2 15,2-2-8-15,0 3-18 0,0-2-20 0,0 1-32 16,2 0-42-16,0 0-50 0,0 0-61 0,1 0-76 16,0 0-168-16,0 3-499 0,1-4 221 0</inkml:trace>
          <inkml:trace contextRef="#ctx0" brushRef="#br0" timeOffset="-363960.2036">-4923-4605 47 0,'1'-3'288'0,"2"-1"-12"0,0 0-19 15,-3 4-17-15,4-8-25 0,-1 3-21 0,0 3-22 16,-3 2-14-16,0 0-18 0,4-5-29 0,-4 5-39 16,0 0-57-16,0 0-55 0,0 0-64 0,0 0-94 15,0 0-110-15,0 0-333 0,-8 17 148 0</inkml:trace>
          <inkml:trace contextRef="#ctx0" brushRef="#br0" timeOffset="-362958.4638">-4736-4279 212 0,'0'0'264'0,"0"0"-14"0,0 0-15 16,0 0-15-16,0 0-21 0,0 0-17 0,0 0-10 15,-11 4-20-15,6-3-17 0,-1 0-11 0,-1-1-14 16,1 1-10-16,-1 0-8 0,0-1-12 0,0-1-9 16,3 2-25-16,4-1-24 0,-9-1-36 0,9 1-46 15,-6-1-49-15,6 1-63 0,0 0-214 0,-2-6-417 16,2 6 185-16</inkml:trace>
          <inkml:trace contextRef="#ctx0" brushRef="#br0" timeOffset="-362554.0556">-4625-4251 263 0,'0'0'329'16,"0"0"-14"-16,0 0-15 0,0 0-22 0,0 0-21 15,0 0-25-15,0 0-20 0,0 0-25 0,8-12-14 16,-5 8-34-16,-3 4-34 0,4-6-38 0,-2 3-55 16,-2 3-60-16,0 0-67 0,0-8-66 0,0 8-241 15,-4-6-455-15,-1 5 202 0</inkml:trace>
          <inkml:trace contextRef="#ctx0" brushRef="#br0" timeOffset="-362725.9187">-4571-4326 137 0,'0'0'264'0,"5"-1"-7"0,-5 1-18 0,0 0-17 15,0 0-10-15,0 0-14 0,0 0-9 0,0 0-14 16,0 0-14-16,0 0-14 0,-20-3-11 0,14 4-20 15,-1 0-7-15,1 0-11 0,0-1-13 0,0 1-25 16,6-1-24-16,-10 0-47 0,5 2-40 0,5-2-48 16,-7 1-56-16,7-1-51 0,-6 0-181 0,6 0-418 0,-4 0 184 15</inkml:trace>
          <inkml:trace contextRef="#ctx0" brushRef="#br0" timeOffset="-364163.3035">-4661-4515 152 0,'0'0'247'0,"0"0"-18"0,0 0-13 15,0 0-11-15,0 0-19 0,9-12-12 0,-9 12-17 16,5-2-14-16,-5 2-10 0,4-1-13 0,-4 1-10 15,0 0-7-15,6-1-9 0,-6 1-9 0,0 0-7 0,8 1-10 16,-3 0-2-16,-5-1-9 0,6 0-4 16,-3 2-7-16,1 1-6 0,-4-3-1 0,6 4-11 15,-3-1-7-15,0-1-9 0,-1 2-6 0,-2-4-3 0,5 6-10 16,-3-3-3-16,-2-3-7 0,2 6-2 0,-1-2-3 16,-1-4-1-16,1 8-5 0,-1-8 0 0,0 6 2 15,0-6-3-15,0 6 5 0,0-6 4 0,0 0 1 16,0 8 2-16,0-8 2 0,0 0 3 0,0 6-1 15,0-6-2-15,0 0 6 0,2 4-1 0,-2-4-1 16,0 0 5-16,0 0 1 0,1 6-4 0,-1-6 4 16,0 0-1-16,2 3 0 0,-2-3 2 0,4 2 5 15,-4-2-3-15,3 3-1 0,-3-3-1 0,5 2 2 0,-5-2 4 16,3 3 1-16,-3-3 0 0,4 2 0 16,-4-2 0-16,4 2-3 0,-4-2 6 0,0 0 1 15,0 0 6-15,0 0 3 0,0 0-1 0,0 0 3 0,0 0 3 16,-8 11 2-16,5-10-3 0,-4 2-2 0,2-3-3 15,-3 1 0-15,2-1-2 0,-1 2 0 16,-2-2-4-16,1-2 0 0,0 4-1 0,-2-5-4 0,-1 2-2 16,1-1-6-16,-1-1-3 0,2 1-1 0,-1-2-10 15,1 1 6-15,-1-2 3 0,-1 1-2 0,4-1 1 16,0 2 0-16,-1-1 4 0,1-1-2 0,0 1 3 16,3-1-1-16,-1 0 5 0,1 0-6 0,2 1 8 15,0 0 2-15,2 4 1 0,-3-9 3 0,1 4 0 16,2 5 5-16,-2-4 0 0,2 4 0 0,-2-7 4 15,2 7-7-15,0 0 2 0,0 0-8 0,-2-5 8 16,2 5-4-16,0 0 4 0,0 0-2 0,0 0 4 0,0 0 1 16,0 0-1-16,0 0-5 0,0 0 5 15,6 16-2-15,-6-16 3 0,2 7 0 0,-2-7-1 16,1 7 2-16,-1-2 0 0,0-5 0 0,0 9-3 0,-1-3-2 16,1-6 3-16,-1 9-2 0,0-5 5 0,-3 2-5 15,2-1 0-15,-3-1 0 0,-1 1-3 0,2-2 1 16,-2 1 1-16,0-1-1 0,-1-1-1 0,1 1-2 15,0-3 1-15,-1 1-3 0,0 1-1 0,1-4 2 16,-1 2-4-16,7 0 2 0,-9-1 1 0,4 0-2 16,5 1 0-16,-7-3 1 0,3 2 0 0,4 1-1 15,-6-4 1-15,6 4 0 0,-3-3 6 0,3 3 2 16,0 0 5-16,-6-1 3 0,6 1-5 0,0 0 2 0,0 0-3 16,-5-4-1-16,5 4-3 0,0 0 0 15,0 0 3-15,0 0-3 0,-2 10 3 0,2-10-4 16,1 7-3-16,-1-7 2 0,0 9 3 0,0-3 4 0,1-1 1 15,-1-5 6-15,2 12 2 0,-2-7-3 0,0 2 0 16,-1 2-2-16,0-2 1 0,0 1 2 0,-2-1 0 16,-1 1-4-16,0 0 1 0,-3 1-3 0,3-1 2 15,-4 0-7-15,1 1 4 0,1-4-5 0,-3 2 1 16,3-2-2-16,0 1-2 0,0-2-18 0,0 0-11 16,2-3-18-16,-1 2-30 0,1-2-36 0,4-1-39 15,-8-1-43-15,8 1-56 0,-7-5-212 0,3 0-495 16,1 0 220-16</inkml:trace>
          <inkml:trace contextRef="#ctx0" brushRef="#br0" timeOffset="-365131.9929">-4234-4532 190 0,'1'3'209'0,"1"2"-13"0,0 0-12 0,2-1-11 16,-1 2-7-16,1 1-7 0,0-1-10 0,1 2-11 15,-1-2-5-15,1 1-12 0,1 1-7 0,-2-4-11 0,0 4-6 16,-1-4-2-16,-1 1-8 0,-1-1 0 0,-1-4-4 16,1 7-2-16,-1-7-9 0,-4 7-6 0,4-7-7 15,-5 5-2-15,0-4-10 0,1 1-2 0,4-2-6 16,-10 1-5-16,3 1-6 0,1-4-10 0,-1 2-17 15,-2-1-9-15,3-2-15 0,0 0-18 0,-1-2-7 16,0 1-9-16,-1-1-7 0,1 0-9 0,1-1 0 16,-1-1 7-16,-1 1 4 0,3-2 4 0,1 3 3 15,1-2 4-15,1 3 2 0,1-4 4 0,0 2 8 16,1 6 6-16,0-12 0 0,3 7 1 0,-1 0 9 16,1 0 2-16,-1 2 5 0,1-1 4 0,1 1 4 15,-4 3 5-15,7-4-2 0,-5 2 4 0,-2 2 4 0,8-2 5 16,-8 2 2-16,6-2 3 0,-6 2 7 0,7 1 3 15,-7-1 6-15,6 2 5 0,-3 0 1 0,-3-2-4 16,5 5 3-16,-3-1 5 0,0 1-1 0,-2-5-1 16,1 8 0-16,-2-3-5 0,1-5-7 0,-3 11 1 15,0-6-3-15,-1 0-2 0,-1 1 3 0,-1-1-6 16,-2 0-4-16,2-1-1 0,-2 0 0 0,0-2-5 16,-2 1-5-16,3 0-5 0,-2-3 0 0,1 1-7 15,2-1 1-15,0 2 2 0,-1-2-3 0,7 0 4 0,-8 0-3 16,8 0 3-16,-7-3 1 0,7 3 3 15,-6-2 2-15,6 2 1 0,-3-4 4 0,3 4 3 16,0 0-1-16,0 0-4 0,0 0 3 0,0 0-2 0,0 0 1 16,0 0-3-16,0 0 5 0,0 0 6 0,-3 7 4 15,3-7 0-15,1 11 0 0,-1-4 3 16,-1-1 3-16,1 2 1 0,0 1 6 0,-1 0 0 0,1 0-1 16,-3 0 0-16,0 3 0 0,0 1-4 0,-2-2-4 15,1 1 1-15,-2-1-6 0,0 0-1 0,0-1-16 16,2-3-26-16,-2 1-36 0,1-2-50 0,0-1-50 15,0-1-68-15,-1-1-208 0,3-2-472 0,-1 1 209 16</inkml:trace>
          <inkml:trace contextRef="#ctx0" brushRef="#br0" timeOffset="-361850.9813">-5405-4464 146 0,'0'0'257'0,"0"0"-16"0,6 4-10 0,-6-4-14 16,3 5-15-16,-2-1-15 0,-1-4-11 0,1 11-12 16,-1-5-9-16,0 2-9 0,-2-1-11 15,0 2-10-15,0 0-9 0,-3-1-7 0,1 2-16 0,-1-2-6 16,-1 2-7-16,0-2-8 0,0-2-7 0,-3 0-6 15,1 0-16-15,1-3-28 0,-1 1-28 0,0-1-31 16,0 0-41-16,0-2-33 0,1-2-46 0,0 0-49 16,-1-1-201-16,1-1-449 0,1-2 198 0</inkml:trace>
          <inkml:trace contextRef="#ctx0" brushRef="#br0" timeOffset="-361616.625">-5513-4653 210 0,'0'0'229'0,"0"0"-9"0,0 0 4 0,0 0-13 0,0 0-8 16,3 25-16-16,-2-18-10 0,-1 1-11 0,0 0-12 15,0 2-13-15,0 3-11 0,1-2-12 0,-2-1-5 16,0-1-20-16,-1 3-5 0,1 1-14 0,-1-4-22 0,0-1-41 15,0 1-57-15,-1-2-51 0,1 0-75 16,0 1-243-16,-3-2-449 0,2 0 199 0</inkml:trace>
        </inkml:traceGroup>
        <inkml:traceGroup>
          <inkml:annotationXML>
            <emma:emma xmlns:emma="http://www.w3.org/2003/04/emma" version="1.0">
              <emma:interpretation id="{902DDA70-A280-4E91-B069-DFA4BE5457C1}" emma:medium="tactile" emma:mode="ink">
                <msink:context xmlns:msink="http://schemas.microsoft.com/ink/2010/main" type="inkWord" rotatedBoundingBox="8485,11425 6352,11435 6348,10741 8482,10731"/>
              </emma:interpretation>
              <emma:one-of disjunction-type="recognition" id="oneOf43">
                <emma:interpretation id="interp59" emma:lang="" emma:confidence="1">
                  <emma:literal/>
                </emma:interpretation>
              </emma:one-of>
            </emma:emma>
          </inkml:annotationXML>
          <inkml:trace contextRef="#ctx0" brushRef="#br0" timeOffset="-344305.3856">-6214-4522 157 0,'0'0'189'0,"0"0"-15"0,0 0-10 0,0 0-4 16,0 0-16-16,0 0-11 0,0 0-9 0,0 0-6 16,2 23-5-16,-2-19-8 0,0-4-8 0,-1 8-7 15,1-8-9-15,-1 11-8 0,0-6 0 0,-1 0-5 16,1 0 0-16,1-5-6 0,-5 9-5 0,2-5-4 0,-1-1-5 16,0 2-4-16,-1-2-5 0,-1 0-4 0,1 0-1 15,0 0-6-15,0-1-2 0,0-1-1 0,-2-1-8 16,7 0-6-16,-7 1-6 0,1-1-5 0,6 0-8 15,-7-3 3-15,3 2-4 0,4 1-5 0,-6-6-9 16,4 2 0-16,2 4-1 0,-3-9 4 0,1 5 0 16,1-2 4-16,1 6 1 0,1-13 0 0,-1 13 2 15,0-12 4-15,0 6-2 0,2-2 0 0,-1 4 2 16,-1 4 6-16,1-11-5 0,0 5 3 0,-1 6 0 0,1-7 4 16,-1 7 1-16,0-6 0 0,0 6 0 15,0 0-2-15,-3-6 1 0,3 6 1 0,-4-4-2 16,4 4 1-16,-6-3-3 0,6 3 3 0,-7 0 1 0,7 0 0 15,-8 0 0-15,2 0 0 0,2 2 0 0,-4-1 0 16,1 1 5-16,-1 0-5 0,0 0 3 0,2 1-1 16,-1-1-4-16,1 0 4 0,1 1-2 0,1-2-2 15,1 2 1-15,3-3-1 0,-4 3-2 0,4-3 5 16,0 0-1-16,-2 6 2 0,2-6 0 0,0 0-2 16,7 6 1-16,-1-4 0 0,-3 0-2 0,3 0 1 15,-1 1-2-15,-1 0 5 0,2-1-2 0,-1 0-2 0,-1 0 0 16,0 0 2-16,-1-1 2 0,-3-1 0 0,7 2-1 15,-7-2 2-15,5 2 5 0,-5-2 3 16,3 2-3-16,-3-2 7 0,0 0 2 0,4 2 0 0,-4-2 6 16,0 0 3-16,0 0 3 0,0 0 4 0,0 0-3 15,0 0 2-15,-12 4-3 0,12-4 2 0,-9 3-1 16,3-1 1-16,-3-2 3 0,-2 3-3 0,3-2 1 16,-3 2 0-16,0 2-1 0,1-1-1 0,-1 2-1 15,-1 0-1-15,2 2 1 0,-1-3 1 0,0 2-2 16,1 0 3-16,2 1 0 0,-1-1 2 0,3-1-4 15,0 1 0-15,0 0 1 0,2 1-1 0,0-1-1 16,2 1 6-16,1 1 1 0,1-2-3 0,1 0-4 0,1 0 0 16,2 1-4-16,0 0 0 0,1-2 0 15,1 2-6-15,1-2 4 0,2 1-9 0,0 0-10 0,0-1-14 16,1-2-26-16,1 0-32 0,-1-1-36 0,-1-1-36 16,1-1-37-16,2-1-57 0,-1 2-244 0,-3-4-517 15,0 1 229-15</inkml:trace>
          <inkml:trace contextRef="#ctx0" brushRef="#br0" timeOffset="-344039.7855">-6179-4313 230 0,'0'0'270'16,"0"0"-11"-16,0 0-19 0,0 0-16 0,0 0-9 15,0 0-9-15,-16 0-13 0,9 0-17 0,-1 0-15 16,-1 0-18-16,-2 1-14 0,2 0-16 0,0-1-26 16,-1-1-44-16,2 1-66 0,1 0-87 0,2-1-95 15,0-2-188-15,0 0-424 0,-1 1 189 0</inkml:trace>
          <inkml:trace contextRef="#ctx0" brushRef="#br0" timeOffset="-360569.8293">-5753-4493 33 0,'1'9'205'0,"-1"-9"-16"0,1 6-8 0,0-1-20 16,-1-5-15-16,1 9-13 0,-1-9-10 0,0 6-11 16,0-6-6-16,0 7-9 0,0-7-7 0,0 0-7 0,-2 8-5 15,2-8-11-15,-2 4-2 0,2-4-7 16,-5 3-9-16,5-3-3 0,-6 2-8 0,6-2-15 0,-7 1-7 16,3-1-16-16,4 0-8 0,-9-1-2 0,9 1 2 15,-5-3-2-15,5 3-6 0,-6-3-1 0,4-2 1 16,2 5 2-16,-3-6 1 0,3 6-1 0,-3-4 4 15,0 1 1-15,3 3 1 0,-2-6-1 0,2 6 1 16,0 0 7-16,0-9 1 0,0 9-2 0,0 0 5 16,-1-7 2-16,1 7 4 0,0 0 3 0,0 0 0 15,0 0-3-15,0 0 2 0,0 0-5 0,1-7 2 16,-1 7 4-16,0 0 1 0,0 0-3 0,0 0 1 0,0 0 2 16,0 0-1-16,0 0-4 0,0 0 4 15,1 20-6-15,-1-20 2 0,0 7-3 0,0-7 1 16,-3 8 1-16,2-5-6 0,1-3 2 0,-3 6-8 0,3-6-4 15,-4 3-11-15,4-3-11 0,-5 5-5 0,5-5-6 16,-6 2-6-16,2-2 1 0,4 0 6 0,-8-1-5 16,1 0-8-16,7 1 5 0,-9-3 5 0,3 1 7 15,3 0 5-15,-1-1 10 0,4 3-1 0,-6-6 9 16,5 3 18-16,1 3 3 0,-2-9 5 0,2 9-5 16,0-8 11-16,0 8 0 0,0-9 3 0,0 9 3 15,0-8 4-15,0 8 2 0,2-8 5 0,-2 8 1 16,2-4-2-16,-2 4-1 0,0 0-3 0,0 0-8 15,0 0 1-15,0-7-6 0,0 7-2 0,0 0 2 16,0 0 0-16,0 0-5 0,0 0-2 0,0 0 1 0,0 0-4 16,0 0 1-16,-5 19 2 0,3-15-6 0,2-4 5 15,-1 7-7-15,1-7 4 0,-3 7 4 0,1-3-5 16,2-4-5-16,-5 6-8 0,1-3 1 0,0-1-8 16,-2 2-6-16,1-4-9 0,0 3-8 0,0-1-7 15,-2-1-7-15,0-1-2 0,2 2-4 0,-1-2-1 16,-1 0 5-16,7 0-1 0,-9-2 12 0,5 0 9 15,4 2-10-15,-5-5 10 0,2 2 2 0,3 3 16 16,-5-5 11-16,5 5 8 0,-3-4 10 0,3 4 4 16,-4-5 11-16,4 5 12 0,-3-3 5 0,3 3 8 15,0 0-1-15,-3-4 3 0,3 4-1 0,0 0-9 16,0 0 2-16,0 0 1 0,0 0 0 0,0 0 0 0,0 0-1 16,0 0 2-16,0 0 1 0,-3 13-1 0,3-13 1 15,0 8-5-15,0-8 3 0,0 12 3 0,0-5-2 16,0 1-1-16,-2 0-2 0,1 1-1 0,-1 1-1 15,1-1-3-15,-2-1-4 0,0 1-3 0,0 0-2 16,0-2-1-16,-1 2-6 0,-1-1-1 0,0-1-4 16,-1-1-5-16,0 0-15 0,2 1-27 0,-3-2-28 15,2 0-31-15,-2-2-39 0,1-1-37 0,-1 0-50 16,1-2-151-16,-1 0-392 0,0-1 173 0</inkml:trace>
          <inkml:trace contextRef="#ctx0" brushRef="#br0" timeOffset="-343071.0986">-6727-4503 57 0,'0'0'239'16,"0"-7"-15"-16,0 7-21 0,0 0-17 0,0 0-16 15,0 0-20-15,0 0-12 0,5-7-13 0,-5 7-11 0,0 0-11 16,5-2-13-16,-5 2-5 0,5-1-7 0,-5 1-9 16,7 0-7-16,-7 0-7 0,6 0-4 0,-6 0-8 15,0 0-3-15,8 2-1 0,-8-2-6 0,5 3 1 16,-5-3-7-16,3 4-4 0,0-3-3 0,-3-1-1 16,2 5-1-16,-2-5-2 0,3 6-2 0,-2-2-2 15,-1-4-1-15,3 7-5 0,-2-3 0 0,-1-4-4 16,2 7-3-16,0-3 4 0,-2-4-6 0,2 6 0 15,-2-6 1-15,1 6-1 0,-1-6-1 0,1 6 2 16,-1-6 1-16,2 7 0 0,-2-7-3 0,1 6 1 16,-1-6 1-16,0 6 2 0,0-6 3 0,2 7-6 0,-2-7 1 15,2 3 1-15,-2-3-1 0,2 6 2 0,-2-6 0 16,3 4 0-16,-3-4 0 0,4 3 0 0,-4-3 2 16,3 4-4-16,-3-4-2 0,3 3 4 0,-3-3-1 15,0 0 0-15,0 0 1 0,0 0 5 0,0 0-2 16,3 2 0-16,-3-2 0 0,0 0 0 0,0 0 0 15,0 0 4-15,0 0-1 0,-16-1 4 0,9 0-2 16,-1 2-2-16,1-2 2 0,-1 1 0 0,0-1-2 16,-3 0 3-16,0 0-5 0,2 0 2 0,-2-1 0 15,1 1-1-15,-1-2-1 0,0 0 2 0,0 1-4 16,1 0 1-16,-2-2 0 0,3 2 0 0,-2 0 0 0,4-1-2 16,1 0 1-16,-1 0-2 0,1 0 0 0,2 0 2 15,-1 1-5-15,5 2-2 0,-4-6-1 0,1 5 1 16,3 1-4-16,-3-5 1 0,3 5-4 0,0 0 3 15,0 0 1-15,0 0-2 0,0 0 4 0,3-11-1 16,-3 11 2-16,4-2 2 0,-4 2-4 0,5-2 5 16,-5 2 1-16,0 0 0 0,0 0 0 0,8 0 5 15,-8 0 0-15,6 2 3 0,-6-2 3 0,6 2 0 16,-3 2 2-16,-3-4 0 0,5 4 1 0,-2-1 2 16,-3-3 2-16,4 3-1 0,-4-3 5 0,1 5 5 15,-1-5 8-15,1 6 2 0,-1-6 1 0,0 0 4 16,-6 7 1-16,1-4 0 0,1-1-1 0,-1-1-4 0,-1 4-3 15,-1-4-1-15,-4 1-4 0,0 0-4 0,0-1-2 16,-2 0-3-16,2 0 2 0,-2-1-1 16,1 0-4-16,1-1-4 0,3 0-3 0,1-1-6 0,-2 0-18 15,3 0-17-15,0-1-29 0,0-1-37 0,3 1-41 16,0-1-41-16,3 4-48 0,-3-9-197 0,2 3-457 16,1 6 203-16</inkml:trace>
          <inkml:trace contextRef="#ctx0" brushRef="#br0" timeOffset="-342867.9892">-6847-4602 276 0,'2'-6'264'0,"0"2"-12"0,-2 4-15 15,1-5-23-15,-1 5-19 0,0 0-18 0,3-4-21 16,-3 4-16-16,0 0-19 0,0 0-17 0,0 0-25 15,0 0-25-15,0 0-32 0,0 0-34 0,0 0-32 16,0 0-33-16,0 0-37 0,0 0-32 0,0 0-171 16,0 0-342-16,0 0 151 0</inkml:trace>
          <inkml:trace contextRef="#ctx0" brushRef="#br0" timeOffset="-342414.8983">-7090-4404 175 0,'0'0'197'0,"0"0"-10"0,0 0-12 15,9-13-1-15,-9 13-11 0,4-7-12 0,-2 3-11 16,1-1-7-16,0 1-7 0,-1-1-11 0,2 0-4 15,-1 0-4-15,0-1-12 0,1 1-9 0,0 1-8 0,0-1-8 16,-2 2-8-16,1-1-6 0,0 1-4 0,-3 3-5 16,7-5-4-16,-5 4-4 0,-2 1-6 0,5-4-2 15,-5 4-6-15,5-2-2 0,-5 2 1 0,0 0-1 16,8 1 1-16,-8-1-1 0,7 4-1 0,-4-2-1 16,0 1 4-16,1-1-2 0,-1 2-2 0,2-1 3 15,0 2-2-15,-1 1-1 0,-1-2-4 0,0-1 0 16,-1 0 0-16,-2-3 1 0,3 8 4 0,-2-5 5 15,-1-3-1-15,0 0 7 0,-6 14-2 0,2-13 3 16,-3 3-5-16,0-1 2 0,0-1-5 0,1 1 1 16,-1 0-6-16,-1-2-2 0,-1 1-3 0,-1 0 0 0,1-1-2 15,1 0 0-15,-2 0-1 0,0-1 6 0,1 0-14 16,0-1-12-16,1 0-7 0,0 1-17 0,0-3-15 16,1 1-21-16,1 1-26 0,-2-2-26 0,1 2-31 15,2-1-22-15,1-1-33 0,0 0-49 0,4 3-130 16,-7-4-415-16,7 4 183 0</inkml:trace>
          <inkml:trace contextRef="#ctx0" brushRef="#br0" timeOffset="-342024.2825">-6984-4708 49 0,'2'-3'258'0,"-2"3"-7"0,3-6-10 0,-3 6-15 16,4-8-18-16,-4 8-22 0,2-5-19 0,-2 5-17 16,3-3-18-16,-3 3-11 0,0 0-22 0,0 0-31 15,0 0-35-15,0 0-42 0,0 0-45 0,0 0-47 16,0 0-41-16,-9 14-173 0,4-6-339 0,0-2 150 15</inkml:trace>
          <inkml:trace contextRef="#ctx0" brushRef="#br0" timeOffset="-342227.4139">-7106-4469 26 0,'1'-4'229'16,"-1"4"-5"-16,5-10-3 0,-3 3-8 0,2-1-9 0,-2-1-11 15,1-1-16-15,0-2-12 0,0 0-13 0,1 0-12 16,-1-2-13-16,-1 1-13 0,1 0-13 0,0 0-8 15,-1 4-10-15,1 0-11 0,-3 2-19 0,2-1-30 16,-1 3-51-16,0-1-43 0,1 2-30 0,-2 4-48 16,0-7-47-16,0 7-149 0,0 0-372 0,2-7 164 15</inkml:trace>
          <inkml:trace contextRef="#ctx0" brushRef="#br0" timeOffset="-340211.936">-7170-4861 100 0,'4'-3'237'0,"-4"3"-12"0,0 0-10 0,4-3-18 15,-4 3-14-15,0 0-18 0,0 0-6 0,0 0-5 0,0 0-2 16,0 0-12-16,0 0-2 0,-2 15-5 15,-2-7-6-15,-2 1-10 0,-2 3-6 0,-4 4-11 16,1 0-10-16,-4 1-10 0,0-1-9 0,-1 2-6 0,1 0-12 16,-2 2-33-16,1-2-37 0,-1-1-52 0,-1 1-42 15,2-1-59-15,2-2-48 0,-1 0-191 0,2-2-441 16,-1-1 196-16</inkml:trace>
          <inkml:trace contextRef="#ctx0" brushRef="#br0" timeOffset="-340743.1196">-7339-4559 163 0,'0'0'222'0,"0"-6"-12"0,0 6-14 16,0 0-13-16,0 0-20 0,0 0-14 0,0 0-11 0,0 0-11 16,0 0-1-16,0 0-10 0,0 0-9 0,0 0-9 15,0 0-4-15,0 0-7 0,0 0-1 0,0 0-6 16,7 13 0-16,-5-8-5 0,-2 1-5 0,2 1-4 15,0 0-5-15,-2 1-3 0,0 0-8 0,1 0-4 16,-1 0-1-16,1 2-4 0,-1-2-7 0,1 2-2 16,-1-3-4-16,-2 1-4 0,2-1 0 0,-2-1 4 15,0 0-7-15,0-1-4 0,-1-1 6 0,2 1-5 16,-3-2-6-16,0 1-1 0,1 0 0 0,-2-1-6 16,1-1-6-16,-1 1-8 0,0-1-5 0,1 0-5 15,-3-1-4-15,2 1-6 0,-2-2-4 0,-1-1-1 0,1 0 0 16,-1 0 0-16,1-2-2 0,0-1 2 0,0 1 3 15,1-2 0-15,0 0 4 0,3 0 3 0,-3-2 2 16,3 2 2-16,-1-1 2 0,-1 0 4 0,2-1 4 16,0-1 2-16,2 2 8 0,-1 1 5 0,0 1 3 15,2 4 4-15,-4-8 4 0,4 8 5 0,-1-5-4 16,1 5 2-16,0 0-4 0,-2-5 1 0,2 5-2 16,0 0-1-16,0 0-1 0,0 0-3 0,0 0 2 15,0 0 0-15,0 0-1 0,0 0 0 0,0 0-4 0,0 0 2 16,1 21-1-16,-1-21 0 0,0 9-4 15,-1-4 5-15,0 1-5 0,1-6-2 0,-4 7 0 0,1-5-5 16,0 3-5-16,0-1-2 0,-3-1-4 0,1 0-3 16,-2 1 0-16,1-1-7 0,0-1 4 0,0 0 2 15,-1-1 0-15,1-1 2 0,-1 0 2 0,7 0-1 16,-9 0 2-16,9 0 2 0,-8-1 3 0,8 1 2 16,-6-2-2-16,6 2 2 0,-6-2 4 0,6 2-1 15,-4-2 1-15,4 2 2 0,0 0-3 0,0 0 1 16,0 0 1-16,0 0 3 0,0 0 1 0,0 0 2 15,-2 7-1-15,2-7 0 0,0 0 0 0,4 10 4 0,-2-7-1 16,0 2 1-16,-1 0-2 0,1-1 0 0,0 0 1 16,0 1 2-16,0 0-2 0,-2-5 0 15,1 7 3-15,0-2-2 0,-1-5 0 0,2 6 2 0,-2-6-3 16,0 0 1-16,0 6 4 0,0-6-6 0,0 0 0 16,0 0 1-16,-6 2 0 0,6-2-2 0,0 0-7 15,0 0 1-15,-11-5-1 0,11 5-6 0,-7-5-5 16,4 2-4-16,-1-1 3 0,1 0 6 0,-2 0-8 15,1 1-2-15,1-1-1 0,-1-1-3 0,1 2 2 16,1-1 6-16,2 4-4 0,-4-7 3 0,1 4 0 16,3 3 2-16,-4-4 5 0,4 4-4 0,-4-5 3 15,4 5 2-15,-4-4-1 0,4 4 3 0,-4-1-2 0,4 1 3 16,-5-2-4-16,5 2 5 0,0 0 0 16,-9 0 0-16,9 0 2 0,-9 0-2 0,9 0 1 0,-6 2 0 15,2-1 1-15,4-1 0 0,-7 3 1 0,7-3 0 16,-5 3-1-16,1-2 3 0,1 3-1 0,0-2 6 15,3-2-3-15,-6 8 2 0,2-4 1 0,0 3 9 16,1-2 3-16,2 2 3 0,-2 0 7 0,1 1 0 16,-1-1 2-16,2 0 2 0,1 1 4 0,-1 0-1 15,2-1 4-15,-1 2-2 0,1-1 2 0,2 1 4 16,-1-1-7-16,2 2-5 0,1 0 1 0,-1 1-1 16,0-2-4-16,-1 0 4 0,-1-2-9 0,1 3-1 15,-1-3-3-15,1 0-3 0,-2 0 0 0,-1-2 0 16,3 1-4-16,-2-1-13 0,-1-5-19 0,1 7-19 15,-1-7-26-15,0 6-35 0,0-6-33 0,0 0-50 0,0 0-58 16,0 0-163-16,0 0-438 0,0 0 193 0</inkml:trace>
          <inkml:trace contextRef="#ctx0" brushRef="#br0" timeOffset="-340508.7839">-7568-4582 247 0,'0'0'286'0,"3"-6"-14"0,1 3-12 0,-1 0-16 16,-3 3-10-16,3-5-30 0,-3 5-22 0,3-4-11 15,-3 4-22-15,0 0-16 0,3-5-34 0,-3 5-41 16,0 0-57-16,0 0-64 0,3-4-74 0,-3 4-253 15,0 0-423-15,0 0 187 0</inkml:trace>
          <inkml:trace contextRef="#ctx0" brushRef="#br0" timeOffset="-337134.0346">-7868-4404 245 0,'-12'-9'243'0,"12"9"-11"0,0 0-8 16,0 0-19-16,-2-6-11 0,2 6-16 0,0 0-20 15,0 0-14-15,0 0-14 0,0 0-16 0,0 0-13 16,0 0-23-16,7-9-35 0,-7 9-45 0,0 0-57 0,0 0-57 15,0 0-63-15,0 0-144 0,0 0-349 0,0 0 155 16</inkml:trace>
        </inkml:traceGroup>
      </inkml:traceGroup>
    </inkml:traceGroup>
  </inkml:traceGroup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0-03-09T14:10:14.361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-1 16 130 0,'0'0'263'15,"0"0"-7"-15,0 0-5 0,0 0-7 0,0 0-6 16,0 0-5-16,1-7-15 0,-1 7-10 0,0 0-11 16,0 0-5-16,1-7-15 0,-1 7-6 0,0 0-12 15,0 0-17-15,0 0-19 0,0 0-11 0,1-5-10 16,-1 5-16-16,0 0-5 0,0 0-26 0,0 0-43 0,0 0-53 16,0 0-64-16,0 0-84 0,0 0-111 15,0 0-203-15,-3 19-544 0,3-19 241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0-03-09T14:10:51.436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-4 15 61 0,'0'0'321'16,"1"-7"-9"-16,-1 7-19 0,2-7-25 0,-2 7-23 16,1-4-26-16,-1 4-21 0,0 0-19 0,0 0-26 15,0 0-29-15,0 0-46 0,0 0-46 0,0 0-60 0,0 0-68 16,0 0-78-16,0 0-191 0,-1 19-394 0,-2-12 175 15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0-03-09T14:22:07.725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Group>
    <inkml:annotationXML>
      <emma:emma xmlns:emma="http://www.w3.org/2003/04/emma" version="1.0">
        <emma:interpretation id="{3BF34736-3A2B-4EA7-A1BB-4F818B4275EF}" emma:medium="tactile" emma:mode="ink">
          <msink:context xmlns:msink="http://schemas.microsoft.com/ink/2010/main" type="inkDrawing"/>
        </emma:interpretation>
      </emma:emma>
    </inkml:annotationXML>
    <inkml:trace contextRef="#ctx0" brushRef="#br0">136 2 104 0,'0'0'216'0,"0"0"-10"16,0 0-15-16,0 0-11 0,0 0-19 0,0 0-8 15,0 0-17-15,0 0-5 0,0 0-5 0,0 0-9 0,0 0-3 16,0 0-4-16,0 0-2 0,5 0-6 0,-5 0-2 15,0 0-2-15,0 0-5 0,0 0-5 0,0 0-11 16,0 0-2-16,-15 6-8 0,8-6-4 16,0 0-7-16,-1 0-8 0,-3 0 0 0,3 2-6 0,-1-2-11 15,-1-2-12-15,-2 2-20 0,4 0-18 0,1 0-30 16,-2 0-44-16,3-1-52 0,0-1-35 0,0 1-54 16,6 1-157-16,-7-4-421 0,3 2 187 0</inkml:trace>
  </inkml:traceGroup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0-03-09T14:22:07.944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Group>
    <inkml:annotationXML>
      <emma:emma xmlns:emma="http://www.w3.org/2003/04/emma" version="1.0">
        <emma:interpretation id="{F290AFBC-91FC-42E2-82D8-22D5EC01B8DE}" emma:medium="tactile" emma:mode="ink">
          <msink:context xmlns:msink="http://schemas.microsoft.com/ink/2010/main" type="inkDrawing"/>
        </emma:interpretation>
      </emma:emma>
    </inkml:annotationXML>
    <inkml:trace contextRef="#ctx0" brushRef="#br0">97 0 129 0,'0'0'258'0,"0"0"-14"0,0 0-17 16,0 0-20-16,0 0-13 0,0 0-18 0,0 0-18 15,0 0-9-15,0 0-15 0,0 0-13 0,-20 5-14 16,14-5-11-16,0 3-9 0,0-3-10 0,0 0-23 0,0 0-26 16,-2 0-32-16,1 1-46 0,0 0-42 0,1-2-56 15,0 1-59-15,0 0-118 0,-1-1-350 16,7 1 155-16</inkml:trace>
  </inkml:traceGroup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0-03-09T14:22:08.225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Group>
    <inkml:annotationXML>
      <emma:emma xmlns:emma="http://www.w3.org/2003/04/emma" version="1.0">
        <emma:interpretation id="{BA4045BA-F8F6-4AA4-B4F9-7030CD9061D8}" emma:medium="tactile" emma:mode="ink">
          <msink:context xmlns:msink="http://schemas.microsoft.com/ink/2010/main" type="inkDrawing"/>
        </emma:interpretation>
      </emma:emma>
    </inkml:annotationXML>
    <inkml:trace contextRef="#ctx0" brushRef="#br0">45-3 285 0,'0'0'280'0,"0"0"-11"16,2-4-13-16,-2 4-15 0,0 0-16 0,0 0-17 16,0 0-21-16,0 0-15 0,0 0-12 0,0 0-14 15,0 0-5-15,0 0-7 0,0 0-3 0,2 15-4 16,-2-15-6-16,-2 9-9 0,-1-2-9 0,0-2-6 15,1 1-5-15,-1 1-10 0,-1-1-5 0,0 1-1 16,1 1-14-16,0-2 9 0,-1 1-22 0,-1-1-6 16,1 1 1-16,1 1-3 0,0-2 8 0,1 2-12 15,1-1-7-15,0-2-1 0,1-5 3 0,0 10-11 16,0-4 3-16,2 0-16 0,0-3-30 0,2 2-40 16,0-1-53-16,1 3-80 0,4-3-90 0,-3 0-313 15,2 1-646-15,1 1 286 0</inkml:trace>
  </inkml:traceGroup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0-03-09T14:22:09.006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Group>
    <inkml:annotationXML>
      <emma:emma xmlns:emma="http://www.w3.org/2003/04/emma" version="1.0">
        <emma:interpretation id="{DCC7ED54-AEAF-4B0D-84D0-815933622103}" emma:medium="tactile" emma:mode="ink">
          <msink:context xmlns:msink="http://schemas.microsoft.com/ink/2010/main" type="inkDrawing"/>
        </emma:interpretation>
      </emma:emma>
    </inkml:annotationXML>
    <inkml:trace contextRef="#ctx0" brushRef="#br0">85 14 108 0,'0'0'255'16,"0"0"-7"-16,6-2-13 0,-6 2-12 0,0 0-4 16,0 0-19-16,0 0-13 0,0 0-16 0,0 0-13 15,0 0-11-15,0 0-16 0,0 0-10 0,0 0-12 16,0 0-10-16,0 0-13 0,-19 0-4 0,13-1-9 16,-2-1-8-16,1 2-8 0,1 0-16 0,-3 0-22 15,2-1-19-15,1 1-38 0,0 0-47 0,6 0-39 16,-9-3-36-16,9 3-52 0,-7-2-191 0,5-1-436 15,2 3 193-15</inkml:trace>
  </inkml:traceGroup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0-03-09T14:22:09.194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Group>
    <inkml:annotationXML>
      <emma:emma xmlns:emma="http://www.w3.org/2003/04/emma" version="1.0">
        <emma:interpretation id="{E0AC6204-02BE-4122-8BAE-66E11A7EAEA7}" emma:medium="tactile" emma:mode="ink">
          <msink:context xmlns:msink="http://schemas.microsoft.com/ink/2010/main" type="inkDrawing"/>
        </emma:interpretation>
      </emma:emma>
    </inkml:annotationXML>
    <inkml:trace contextRef="#ctx0" brushRef="#br0">111 16 168 0,'0'0'240'0,"0"0"-17"0,0 0-13 0,0 0-6 15,0 0-13-15,0 0-15 0,-17-2-14 16,11 2-19-16,0 1-7 0,-2-2-16 0,0 1-8 0,0 0-17 16,1-2-19-16,-2 2-38 0,2 0-44 15,0-1-67-15,-1-1-62 0,2 1-65 0,1-2-114 0,0 1-339 16,1-1 150-16</inkml:trace>
  </inkml:traceGroup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0-03-09T14:22:09.506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Group>
    <inkml:annotationXML>
      <emma:emma xmlns:emma="http://www.w3.org/2003/04/emma" version="1.0">
        <emma:interpretation id="{4DFCBFC2-5F55-46A9-88F3-EB30882A346E}" emma:medium="tactile" emma:mode="ink">
          <msink:context xmlns:msink="http://schemas.microsoft.com/ink/2010/main" type="inkDrawing"/>
        </emma:interpretation>
      </emma:emma>
    </inkml:annotationXML>
    <inkml:trace contextRef="#ctx0" brushRef="#br0">78 0 83 0,'0'0'299'0,"0"0"-8"0,0 0-15 16,0 0-21-16,0 0-4 0,0 0-21 0,0 0-14 16,0 0-9-16,0 0-9 0,0 0-18 0,0 0-5 15,0 0-13-15,-12 11-7 0,10-6-14 0,0 0 6 16,-1-2-20-16,1 1-7 0,-2 2-15 0,1-2-6 15,2 0 6-15,-4 2-11 0,3-2-14 0,-3 1 10 16,2 1-17-16,0-1 1 0,-2 0-9 0,1 0 1 16,-1 0-7-16,2 0-5 0,-1-1-7 0,0 2-3 15,2-1-6-15,1 0 0 0,-2 1-5 0,2-1-2 16,1-5-1-16,1 14-4 0,-1-10-6 0,3 4 5 16,-2-2-6-16,5 1-12 0,-2 1-16 0,5 0-22 15,-3 1-45-15,0-2-34 0,1-1-37 0,0 0-45 0,0 0-53 16,-1-2-75-16,0 1-298 0,0-1-669 15,1 1 297-15</inkml:trace>
  </inkml:traceGroup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0-03-09T14:22:10.28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Group>
    <inkml:annotationXML>
      <emma:emma xmlns:emma="http://www.w3.org/2003/04/emma" version="1.0">
        <emma:interpretation id="{E28B4208-27D0-4262-B543-2ED848F4A6D8}" emma:medium="tactile" emma:mode="ink">
          <msink:context xmlns:msink="http://schemas.microsoft.com/ink/2010/main" type="inkDrawing"/>
        </emma:interpretation>
      </emma:emma>
    </inkml:annotationXML>
    <inkml:trace contextRef="#ctx0" brushRef="#br0">125 4 13 0,'0'0'259'0,"0"0"-13"16,0 0-21-16,0 0-11 0,0 0-15 0,0 0-12 16,-13-5-17-16,13 5-8 0,-9 2-13 0,3-1-17 15,-1-1-13-15,-1 2-7 0,-1-1-14 0,-1-1-13 16,1 1-10-16,0 0-9 0,2-1-13 0,1 1-23 15,-2-1-29-15,3 0-22 0,0 1-26 0,5-1-43 16,-6 0-47-16,6 0-32 0,0 0-187 0,-8-3-385 16,8 3 171-16</inkml:trace>
  </inkml:traceGroup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0-03-09T14:22:10.475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Group>
    <inkml:annotationXML>
      <emma:emma xmlns:emma="http://www.w3.org/2003/04/emma" version="1.0">
        <emma:interpretation id="{DD5A2AC1-5E9D-495D-B0AC-829263E0F592}" emma:medium="tactile" emma:mode="ink">
          <msink:context xmlns:msink="http://schemas.microsoft.com/ink/2010/main" type="inkDrawing"/>
        </emma:interpretation>
      </emma:emma>
    </inkml:annotationXML>
    <inkml:trace contextRef="#ctx0" brushRef="#br0">136 6 149 0,'0'0'218'0,"0"0"-11"0,0 0-14 0,0 0-6 16,-11-5-8-16,5 5-9 0,-2 1-13 0,-1-1-13 15,-2 2-14-15,0-1-9 0,2 0-11 0,-2 0-16 16,0 0-8-16,2-1-17 0,0 0-31 0,2 1-32 0,2-1-54 16,-1 1-62-16,6-1-55 0,-8-2-158 0,8 2-349 15,-5-1 155-15</inkml:trace>
  </inkml:traceGroup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0-03-09T14:22:10.803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Group>
    <inkml:annotationXML>
      <emma:emma xmlns:emma="http://www.w3.org/2003/04/emma" version="1.0">
        <emma:interpretation id="{79F6B3DE-131E-4D1A-9253-65A59F9D93FC}" emma:medium="tactile" emma:mode="ink">
          <msink:context xmlns:msink="http://schemas.microsoft.com/ink/2010/main" type="inkDrawing"/>
        </emma:interpretation>
      </emma:emma>
    </inkml:annotationXML>
    <inkml:trace contextRef="#ctx0" brushRef="#br0">89 0 209 0,'0'0'256'0,"0"0"-15"0,0 0-13 15,0 0-8-15,0 0-14 0,0 0-5 0,0 0-10 16,0 0-5-16,0 0-5 0,0 0-13 0,-4 15-4 15,4-15-2-15,0 7-6 0,0-7 0 0,0 9-1 16,0-9-6-16,0 6-14 0,-1 0 1 0,1-6-7 16,-4 9-3-16,2-5-3 0,-2 1-13 0,1 1 1 15,-1-1-12-15,-1 2-9 0,0-2-8 0,0 2-12 16,-1-2 1-16,0 0-12 0,0 1-8 0,2-1 2 16,-1 0-12-16,-1 2-2 0,2-2-4 0,1-1-7 15,-1 2 1-15,2-2 0 0,0 1-7 0,0-1-3 16,2-4 1-16,-2 9-15 0,2-4 17 0,0-5-7 15,1 9-24-15,1-5-16 0,1 1-30 0,3-1-36 16,0-1-38-16,1 2-47 0,0 0-65 0,3 0-53 16,0 1-60-16,0-1-247 0,1-1-651 0,-1 0 288 0</inkml:trace>
  </inkml:traceGroup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0-03-09T14:22:11.60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Group>
    <inkml:annotationXML>
      <emma:emma xmlns:emma="http://www.w3.org/2003/04/emma" version="1.0">
        <emma:interpretation id="{8B7FC0D8-7403-41E4-9501-08E24580B517}" emma:medium="tactile" emma:mode="ink">
          <msink:context xmlns:msink="http://schemas.microsoft.com/ink/2010/main" type="inkDrawing"/>
        </emma:interpretation>
      </emma:emma>
    </inkml:annotationXML>
    <inkml:trace contextRef="#ctx0" brushRef="#br0">120 18 23 0,'0'0'248'0,"3"-3"-4"0,-3 3-10 16,0 0-4-16,0 0-15 0,0 0-13 0,6 0-15 15,-6 0-9-15,0 0-10 0,0 0-7 0,0 0-12 16,0 0-9-16,0 0-10 0,-16 3-10 0,10-3-14 16,1 1-10-16,-3 0-10 0,-1-2-7 0,3 1-6 15,-3 0-9-15,1-1-12 0,0 1-16 0,-1-3-26 16,1 3-29-16,1-1-46 0,0-1-44 0,-1-1-59 16,5 2-46-16,-1-1-229 0,-1-1-480 0,2-1 213 15</inkml:trace>
  </inkml:traceGroup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0-03-09T14:22:11.803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Group>
    <inkml:annotationXML>
      <emma:emma xmlns:emma="http://www.w3.org/2003/04/emma" version="1.0">
        <emma:interpretation id="{C5C09023-9A9D-488B-9D0D-248EB3443447}" emma:medium="tactile" emma:mode="ink">
          <msink:context xmlns:msink="http://schemas.microsoft.com/ink/2010/main" type="inkDrawing"/>
        </emma:interpretation>
      </emma:emma>
    </inkml:annotationXML>
    <inkml:trace contextRef="#ctx0" brushRef="#br0">123 7 67 0,'0'0'260'0,"0"0"-12"0,0 0-9 15,0 0-4-15,0 0-21 0,-15-3-19 16,9 2-18-16,6 1-16 0,-14 2-10 0,6-2-21 0,1 0-9 15,-1 0-14-15,0 2-14 0,0-2-32 0,-2-1-28 16,2 1-36-16,2 0-49 0,-1 0-47 0,7 0-49 16,-7-2-50-16,2 0-134 0,5 2-360 0,-6-3 159 15</inkml:trace>
  </inkml:traceGroup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0-03-09T14:22:12.10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Group>
    <inkml:annotationXML>
      <emma:emma xmlns:emma="http://www.w3.org/2003/04/emma" version="1.0">
        <emma:interpretation id="{D1578C18-9AE9-4D45-B795-F576A2B24317}" emma:medium="tactile" emma:mode="ink">
          <msink:context xmlns:msink="http://schemas.microsoft.com/ink/2010/main" type="inkDrawing"/>
        </emma:interpretation>
      </emma:emma>
    </inkml:annotationXML>
    <inkml:trace contextRef="#ctx0" brushRef="#br0">70 0 19 0,'0'0'250'0,"0"0"-12"16,0 0-9-16,0 0-8 0,0 0-6 0,0 0-10 15,0 0-14-15,0 0-11 0,0 0 2 0,0 0-9 16,0 0 2-16,0 0-9 0,-8 14-7 0,7-9-7 16,1-5-11-16,-3 8-11 0,0-3 2 0,0-1-7 15,1 1-14-15,-1-1-3 0,0 0-1 0,-1 2-13 16,-2 0 2-16,2-1-7 0,-2 1-4 0,1-2-7 15,0 1-2-15,2 0-14 0,0-1 0 0,1-1-8 16,-1 1 2-16,3-4-1 0,-2 9 1 0,1-4-4 16,1-5-9-16,1 9-3 0,1-3 1 0,2 0-4 0,1 1-2 15,-1 0-6-15,5 0-6 0,-3 0-27 16,1-2-28-16,2 2-44 0,-1-2-41 0,-2 0-53 16,1 0-60-16,-1-1-79 0,-1-1-330 0,-1 1-693 15,-1-1 306-15</inkml:trace>
  </inkml:traceGroup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0-03-09T14:22:19.31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Group>
    <inkml:annotationXML>
      <emma:emma xmlns:emma="http://www.w3.org/2003/04/emma" version="1.0">
        <emma:interpretation id="{C4E94193-D4E5-4C8D-9FA3-94A69235CD5E}" emma:medium="tactile" emma:mode="ink">
          <msink:context xmlns:msink="http://schemas.microsoft.com/ink/2010/main" type="inkDrawing"/>
        </emma:interpretation>
      </emma:emma>
    </inkml:annotationXML>
    <inkml:trace contextRef="#ctx0" brushRef="#br0">116 0 202 0,'0'0'212'0,"0"0"-14"0,0 0-7 16,0 0-13-16,0 0-7 0,0 0-7 0,0 0-2 16,0 0-12-16,0 0-6 0,0 0-9 0,0 0-9 15,0 0-5-15,0 0-7 0,0 0-9 0,0 0-3 16,0 0-5-16,0 0-11 0,0 0-5 0,0 0-7 15,0 0-6-15,-18 2-10 0,11-1-7 0,0 0-3 16,-1 1-2-16,-1-1-10 0,1-1-5 0,0 2-15 0,0-2-26 16,-1 1-19-16,2 1-27 0,0-3-40 15,1 2-40-15,6-1-40 0,-8-1-44 0,8 1-188 16,-6-2-441-16,6 2 195 0</inkml:trace>
  </inkml:traceGroup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0-03-09T14:22:19.755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Group>
    <inkml:annotationXML>
      <emma:emma xmlns:emma="http://www.w3.org/2003/04/emma" version="1.0">
        <emma:interpretation id="{AECDC548-7532-4B5D-9A4E-08EF9F6CA8A0}" emma:medium="tactile" emma:mode="ink">
          <msink:context xmlns:msink="http://schemas.microsoft.com/ink/2010/main" type="inkDrawing"/>
        </emma:interpretation>
      </emma:emma>
    </inkml:annotationXML>
    <inkml:trace contextRef="#ctx0" brushRef="#br0">127-1 185 0,'0'0'246'0,"0"0"-10"0,0 0-12 15,0 0-14-15,-17 0-12 0,12 0-22 0,-1 2-16 0,-1-1-12 16,1-1-17-16,-1 2-13 0,0-2-9 0,0 1-10 15,-1 0-18-15,2 1-29 0,-1-2-24 0,1 2-33 16,1-2-40-16,0 1-38 0,-2-1-32 16,7 0-41-16,-10 0-42 0,5-3-103 0,5 3-324 0,-6-2 144 15</inkml:trace>
  </inkml:traceGroup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0-03-09T14:22:20.115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Group>
    <inkml:annotationXML>
      <emma:emma xmlns:emma="http://www.w3.org/2003/04/emma" version="1.0">
        <emma:interpretation id="{82A602DD-CDC0-4FBC-BA52-85AA3B7AF4CF}" emma:medium="tactile" emma:mode="ink">
          <msink:context xmlns:msink="http://schemas.microsoft.com/ink/2010/main" type="inkDrawing"/>
        </emma:interpretation>
      </emma:emma>
    </inkml:annotationXML>
    <inkml:trace contextRef="#ctx0" brushRef="#br0">63 7 145 0,'0'0'237'16,"-1"-7"-8"-16,1 7-7 0,0 0-5 16,0 0-9-16,-5-3-9 0,5 3-9 0,0 0-10 0,0 0-2 15,0 0-13-15,0 0-7 0,0 0-9 0,-10 7-2 16,10-7-6-16,-2 7-1 0,1-4-6 0,1-3-14 16,-3 8-10-16,1-5-7 0,1 1-3 0,1-4 8 15,-4 11 2-15,2-5-17 0,0-2-7 0,0 5-13 16,-2-3 0-16,2 0-4 0,-1 0-11 0,0 1-4 15,1 0-2-15,-2 0-4 0,1 2-14 0,1-5 0 16,-1 4-3-16,2-4-9 0,0 2-14 0,1-6-5 16,1 10-16-16,1-4-18 0,2 3-14 0,1-2-18 15,4 0-38-15,1 1-43 0,0-1-43 0,-1-2-72 16,3 2-74-16,-2-1-209 0,0-1-588 0,-1 2 261 16</inkml:trace>
  </inkml:traceGroup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0-03-09T14:22:20.59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Group>
    <inkml:annotationXML>
      <emma:emma xmlns:emma="http://www.w3.org/2003/04/emma" version="1.0">
        <emma:interpretation id="{473658A5-3872-4C6F-9BB2-20B9D96B65AB}" emma:medium="tactile" emma:mode="ink">
          <msink:context xmlns:msink="http://schemas.microsoft.com/ink/2010/main" type="inkDrawing"/>
        </emma:interpretation>
      </emma:emma>
    </inkml:annotationXML>
    <inkml:trace contextRef="#ctx0" brushRef="#br0">131 18 151 0,'0'0'241'0,"0"0"-17"0,0 0-15 15,0 0-16-15,0 0-15 0,0 0-18 0,0 0-19 16,0 0-10-16,0 0-11 0,0 0-16 0,-13-7-9 16,7 7-10-16,-1-1-9 0,1 0-8 0,0 1-4 15,-1 0-10-15,-1 0-14 0,-2 0-22 0,1 0-18 16,-2-1-28-16,3 1-38 0,0 0-19 0,1-2-39 16,2 1-25-16,5 1-39 0,-11-2-98 0,6 1-309 15,1-1 137-15</inkml:trace>
  </inkml:traceGroup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0-03-09T14:22:20.958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Group>
    <inkml:annotationXML>
      <emma:emma xmlns:emma="http://www.w3.org/2003/04/emma" version="1.0">
        <emma:interpretation id="{F425FE42-0849-4CA9-A274-2C8188FC2BA9}" emma:medium="tactile" emma:mode="ink">
          <msink:context xmlns:msink="http://schemas.microsoft.com/ink/2010/main" type="inkDrawing"/>
        </emma:interpretation>
      </emma:emma>
    </inkml:annotationXML>
    <inkml:trace contextRef="#ctx0" brushRef="#br0">90 8 151 0,'0'0'192'0,"0"0"-1"0,-10-7-16 15,10 7-11-15,-7-1-13 0,7 1-21 16,-12 2-5-16,6-2-13 0,-3 0-11 0,3 0-10 0,-1 0-13 16,0 1-25-16,1 0-34 0,1-1-52 0,5 0-33 15,-8-1-47-15,8 1-141 0,-7 0-275 0,7 0 122 16</inkml:trace>
  </inkml:traceGroup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0-03-09T14:22:21.38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Group>
    <inkml:annotationXML>
      <emma:emma xmlns:emma="http://www.w3.org/2003/04/emma" version="1.0">
        <emma:interpretation id="{8413DF79-7322-4D47-8D27-20D166737C06}" emma:medium="tactile" emma:mode="ink">
          <msink:context xmlns:msink="http://schemas.microsoft.com/ink/2010/main" type="inkDrawing"/>
        </emma:interpretation>
      </emma:emma>
    </inkml:annotationXML>
    <inkml:trace contextRef="#ctx0" brushRef="#br0">64 0 16 0,'0'0'242'15,"0"0"-10"-15,0 0-12 0,0 0-6 0,0 0-15 16,0 0-10-16,0 0-12 0,0 0-11 0,0 0-4 16,0 0 3-16,0 0-3 0,0 0-12 0,-6 20 1 15,6-20-17-15,-3 8 1 0,1-4 0 0,-1 0-7 16,1 0-4-16,-1 3 0 0,0-2-18 0,1-1-6 15,-3 0-14-15,1 3-9 0,0-2-7 0,-1 0-1 0,2 2-6 16,-1-1-9-16,1-1-3 0,-2 1-6 0,4-1-7 16,-2 0-4-16,1 0 1 0,2-5-8 15,-1 9 1-15,1-9-5 0,2 8-6 0,2-4-1 16,-1 0-24-16,-1 0-14 0,3 1-18 0,0-1-30 0,1 1-24 16,0-1-37-16,-1 1-42 0,2-1-69 0,-2 1-60 15,1-2-212-15,-1 1-556 0,-1 0 245 0</inkml:trace>
  </inkml:traceGroup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0-03-09T14:22:21.88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Group>
    <inkml:annotationXML>
      <emma:emma xmlns:emma="http://www.w3.org/2003/04/emma" version="1.0">
        <emma:interpretation id="{3E0F18E0-1EC3-4BBD-B6AE-5F6F407A5875}" emma:medium="tactile" emma:mode="ink">
          <msink:context xmlns:msink="http://schemas.microsoft.com/ink/2010/main" type="inkDrawing"/>
        </emma:interpretation>
      </emma:emma>
    </inkml:annotationXML>
    <inkml:trace contextRef="#ctx0" brushRef="#br0">98 9 30 0,'0'0'242'0,"0"0"-9"0,0 0-15 16,0 0-9-16,0 0-14 0,0 0-11 0,0 0-14 15,0 0-12-15,0 0-11 0,-9 4-13 0,9-4-13 16,-7 1-10-16,1-1-10 0,6 0 1 0,-10 0-18 16,4 1-8-16,0-1-12 0,-1-1-8 0,1 0-14 0,0 0-25 15,0 0-31-15,1-1-37 0,5 2-45 0,-10-3-41 16,5 2-36-16,1-1-198 0,4 2-401 15,-6-3 178-15</inkml:trace>
  </inkml:traceGroup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0-03-09T14:22:22.240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Group>
    <inkml:annotationXML>
      <emma:emma xmlns:emma="http://www.w3.org/2003/04/emma" version="1.0">
        <emma:interpretation id="{AF2DED17-02A8-48BA-89C6-13169722927E}" emma:medium="tactile" emma:mode="ink">
          <msink:context xmlns:msink="http://schemas.microsoft.com/ink/2010/main" type="inkDrawing"/>
        </emma:interpretation>
      </emma:emma>
    </inkml:annotationXML>
    <inkml:trace contextRef="#ctx0" brushRef="#br0">117 6 154 0,'0'0'228'0,"0"0"-9"0,0 0-10 16,0 0-10-16,-15 0-12 0,15 0-14 0,-8 0-11 0,3 0-11 16,-3 0-17-16,0 0-13 0,0-1-10 0,1 1-3 15,-1 0-19-15,2 0-7 0,0 0-10 0,6 0-17 16,-11-2-22-16,6 4-31 0,0-2-35 0,5 0-44 16,-7-2-39-16,7 2-33 0,-5 0-31 0,5 0-143 15,-5-3-349-15,5 3 154 0</inkml:trace>
  </inkml:traceGroup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0-03-09T14:22:22.646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Group>
    <inkml:annotationXML>
      <emma:emma xmlns:emma="http://www.w3.org/2003/04/emma" version="1.0">
        <emma:interpretation id="{33C80B51-9052-4077-89A0-015E92B2A486}" emma:medium="tactile" emma:mode="ink">
          <msink:context xmlns:msink="http://schemas.microsoft.com/ink/2010/main" type="inkDrawing"/>
        </emma:interpretation>
      </emma:emma>
    </inkml:annotationXML>
    <inkml:trace contextRef="#ctx0" brushRef="#br0">71 2 41 0,'0'0'209'16,"2"-4"-12"-16,-2 4-2 0,0 0-5 0,0 0-6 15,0 0-9-15,0 0-5 0,0 0-12 0,0 0-12 16,0 0-2-16,0 0-2 0,-7 13 5 0,7-13-1 15,-4 8 0-15,2-5-15 0,2-3-9 0,-5 6-9 0,3-3-6 16,0 1-8-16,-1 0-3 0,0 0-2 0,3-4 0 16,-5 7-15-16,2-3 8 0,-1 1-22 15,-1 0 0-15,2-2-6 0,0 0-5 0,-1 2-5 0,1-1 3 16,-1-1-9-16,2 2-5 0,-1-2-3 0,3-3-5 16,-3 7-1-16,2-3 4 0,1-4 1 0,-2 8-8 15,2-8 4-15,5 6-10 0,-1-1-3 0,1 1-6 16,-1-2-19-16,2 2-20 0,0-1-32 0,-2 1-40 15,1 0-37-15,0 1-46 0,0-1-53 0,1 0-40 16,-3-1-237-16,1 1-555 0,-1 1 246 0</inkml:trace>
  </inkml:traceGroup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0-03-09T14:22:23.09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Group>
    <inkml:annotationXML>
      <emma:emma xmlns:emma="http://www.w3.org/2003/04/emma" version="1.0">
        <emma:interpretation id="{16F9EEF1-C0D0-49B3-A65B-D9CE8166152D}" emma:medium="tactile" emma:mode="ink">
          <msink:context xmlns:msink="http://schemas.microsoft.com/ink/2010/main" type="inkDrawing"/>
        </emma:interpretation>
      </emma:emma>
    </inkml:annotationXML>
    <inkml:trace contextRef="#ctx0" brushRef="#br0">118 0 183 0,'0'0'206'0,"0"0"-14"0,0 0-5 15,0 0-14-15,0 0-6 0,-13 4-10 0,13-4-9 16,-8 2-16-16,3-2-12 0,5 0-11 0,-12 1-13 16,5-1-9-16,0 0-4 0,0 1-13 0,0-1-7 15,-1-1-20-15,1 1-29 0,0-1-26 0,0 1-20 16,1 1-34-16,0-2-30 0,6 1-25 0,-7-2-39 16,7 2-131-16,-4-3-314 0,4 3 138 0</inkml:trace>
  </inkml:traceGroup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0-03-09T14:22:23.411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Group>
    <inkml:annotationXML>
      <emma:emma xmlns:emma="http://www.w3.org/2003/04/emma" version="1.0">
        <emma:interpretation id="{FA426C5B-AEF7-4219-9291-E455E0F688E3}" emma:medium="tactile" emma:mode="ink">
          <msink:context xmlns:msink="http://schemas.microsoft.com/ink/2010/main" type="inkDrawing"/>
        </emma:interpretation>
      </emma:emma>
    </inkml:annotationXML>
    <inkml:trace contextRef="#ctx0" brushRef="#br0">99-1 221 0,'0'0'214'0,"0"0"-8"0,0 0-14 0,-18 1-15 15,13-2-11-15,5 1-16 0,-10 1-12 0,5 1-15 16,5-2-13-16,-9 0-12 0,4 0-10 0,-1 1-15 15,-1-1-25-15,0 0-41 0,1 2-48 0,6-2-58 16,-9-2-69-16,4 2-117 0,5 0-307 0,-7-1 137 16</inkml:trace>
  </inkml:traceGroup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0-03-09T14:22:23.833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Group>
    <inkml:annotationXML>
      <emma:emma xmlns:emma="http://www.w3.org/2003/04/emma" version="1.0">
        <emma:interpretation id="{647C1933-A7D5-4310-BC58-A661AFA0EA2B}" emma:medium="tactile" emma:mode="ink">
          <msink:context xmlns:msink="http://schemas.microsoft.com/ink/2010/main" type="inkDrawing"/>
        </emma:interpretation>
      </emma:emma>
    </inkml:annotationXML>
    <inkml:trace contextRef="#ctx0" brushRef="#br0">90 0 104 0,'0'0'233'0,"0"0"-18"15,0 0-7-15,0 0-3 0,0 0-13 0,0 0-13 16,0 0-10-16,0 0-8 0,0 0-6 0,0 0-10 16,-3 22-11-16,3-22-6 0,-2 8-4 0,1-3-10 15,0-1-7-15,-1 2-4 0,-2-1-9 0,1-1-7 16,0 2-5-16,-2 0-7 0,0 0-3 0,0-2-5 0,0 2-2 15,0-2-5-15,-1-1-5 0,0 2-2 0,1-1-5 16,1 0 6-16,-2-1-20 0,3-1-3 16,0 2-3-16,0-1-1 0,3-3 0 0,-5 5 6 15,3-2-16-15,2-3 0 0,-2 8-3 0,2-8 4 0,-1 5-5 16,1-5-4-16,0 0 5 0,4 11-6 0,-1-7 1 16,0-1-5-16,1 1 1 0,0 0-11 0,5 3-18 15,-5-4-31-15,4 0-40 0,-2 1-47 0,1 1-49 16,4-1-41-16,-4 1-65 0,0-1-162 0,2 1-498 15,-3 1 220-15</inkml:trace>
  </inkml:traceGroup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0-03-09T14:22:51.723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121 8 18 0,'0'0'212'16,"0"0"-8"-16,0 0-8 0,0 0-8 0,0 0-7 15,0 0-6-15,0 0-10 0,0 0-14 0,0 0-6 16,0 0-12-16,-16 1-12 0,9-1-7 0,7 0-14 16,-11 0-7-16,4 0-13 0,-1 0-8 0,1-1-5 15,-4 2-10-15,4-2-8 0,-1 0-5 0,-1 0-19 16,3 0-38-16,-1 1-40 0,1-1-50 0,6 1-44 16,-7-2-44-16,3 0-157 0,4 2-376 0,0 0 167 15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0-03-09T14:22:51.724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108 4 179 0,'0'0'187'0,"0"0"-10"15,0 0-9-15,-16-2-19 0,16 2-13 0,-11 1-3 0,6-1-13 16,-2 0-10-16,0-1-12 0,0 1-8 15,-2 1-13-15,1-1-9 0,1 1-9 0,1-2-12 16,-1 2-21-16,1-2-33 0,6 1-37 0,-8-1-47 0,8 1-32 16,-4-2-138-16,4 2-281 0,0 0 126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0-03-09T14:22:51.737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 contextRef="#ctx0" brushRef="#br0">119 0 91 0,'0'0'163'0,"0"0"-3"0,0 0 3 0,0 0 3 16,0 0 6-16,0 0-8 0,0 0-8 0,0 0 3 15,0 0-2-15,-15 6 2 0,12-4-4 0,-1 1-12 16,4-3 0-16,-6 6-14 0,3-4-3 0,3-2-11 16,-6 6-7-16,4-1-15 0,-2-4 2 0,1 4-1 15,-3-1-4-15,0 1-3 0,0-1-9 0,0 1-3 16,1 0-3-16,-1-1-12 0,1 1-3 0,-1 0 9 15,1 0 2-15,0-1-9 0,2 0-1 0,-2 0-10 16,1 2-10-16,2-4 1 0,1 5-2 0,-1-2-4 16,2-5-5-16,0 11-1 0,1-6-5 0,1 1-8 15,1 2-21-15,0-3-26 0,0 3-26 0,2 1-37 16,-1-3-49-16,2 2-74 0,3-1-68 0,-3 0-234 16,4 0-563-16,1-1 250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0-03-09T14:20:53.496"/>
    </inkml:context>
    <inkml:brush xml:id="br0">
      <inkml:brushProperty name="width" value="0.05292" units="cm"/>
      <inkml:brushProperty name="height" value="0.05292" units="cm"/>
      <inkml:brushProperty name="fitToCurve" value="1"/>
    </inkml:brush>
    <inkml:brush xml:id="br1">
      <inkml:brushProperty name="width" value="0.05292" units="cm"/>
      <inkml:brushProperty name="height" value="0.05292" units="cm"/>
      <inkml:brushProperty name="color" value="#FF0000"/>
      <inkml:brushProperty name="fitToCurve" value="1"/>
    </inkml:brush>
  </inkml:definitions>
  <inkml:traceGroup>
    <inkml:annotationXML>
      <emma:emma xmlns:emma="http://www.w3.org/2003/04/emma" version="1.0">
        <emma:interpretation id="{5F0DBB91-4219-4C39-A5BF-08A075AD0798}" emma:medium="tactile" emma:mode="ink">
          <msink:context xmlns:msink="http://schemas.microsoft.com/ink/2010/main" type="writingRegion" rotatedBoundingBox="14774,13600 2946,13680 2859,765 14687,685"/>
        </emma:interpretation>
      </emma:emma>
    </inkml:annotationXML>
    <inkml:traceGroup>
      <inkml:annotationXML>
        <emma:emma xmlns:emma="http://www.w3.org/2003/04/emma" version="1.0">
          <emma:interpretation id="{1CCEC880-B4FE-4948-9EB9-AFE50FB42A7B}" emma:medium="tactile" emma:mode="ink">
            <msink:context xmlns:msink="http://schemas.microsoft.com/ink/2010/main" type="paragraph" rotatedBoundingBox="5236,13001 14723,13005 14722,13636 5235,13632" alignmentLevel="5"/>
          </emma:interpretation>
        </emma:emma>
      </inkml:annotationXML>
      <inkml:traceGroup>
        <inkml:annotationXML>
          <emma:emma xmlns:emma="http://www.w3.org/2003/04/emma" version="1.0">
            <emma:interpretation id="{1B76464C-BE6F-4239-9802-131F87467D38}" emma:medium="tactile" emma:mode="ink">
              <msink:context xmlns:msink="http://schemas.microsoft.com/ink/2010/main" type="line" rotatedBoundingBox="5236,13001 14723,13005 14722,13636 5235,13632"/>
            </emma:interpretation>
          </emma:emma>
        </inkml:annotationXML>
        <inkml:traceGroup>
          <inkml:annotationXML>
            <emma:emma xmlns:emma="http://www.w3.org/2003/04/emma" version="1.0">
              <emma:interpretation id="{18CBBD5B-2DDD-41B6-B2D1-05ED98A71728}" emma:medium="tactile" emma:mode="ink">
                <msink:context xmlns:msink="http://schemas.microsoft.com/ink/2010/main" type="inkWord" rotatedBoundingBox="5236,13001 7611,13002 7610,13610 5235,13609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-6365 12490 244 0,'0'0'243'0,"0"0"-15"16,0 0-5-16,0 0-20 0,0 0-10 0,0 0-10 0,0 0-3 16,11 11-11-16,-10-7-11 0,1 2-6 0,0-1-1 15,-2 1-15-15,1 1-3 0,0 2-11 16,-2 0-6-16,0-1-11 0,-1 1-7 0,0-2-12 0,0-1 0 16,-1 4-18-16,-2 0-1 0,0-2-10 0,-1-2-2 15,0 2-20-15,0-2-25 0,-1 0-35 0,0-1-42 16,1-1-50-16,-1 1-60 0,3-2-72 0,-4-2-229 15,4 0-517-15,4-1 228 0</inkml:trace>
          <inkml:trace contextRef="#ctx0" brushRef="#br0" timeOffset="328.1097">-6518 12525 15 0,'0'0'172'0,"0"0"-14"0,0 0-17 16,0 0-4-16,0 0-10 0,0 0-15 0,-4-3-6 16,4 3-5-16,0 0-8 0,0 0 0 0,-1-9-12 15,1 9-2-15,0 0-3 0,0 0-2 0,0 0-2 16,2-9-6-16,-2 9-7 0,3-5-3 0,-3 5-2 15,3-6 1-15,0 3-7 0,-3 3 1 0,6-6-8 0,-4 5-1 16,-2 1-3-16,5-6-4 0,-1 5-1 0,-4 1 1 47,5-1 3-47,-5 1 6 0,6 0 4 0,-6 0 1 0,5 4 2 0,-3-2 5 0,-2-2 8 0,2 9 3 0,-2-3 6 0,0-6 1 0,-4 11 1 0,2-2 1 16,-1-2-2-16,-2 0-5 0,0 4-6 0,-3-2-3 15,1 0-11-15,0 0-18 0,-1-1-29 0,-1 1-47 16,2-5-70-16,1 3-86 0,0-3-280 0,1 0-524 15,1-1 232-15</inkml:trace>
          <inkml:trace contextRef="#ctx0" brushRef="#br0" timeOffset="624.9485">-6715 12493 194 0,'0'0'181'0,"0"0"-11"15,0 0-1-15,0 0-13 0,0 0-4 0,6 6-6 16,-6-6-8-16,0 0-8 0,3 6-5 0,-3-6-11 16,1 5-10-16,-1-5-8 0,0 0-9 0,-2 9-5 15,2-9-10-15,-4 7-12 0,4-7-4 0,-3 6-5 0,0-2-6 16,0 0-2-16,-1-1-5 0,1 0-1 16,-3-1-4-16,3 0-7 0,3-2 2 0,-8 2-5 15,4-2-3-15,-1 1-1 0,5-1-2 0,-11 2-4 0,7-4 0 16,4 2 1-16,-10-3-4 0,6 0 3 0,1-2 1 15,0 2 5-15,0-2-7 0,2-1 2 0,1 6 12 16,0-12 10-16,0 4 0 0,1 1 1 0,1-1 4 16,-2-1 2-16,3-3 3 0,-1 1-1 0,2-1-3 15,-2 0-5-15,-1 3-1 0,2-1 1 0,-2 2-9 16,1 1-3-16,1 0-2 0,-3 2-7 0,0 5-23 16,2-8-34-16,-2 8-35 0,0 0-38 0,0 0-44 15,0 0-41-15,0 0-251 0,0 0-486 0,0 0 216 16</inkml:trace>
          <inkml:trace contextRef="#ctx0" brushRef="#br0" timeOffset="828.0631">-6840 12710 237 0,'0'0'337'0,"0"0"-25"15,0 0-27-15,0 0-19 0,0 0-25 0,0 0-17 16,12-9-30-16,-12 9-16 0,4-6-29 0,-2 3-47 16,-2 3-53-16,3-6-58 0,-3 6-73 0,2-6-76 15,-2 6-230-15,0 0-420 0,-2-8 186 0</inkml:trace>
          <inkml:trace contextRef="#ctx0" brushRef="#br0" timeOffset="1140.5419">-6967 12383 123 0,'0'0'293'0,"2"-6"-15"0,-2 6-12 0,0 0-11 16,2-5-17-16,-2 5-19 0,0 0-21 0,0 0-10 15,0 0-10-15,0 0-14 0,0 0-7 0,0 0-18 16,0 0-6-16,0 0-4 0,7 14-10 0,-6-6-12 16,-1-2-8-16,0 1 5 0,0 1-19 0,1 1-7 15,-1 0-10-15,-1 2-6 0,1 1-3 0,0 0-9 16,0-4-25-16,-2 2-27 0,1-3-45 0,-1 4-61 0,0-2-64 16,-1-4-75-16,-1 3-293 0,1-1-585 0,-1-1 259 15</inkml:trace>
          <inkml:trace contextRef="#ctx0" brushRef="#br0" timeOffset="1484.2602">-7078 12547 96 0,'0'0'170'0,"0"0"-16"0,0 0-6 0,0 0-10 0,0 0-14 16,0 0-6-16,0 0-7 0,0 0-13 0,0 0-12 16,0 0-5-16,-6-6-11 0,6 6-7 15,-2-4-4-15,2 4-4 0,0 0-4 0,-2-8-5 0,2 8-5 16,-1-6-2-16,1 6-9 0,-1-7-4 0,1 7 0 16,0 0-2-16,2-8 0 0,-2 8-4 0,0 0 1 15,1-6-1-15,-1 6-3 0,3-4-4 0,-3 4-1 16,4-2 1-16,-4 2 2 0,3-3-2 0,-3 3 3 15,0 0 4-15,7 0 8 0,-7 0 0 0,0 0 12 16,5 5 9-16,-4-2 2 0,-1-3 5 0,2 10 2 16,-3-3 6-16,1 1 3 0,-2 0-2 0,1 0 3 15,-2 5-2-15,-2-3-5 0,1-1 1 0,-2 2-10 0,0 0-8 16,-1 1-5-16,-1-3-10 0,0 0-29 16,0-1-44-16,1-2-61 0,2-2-83 0,-2 0-254 15,4-2-478-15,0 0 212 0</inkml:trace>
          <inkml:trace contextRef="#ctx0" brushRef="#br0" timeOffset="2641.4527">-7223 12421 154 0,'0'0'183'0,"0"0"-8"16,0 0-7-16,0 0-8 0,0 0-9 0,0 0-11 0,0 0-10 16,6 12-12-16,-6-12-10 0,1 5-12 0,-1-5-5 15,0 7-9-15,0-7-5 0,-2 8-9 0,2-8-2 16,-2 8-7-16,1-3-7 0,1-5 0 0,-4 6-8 15,1-3-2-15,-1 3-6 0,-1-4-1 0,2 2-8 16,-1-2-4-16,0 1 0 0,4-3-4 0,-8 1-9 16,4 1-3-16,4-2-3 0,-10 0 0 0,4-2 0 15,1-1-2-15,0 0 1 0,0 0 0 0,2-1 2 16,-2 0 0-16,1-1 1 0,0 1 7 0,2 0 7 0,-2 1 9 16,2-1 8-16,2 4 10 0,-6-6 4 0,5 4 3 15,1 2 3-15,-4-6 4 0,4 6-7 0,0 0-4 16,-2-4-7-16,2 4-6 0,0 0-1 0,0 0-3 15,0 0-3-15,0 0-4 0,0 0 3 0,0 0-4 16,0 0-5-16,0 0-3 0,0 0 1 0,4 16-3 16,-2-10 5-16,0 0-6 0,0 2-1 0,0-2 3 15,0-2-2-15,1 4 0 0,-1-2-1 0,-1 1-3 16,0-1-3-16,1-1 2 0,-2-5 0 0,0 10-1 16,0-5-3-16,0-5 1 0,-3 9 0 0,2-6 2 15,1-3-4-15,-4 7 5 0,4-7-4 0,-5 3-8 16,1 0-7-16,4-3-1 0,-8 2-12 0,2-2 0 0,6 0-6 15,-11-3 3-15,5 0-9 0,-1 2-3 0,0-3-1 16,0-1 3-16,1 0-10 0,-1 0 6 16,0 1 2-16,3-2 1 0,-2 0 1 0,1-2 0 0,1-1 4 15,0 2 2-15,1-1 4 0,1 1 3 0,1 1 3 16,-1-2 1-16,1 4 1 0,1 4-1 0,0-10 4 16,0 10 4-16,1-7 0 0,-1 7-1 0,3-7-1 15,-3 7 4-15,3-5 0 0,-3 5 0 0,3-3 2 16,-3 3 0-16,5-1 2 0,-5 1 1 0,7 2 1 15,-7-2 8-15,6 1 1 0,-2 2-2 0,-4-3 3 16,6 5 4-16,-3-1 3 0,0 0 1 0,-1 0 1 16,-1 1 3-16,-1 2-4 0,0-1 6 0,0-6-7 0,-3 12-1 15,0-5-2-15,-1-1 0 0,0 0 3 0,-1-2-3 16,-1 1 1-16,1 0-1 0,0-3-2 0,-1 3-1 16,2-2-3-16,-3-1 2 0,0 0-2 0,1-2-1 15,0 0-1-15,0 0 2 0,6 0-2 0,-10-3 7 16,6 1 5-16,-1-3-1 0,2 2 5 0,0-2 11 15,0 2 5-15,1-3 4 0,0 0 2 0,0 0 3 16,1-2 0-16,-1 0-2 0,4-1-6 0,-1-1 1 16,1-3-7-16,0-1 3 0,0 0-9 0,1 0-2 15,0 1-8-15,-1 2-6 0,2-1-26 0,-1 4-18 16,-3 1-34-16,2 1-53 0,-1 1-53 0,0-2-68 16,1 2-218-16,1 2-499 0,-3 3 222 0</inkml:trace>
          <inkml:trace contextRef="#ctx0" brushRef="#br0" timeOffset="2656.0566">-7217 12264 175 0,'0'0'342'0,"3"-5"-19"0,-3 5-32 15,2-8-23-15,-1 5-15 0,-1 3-31 0,1-6-21 16,-1 6-26-16,0 0-41 0,2-5-66 0,-2 5-91 0,0 0-123 16,0 0-235-16,0 0-412 0,0 0 182 15</inkml:trace>
          <inkml:trace contextRef="#ctx0" brushRef="#br0" timeOffset="7311.9611">-8722 12579 195 0,'0'0'367'0,"0"0"-28"16,0 0-19-16,0 0-31 0,0-17-31 0,0 17-26 0,4-4-18 15,-4 4-30-15,4-6-52 0,-4 6-66 16,2-2-83-16,-2 2-104 0,0 0-289 0,0 0-444 16,0 0 196-16</inkml:trace>
          <inkml:trace contextRef="#ctx0" brushRef="#br0" timeOffset="6171.4192">-8424 12349 267 0,'3'-5'310'0,"-2"2"-20"0,-1 3-22 16,4-7-18-16,-1 5-25 0,-3 2-23 0,3-6-22 16,-3 6-23-16,5-3-36 0,-5 3-52 0,4-3-66 0,-4 3-68 15,5 0-88-15,-5 0-201 0,7-3-384 16,-7 3 170-16</inkml:trace>
          <inkml:trace contextRef="#ctx0" brushRef="#br0" timeOffset="5905.8136">-8347 12432 103 0,'0'0'213'0,"0"0"-14"0,-2-7-21 0,2 7-10 16,0 0-6-16,0 0-14 0,0 0-15 0,0 0-3 15,0 0-9-15,0 0-2 0,15 8-4 0,-13-5-7 16,0 1-4-16,0 1-14 0,-1-2-4 0,-1-3-5 16,1 11-3-16,-2-6-7 0,1-5-10 0,-3 10-2 15,2-6-9-15,-2 1-2 0,-1-1-2 0,-1-1-8 0,2 0-2 16,-3 2-5-16,2-2 3 0,-1-2-6 16,0 1-3-16,1-1-5 0,-1 1-1 0,5-2-4 15,-10 1 1-15,6-1-4 0,4 0-2 0,-9 0 2 0,5-1 0 16,4 1-1-16,-8-1 0 0,8 1-5 0,-6-1 7 15,6 1-7-15,-5-1 6 0,5 1-5 0,0 0-1 16,0 0-3-16,-6 0 3 0,6 0-1 0,0 0 1 16,0 0-3-16,0 8 0 0,0-8 3 0,0 0-3 15,4 11-3-15,-2-6 3 0,-1 0 0 0,3 0-2 16,-2 1 0-16,0 0 1 0,-2 0 1 0,2-2-4 16,-2-4-3-16,1 11 2 0,1-8-1 0,-2-3 1 15,-1 9-5-15,1-9-4 0,0 0-6 0,-1 8-4 16,1-8-7-16,0 0-7 0,-5 3-7 0,5-3-5 15,0 0-3-15,-7-1 2 0,7 1-5 0,-8-5 4 16,8 5-1-16,-5-5 0 0,1 2 2 0,0-1 7 16,2 1 1-16,-2-2 10 0,-1-1-3 0,2 3 7 0,-1 0-2 15,-1-2 6-15,2 1 0 0,-1 0 2 16,0 1 0-16,-1-1 5 0,2 1-1 0,-2 0 2 16,0 1 5-16,5 2-7 0,-8-4 5 0,4 3 7 0,-1 0-1 15,5 1 3-15,-9-1 2 0,5 1 5 0,4 0 1 16,-10 0 8-16,6 1 2 0,4-1-4 0,-8 4 7 15,5-2-10-15,0 1 5 0,-2 0 4 0,3 1 4 16,-1 0 13-16,1 3-3 0,0 0-1 0,0-1 6 16,2 0 9-16,0 2-1 0,0 1 4 0,0-2 5 15,0 1 6-15,2 1 4 0,-1-1 0 0,0 0-3 16,1 2 2-16,0 0-6 0,1-2-2 0,-2 2-7 16,2-1-2-16,-2 1-10 0,1-1 6 0,-1-3-13 0,1 1-6 15,-1-1-25-15,1 0-23 0,-2-6-30 16,1 8-34-16,0-4-33 0,-1-4-34 0,2 6-47 15,-2-6-234-15,0 0-472 0,0 0 209 0</inkml:trace>
          <inkml:trace contextRef="#ctx0" brushRef="#br0" timeOffset="5624.584">-8194 12524 143 0,'0'0'181'0,"0"0"-4"0,0 0-7 0,0 0-9 16,0 0-6-16,0 0-6 0,0 0-10 0,-5 8-5 15,5-8-9-15,0 0-15 0,-5 2-9 0,5-2-9 16,0 0-4-16,-6 0-12 0,6 0-8 0,0 0-6 15,0 0-7-15,0 0-3 0,-8-4-8 0,8 4-1 0,0 0-7 16,-2-7 1-16,2 7-6 0,-1-4-4 16,1 4-5-16,0 0-4 0,-1-7-6 0,1 7 5 15,0 0 1-15,2-8-6 0,-2 8 0 0,2-5-4 0,-2 5-1 16,3-6 1-16,-3 6-2 0,3-3 1 0,-3 3 0 16,4-3-4-16,-4 3 1 0,0 0-2 15,6 0 1-15,-6 0-4 0,0 0 3 0,7 2 3 0,-7-2 5 16,4 4 1-16,-2 2 1 0,1-4-1 0,0 3 2 15,-1 0-1-15,0 0 4 0,-1-1-7 0,0 2 7 16,-1 0 9-16,2 1-6 0,-4 1 2 0,1-2-3 16,-2 2-1-16,-1-1 3 0,-1 0-4 0,0 1 0 15,1-2-9-15,-3 0-18 0,1 0-23 0,0-2-33 16,1 2-38-16,0-4-36 0,-2 2-42 0,1-1-210 16,-1-1-426-16,2-1 189 0</inkml:trace>
          <inkml:trace contextRef="#ctx0" brushRef="#br0" timeOffset="4546.5376">-8072 12520 217 0,'0'0'278'15,"-1"8"-13"-15,1-8-12 0,0 11-10 0,0-4-9 0,0 0-4 16,0 2-11-16,1 0-20 0,-1 0-13 0,0 0-19 16,-1 1-11-16,1 2-11 0,-1-4-13 0,-1 1-13 15,-1 0-13-15,0 0-13 0,0-2-8 0,-1 1-14 16,0-1-20-16,-1-2-34 0,1-1-39 0,0 1-44 15,0-2-35-15,-1-1-51 0,2 0-52 0,3-2-53 0,-10 0-187 16,10 0-481-16,-8-3 212 0</inkml:trace>
          <inkml:trace contextRef="#ctx0" brushRef="#br0" timeOffset="4296.5617">-7935 12332 271 0,'0'0'322'0,"3"-6"-16"16,-3 6-29-16,3-6-23 0,-3 6-29 0,3-5-17 15,-3 5-22-15,0 0-19 0,2-4-22 0,-2 4-20 16,0 0-31-16,0 0-38 0,0 0-46 0,0 0-53 15,0 0-66-15,0 0-57 0,0 0-222 0,-7 18-421 16,4-12 186-16</inkml:trace>
          <inkml:trace contextRef="#ctx0" brushRef="#br0" timeOffset="4046.5738">-7782 12335 183 0,'0'0'225'16,"2"-3"-8"-16,-2 3-12 0,0 0-8 0,0 0-11 15,0 0-5-15,7 8-15 0,-7-8 1 0,2 9-8 0,-1-5-7 16,0 1-6-16,-1 4-8 0,0-3-2 16,0 3-10-16,0 0-12 0,-2-1-7 0,2 2-8 15,-2-1-8-15,-2 3-9 0,2-4-6 0,0 1-8 0,0 0-6 16,-1-2-5-16,1 1-5 0,0-2-8 0,-1 0-1 15,2-2-5-15,-1 2-1 0,0-3-10 0,-2 2 3 16,1 0-4-16,3-5-2 0,-6 5-8 0,2-3 2 16,0-1-11-16,4-1 5 0,-7 0-6 0,1 0 0 15,6 0-7-15,-9-2 0 0,2-2 0 0,2 2-3 16,-2-2 6-16,2 0-2 0,0-1 0 0,0 0 1 16,2 1-6-16,0 0 5 0,-1-1-5 0,1 1 5 15,1-1 1-15,2 5-1 0,-4-7 2 0,4 7 0 16,-3-3 10-16,3 3-9 0,-2-5 1 0,2 5-1 15,0 0 10-15,0 0-10 0,-4-4-4 0,4 4 5 16,0 0-1-16,0 0-3 0,0 0 2 0,0 0-2 0,0 0 1 16,0 0-1-16,0 0 2 0,0 0 2 0,7 17-1 15,-5-12-1-15,-1 0-2 0,1 0 6 0,-1 0 0 16,1 0 1-16,0 2-2 0,-1 1 0 0,-1-1 4 16,-1 0-3-16,-1 0-2 0,0 0-1 0,0 0 1 15,0 0 1-15,-3-1 3 0,-1 0-1 0,0-1-1 16,-1 0-4-16,0-1-6 0,-3 1-12 0,1-2-16 15,3-1-21-15,-3-1-37 0,3 0-31 0,1-2-33 16,5 1-51-16,-10-6-51 0,6 3-233 0,1-3-528 16,1 1 235-16</inkml:trace>
          <inkml:trace contextRef="#ctx0" brushRef="#br0" timeOffset="6859.8743">-7742 12179 33 0,'0'0'218'0,"0"0"-9"0,0 0-6 16,0 0-18-16,-9 10-14 0,5-6-16 0,0 2-17 15,-2-2-13-15,-2 1-13 0,-1 2-17 0,1 2-30 16,-3-4-46-16,1 3-69 0,-1 0-78 0,-2-2-131 16,-2 4-280-16,0-3 125 0</inkml:trace>
          <inkml:trace contextRef="#ctx0" brushRef="#br0" timeOffset="3796.5961">-7752 12649 286 0,'0'0'302'0,"0"0"-12"0,0 0-19 0,0 0-19 15,0 0-17-15,8-9-24 0,-8 9-20 0,4-4-24 16,-4 4-11-16,2-5-27 0,0 2-37 0,-2 3-42 0,2-6-47 16,-2 6-59-1,0 0-65-15,0-9-64 0,0 9-195 0,-3-6-409 0,3 6 181 16</inkml:trace>
          <inkml:trace contextRef="#ctx0" brushRef="#br0" timeOffset="3405.9971">-7700 12469 1 0,'0'0'226'16,"0"0"-15"-16,0 0-13 0,0 0-12 0,0 0-12 15,0 0-12-15,0 0-12 0,0 0-11 0,0 0-4 16,0 0-8-16,0 0-10 0,11 9-14 0,-11-9 0 0,2 5-12 16,0-1-7-16,-2-4-2 0,2 6-3 0,-2-6-8 15,1 6-4-15,-1-6-7 0,0 6-2 0,0-6-4 16,-1 7 0-16,1-7 1 0,-4 6-5 0,4-6-3 16,-4 6-3-16,2-4-4 0,-3 0 1 0,1 0-8 15,4-2-4-15,-8 0 0 0,1-1-5 0,-1 1-6 16,2-1-24-16,0-1-12 0,0 0-14 0,0 0-26 15,6 2-26-15,-7-3-28 0,3 0-41 0,4 3-35 16,-4-3-53-16,4 3-134 0,-5-3-407 0,5 3 180 16</inkml:trace>
          <inkml:trace contextRef="#ctx0" brushRef="#br0" timeOffset="6858.8743">-7576 12129 145 0,'0'0'254'0,"0"0"-17"15,0 0-15-15,0 0-10 0,3-3-19 0,-3 3-13 16,0 0-4-16,0 0-8 0,0 0-4 0,0 0-12 16,-7 19-10-16,1-11-17 0,0 1-6 0,-2 0-9 0,0 0-9 15,0 0-10-15,-1 1-8 0,0-2-8 16,-1 2-3-16,-4 1-13 0,4-1-9 0,0 0-25 15,1-4-32-15,-2 2-38 0,1-2-39 0,0-1-47 0,3-1-51 16,-1 0-78-16,1-2-148 0,1 0-442 0,-1-2 196 16</inkml:trace>
        </inkml:traceGroup>
        <inkml:traceGroup>
          <inkml:annotationXML>
            <emma:emma xmlns:emma="http://www.w3.org/2003/04/emma" version="1.0">
              <emma:interpretation id="{778FF866-BA63-44F1-B7A5-05FBB7558C6D}" emma:medium="tactile" emma:mode="ink">
                <msink:context xmlns:msink="http://schemas.microsoft.com/ink/2010/main" type="inkWord" rotatedBoundingBox="7748,13176 8788,13177 8787,13552 7747,13551"/>
              </emma:interpretation>
              <emma:one-of disjunction-type="recognition" id="oneOf1">
                <emma:interpretation id="interp1" emma:lang="" emma:confidence="1">
                  <emma:literal/>
                </emma:interpretation>
              </emma:one-of>
            </emma:emma>
          </inkml:annotationXML>
          <inkml:trace contextRef="#ctx0" brushRef="#br0" timeOffset="-874.9173">-5967 12486 113 0,'0'0'202'0,"0"0"-19"16,0 0-7-16,0 0-13 0,0 0-13 0,0 0-13 15,-10-11-7-15,10 11-11 0,0 0-8 0,-9 2-4 16,9-2-7-16,-9 1-16 0,4 2 1 0,1-1-8 0,-2 2-7 16,0-2-5-16,2 1-4 0,-1 0-5 0,-1-2-10 15,4 2-3-15,2-3-1 0,-7 6-9 0,5-4-7 16,2-2 5-16,-5 6-5 0,5-6-3 0,-1 5-1 15,1-5-4-15,0 0 1 0,0 8-5 0,0-8 2 16,4 3-4-16,0-1-1 0,-4-2 4 0,6 4-2 16,-3-2-9-16,2-1 6 0,-5-1 3 0,6 2 3 15,-2-1 2-15,-4-1 3 0,6 3 7 0,-3-1 2 16,-3-2-1-16,5 3 4 0,-5-3-2 0,4 3 2 16,-4-3-1-16,3 4-4 0,-3-4-2 0,1 4 2 15,-1-4 2-15,0 0 0 0,-4 8 0 0,1-5-2 16,0 1 0-16,-2 0 2 0,0-1-3 0,-1 1 4 0,0-1-6 15,-2 1 3-15,-3-2-4 0,0 0-3 0,-1 0 4 16,2 1-5-16,-4-2-3 0,1-1 0 0,1 0-2 16,0-1 0-16,0-2-2 0,1 1-5 0,0-3 1 15,1 1 3-15,3 1-6 0,1-2 1 0,1-1 2 16,-1 0-4-16,2-2 0 0,1 0-2 0,1-1-8 16,0-1-11-16,0 1-21 0,2-3-26 0,0 4-29 15,0-3-32-15,1 2-57 0,1 1-60 0,-1 1-216 16,2 0-494-16,1-1 219 0</inkml:trace>
          <inkml:trace contextRef="#ctx0" brushRef="#br0" timeOffset="-1281.1552">-5727 12343 70 0,'0'0'231'0,"0"0"-16"16,-6-2-19-16,6 2-16 0,-6-1-14 16,6 1-19-16,-8 1-13 0,4 1-15 0,4-2-17 0,-11 1-36 15,6-1-68-15,0 0-76 0,-2 0-180 0,0 2-279 16,1-1 123-16</inkml:trace>
          <inkml:trace contextRef="#ctx0" brushRef="#br0" timeOffset="-1578.0108">-5465 12359 124 0,'3'-4'223'0,"-3"4"-17"0,0 0-19 0,0 0-16 16,0 0-16-16,0 0-10 0,-15-2-16 0,15 2-8 16,-9 2-14-16,2-2-9 0,1 0-13 0,-1 1-5 15,1 0-9-15,-3-2-5 0,3 2-7 0,-1-2-3 16,1 0-6-16,1 1-1 0,5 0 3 0,-10-3 0 15,7 1-1-15,3 2-8 0,-3-6-2 0,3 6-4 0,0-8-5 16,0 8-5-16,2-8-2 0,-2 8-5 0,2-8-16 16,-2 8-19-16,0-6-25 0,0 6-33 15,0-6-36-15,0 6-31 0,0 0-36 0,0 0-160 0,-3-7-363 16,3 7 160-16</inkml:trace>
          <inkml:trace contextRef="#ctx0" brushRef="#br0" timeOffset="-1592.6145">-5434 12440 193 0,'0'0'209'0,"0"0"-8"15,0 0-8-15,0 0-10 0,0 0-8 0,7 5-6 16,-7-5-15-16,2 7-11 0,-1-3-15 0,-1-4-10 16,1 6-5-16,-1-6-9 0,0 7-10 0,0-7-9 15,1 9-8-15,-1-9-4 0,-1 8-5 0,1-8-4 0,-3 7-5 16,2-2-4-16,1-5-8 0,-4 6-4 15,4-6-1-15,-4 4-5 0,1 0-4 0,-1-2-5 16,4-2-6-16,-7 4-7 0,7-4-10 0,-5 2-4 0,1 0-4 16,4-2-5-16,0 0 5 0,-10-2-5 0,10 2 0 15,-6-4-1-15,3 1 3 0,3 3 0 0,-4-7 0 16,2 3 1-16,2 4-1 0,-3-6 0 0,1 3 1 16,2 3 2-16,-3-7 3 0,3 7 0 0,-1-8-2 15,1 8 2-15,0 0 3 0,0-7 3 0,0 7 1 16,0 0 2-16,0 0-3 0,-1-6-1 0,1 6-1 15,0 0 0-15,0 0 0 0,0 0 1 0,0 0-1 16,0 0 0-16,0 0-2 0,0 0-1 0,0 0 2 0,0 0 0 16,0 0-2-16,3 19-1 0,-3-19 2 15,-2 9 0-15,0-6-2 0,2-3 2 0,-5 6-2 16,3-2-5-16,-1 0-1 0,-1-1-6 0,1 0-10 0,-3 1-14 16,2-1-6-16,-1 0-6 0,1-1-4 0,-3-2-6 15,3 1 6-15,-3-1 3 0,7 0-4 0,-10 0 5 16,3-1 3-16,2 1 9 0,1-2 0 0,4 2 4 15,-8-4 3-15,5 1 7 0,3 3 1 0,-4-6 2 16,1 3 8-16,3 3 10 0,-2-9 6 0,1 6 8 16,1 3 4-16,-2-9 0 0,2 9 5 0,0-8 4 15,0 8 2-15,-1-6 3 0,1 6 0 0,0 0-1 16,0 0-4-16,0-7-4 0,0 7-6 0,0 0 1 0,0 0-3 16,0 0 1-16,0 0 0 0,0 0-1 15,0 0-4-15,0 0 0 0,0 0-2 0,0 0 0 16,3 21-2-16,-3-21 0 0,0 7 3 0,0-7-1 0,0 5-1 15,0-5 1-15,-3 7-4 0,3-7 6 0,-1 5-3 16,1-5-2-16,-4 5-1 0,0-3 1 0,4-2-2 16,-6 5-3-16,6-5-8 0,-7 1-5 0,2 1-3 15,-1-2-2-15,6 0-1 0,-12-2-5 0,6 2-3 16,-1-2 3-16,1 1-3 0,1-2 3 0,-1 1 2 16,1-2 5-16,-1-2-3 0,1 2 5 0,-1-1 2 15,2-1 2-15,1 1 2 0,0 1 4 0,1 0 5 16,-2-2 3-16,3 0 2 0,1 6 7 0,-4-8 7 15,2 5 6-15,2 3 1 0,-3-7-3 0,3 7 2 16,0 0-3-16,-2-5-2 0,2 5-1 0,0 0-5 16,0 0-1-16,0 0 0 0,0 0-4 0,0 0 2 15,0 0-1-15,0 0-1 0,0 0-1 0,0 0 0 0,0 0-4 16,-3 16 5-16,3-16-4 0,0 10 0 0,-1-5-1 16,1-5 2-16,-2 8-3 0,0-3 1 0,0 2 1 15,0-2-2-15,-1-2 0 0,-1 1-1 0,-1 1-1 16,0-2-2-16,-1 3 0 0,-1-3-2 0,0-2-2 15,1 1 2-15,-1-2 0 0,1 1-1 0,0 0 1 16,2-1 1-16,4 0 2 0,-7-2 0 0,7 2 3 16,-6-2 0-16,6 2 8 0,-5-2 10 0,5 2 8 15,0 0 11-15,-3-4 5 0,3 4 8 0,0 0 7 16,0 0-5-16,-4-3 0 0,4 3-3 0,0 0-6 16,0 0-6-16,0 0-2 0,0 0-5 0,0 0-3 15,0 0 1-15,0 0-3 0,0 0-1 0,0 0-1 0,0 0 0 16,7 17-3-16,-7-11 12 0,1-2-10 15,0 2-1-15,-1 2-3 0,1-1-1 0,-2 1-2 16,0 1-4-16,0-2 3 0,-2 1-4 0,-1 0 2 0,-1 2-3 16,-1-2-1-16,-2 1-1 0,-1-1-8 0,1 0-9 15,-2-1-18-15,1-1-14 0,1-2-15 0,-1 1-25 16,2-1-22-16,0-2-34 0,2-2-39 0,5 0-49 16,-7-1-253-16,7 1-514 0,-5-5 227 0</inkml:trace>
          <inkml:trace contextRef="#ctx0" brushRef="#br0" timeOffset="-2968.5145">-5301 12648 87 0,'0'0'230'0,"-2"4"-17"0,2-4-14 0,0 0-17 0,-8-2-13 15,8 2-19-15,-7 0-15 0,7 0-12 0,-8 0-19 16,8 0-13-16,-8-1-25 0,2 0-28 0,1 0-34 16,-1-1-45-16,-1 0-56 0,2-1-179 0,-2 0-298 15,0-1 131-15</inkml:trace>
          <inkml:trace contextRef="#ctx0" brushRef="#br0" timeOffset="-3515.3746">-5209 12451 59 0,'0'0'228'0,"0"0"-23"0,0 0-21 16,0 0-16-16,0 0-20 0,0 0-8 0,0 0-9 16,0 0-11-16,0 0-8 0,0 0-11 0,0 0-12 15,10 10-4-15,-10-10-8 0,2 7-3 0,-2-7-8 16,1 7-4-16,-1-7-3 0,-1 8-4 0,1-8-5 0,-2 6-4 15,2-6-2-15,-4 7-4 0,2-4-2 16,2-3-5-16,-5 5-1 0,2-2-7 0,1 1-4 16,2-4 1-16,-8 5-7 0,5-4-1 0,-1 0-1 0,4-1-5 15,-9 1-4-15,5-1 1 0,-3-2-2 0,7 2-2 16,-8-3 3-16,5 1-1 0,-3-3-1 0,2 2 1 16,1 0-2-16,-1-2 0 0,-1 1 4 0,1-1 0 15,1-1 4-15,1 4 8 0,2 2 6 0,-5-7 4 16,2 2 3-16,3 5-1 0,-3-7 3 0,3 7 1 15,-3-4 1-15,3 4-2 0,0 0-2 0,-3-3-5 16,3 3-3-16,0 0-5 0,0 0-2 0,0 0 2 16,0 0-2-16,0 0-4 0,0 0-1 0,0 0-1 0,0 0-1 15,0 0 2-15,0 0-1 0,0 0-1 16,0 0-1-16,4 19-2 0,-4-19-2 0,0 7 4 16,0-7 0-16,-2 7-2 0,2-7-1 0,-5 6 0 0,1-3-2 15,-1-2-1-15,-3 2-5 0,1-1-7 0,0 1-7 16,-4-2-7-16,3-1-4 0,-1 0-13 0,2 0-10 15,2 1-9-15,-3-2-12 0,8 1-18 0,-9-1-20 16,5 1-25-16,4 0-33 0,-5-2-59 0,5 2-117 16,0 0-374-16,0 0 166 0</inkml:trace>
          <inkml:trace contextRef="#ctx0" brushRef="#br0" timeOffset="-3249.7677">-5183 12624 238 0,'0'0'329'0,"0"0"-22"0,4-5-21 0,-4 5-25 16,5-6-27-16,-5 6-26 0,2-2-16 0,-2 2-20 15,2-4-22-15,-2 4-29 0,0 0-38 0,0 0-50 16,0 0-52-16,0 0-60 0,0 0-61 0,0 0-62 15,0 0-161-15,-12-2-393 0,12 2 175 0</inkml:trace>
        </inkml:traceGroup>
        <inkml:traceGroup>
          <inkml:annotationXML>
            <emma:emma xmlns:emma="http://www.w3.org/2003/04/emma" version="1.0">
              <emma:interpretation id="{13AB5198-44BA-4715-8EED-AE8130E8D723}" emma:medium="tactile" emma:mode="ink">
                <msink:context xmlns:msink="http://schemas.microsoft.com/ink/2010/main" type="inkWord" rotatedBoundingBox="8978,13206 10420,13207 10419,13634 8977,13633"/>
              </emma:interpretation>
              <emma:one-of disjunction-type="recognition" id="oneOf2">
                <emma:interpretation id="interp2" emma:lang="" emma:confidence="1">
                  <emma:literal/>
                </emma:interpretation>
              </emma:one-of>
            </emma:emma>
          </inkml:annotationXML>
          <inkml:trace contextRef="#ctx0" brushRef="#br0" timeOffset="-5109.0027">-4437 12534 100 0,'0'0'187'0,"0"0"-16"0,0 0-15 15,0 0-14-15,0 0-11 0,0 0-11 0,0 0-16 16,0 0-8-16,0 0-11 0,-14 0-3 0,14 0-10 16,0 0-7-16,-8-2-9 0,8 2-2 0,0 0-7 15,-6-3-1-15,6 3-14 0,0 0-1 0,-4-3-1 0,4 3-2 16,0 0-1-16,-2-6-5 0,2 6-1 0,0 0-8 16,0 0 3-16,6-10 1 0,-6 10-3 0,4-4 1 15,-2 2 4-15,-2 2 6 0,6-5-1 0,-3 2 2 16,0 0 11-16,-3 3 0 0,6-1 0 0,-6 1 6 15,4-3 9-15,-4 3 5 0,0 0 5 0,6 4-3 16,-6-4-2-16,3 6 4 0,-1-1 6 0,-2-5 4 16,3 7 12-16,-2 0-8 0,-1 0 1 0,1-2-3 15,-2 3-1-15,1 1 5 0,0-1 0 0,0 0-5 16,-2 1-10-16,0-1-5 0,-1 1-9 0,0-1-1 16,-1-2-8-16,-1 0-18 0,0 0-29 0,1-1-45 15,-2-1-55-15,0 1-61 0,0-3-74 0,-1 0-259 0,2-1-545 16,-1-1 241-16</inkml:trace>
          <inkml:trace contextRef="#ctx0" brushRef="#br0" timeOffset="-4280.9374">-4530 12331 215 0,'0'0'254'16,"0"0"-20"-16,0 0-18 0,-18 1-23 0,12 1-18 15,1-2-12-15,-2 0-20 0,2 1-36 0,-2 0-41 16,1 0-53-16,0 0-66 0,1-1-77 0,-3-1-136 15,8 1-289-15,-10-1 128 0</inkml:trace>
          <inkml:trace contextRef="#ctx0" brushRef="#br0" timeOffset="-4827.7776">-4600 12499 145 0,'0'0'179'0,"-3"-1"-16"0,3 1-8 15,0 0-12-15,-6-3-11 0,6 3-17 16,0 0-12-16,-1-6-6 0,1 6-12 0,-2-6-10 0,2 6-6 16,0 0-6-16,0-8-5 0,0 8-7 0,0 0-6 15,5-8-6-15,-5 8-4 0,4-4 4 0,-1 1-6 16,-3 3-8-16,3-3-3 0,-3 3-3 0,5-3 2 15,-5 3-2-15,5-2-1 0,-5 2 0 0,4-1 0 16,-4 1-2-16,0 0 3 0,6-1-3 0,-6 1 1 16,0 0 0-16,5 6 3 0,-3-3 2 0,-2-3-2 15,6 5 0-15,-5-2 2 0,2 1 0 0,-3-4-3 16,3 7 4-16,-2-2 5 0,-1-5 7 0,-1 7 1 0,1-7 4 16,-6 8-4-16,3-5 2 0,-3 1 0 15,-1-1-2-15,1 1-6 0,-3-3-2 0,2 2-3 16,-2-2-2-16,-2 1-4 0,0 0-8 0,0 0-8 0,1-2-6 15,2-1-6-15,-2 1-2 0,1-1-2 0,2-2-2 16,0 1-3-16,0-1 0 0,1 0 3 0,1 0 4 16,1 1-3-16,0-2 6 0,4 4-1 0,-4-2 9 15,1-1 4-15,3 3 10 0,-4-3 7 0,4 3 8 16,0 0 8-16,-5-5 5 0,5 5 5 0,0 0 2 16,0 0 0-16,-3-2 0 0,3 2-1 0,0 0-3 15,0 0 3-15,0 0 3 0,0 0-2 0,0 0 3 16,0 0-3-16,0 0 2 0,0 0-4 0,0 0 0 15,0 0-1-15,7 13-6 0,-7-13-1 0,2 6-2 16,-1-3-4-16,-1-3 3 0,0 8 1 0,0-8-8 16,-1 8 11-16,1-8-16 0,-3 6-2 0,1-1 3 0,1 0-1 15,-1-1-2-15,-1 1-1 0,3-5 4 0,-4 7-1 16,2-4-3-16,-1 1-4 0,-1 0 1 0,0-3 5 16,0 2-4-16,-1 0-7 0,-1-1 5 0,-1-1-3 15,-1-1-1-15,-3 2-4 0,0-1 1 0,-1-1 0 16,-1 0-5-16,0 0 4 0,2-1-3 0,-7-2 0 15,5-1-5-15,1 0 2 0,0-1-10 0,1 1-8 16,1-2-7-16,0 1-11 0,1-2-20 0,3 1-19 16,-1 2-27-16,2-3-24 0,1 0-25 0,1 1-32 0,2-1-48 15,1-1-36-15,1-1-210 0,1 1-513 16,0 1 227-16</inkml:trace>
          <inkml:trace contextRef="#ctx0" brushRef="#br0" timeOffset="-4593.396">-4840 12402 72 0,'0'0'249'0,"0"0"-20"0,0 0-14 16,0 0-20-16,0 0-14 0,0 0-15 0,-14-7-12 16,14 7-16-16,-8 1-14 0,8-1-11 0,-9 0-18 15,5 1-28-15,4-1-38 0,-6 1-50 0,6-1-60 16,0 0-59-16,0 0-158 0,0 0-323 0,0 0 144 15</inkml:trace>
          <inkml:trace contextRef="#ctx0" brushRef="#br0" timeOffset="-8107.7641">-3539 12456 172 0,'0'0'203'0,"0"0"-18"0,0 0-16 0,0 0-12 15,0 0-12-15,0 0-7 0,0 0-6 0,0 0-14 0,1 19-14 16,-1-19-4-16,-1 6-3 0,1-6-6 0,0 8-4 16,0-8-10-16,0 7-5 0,0-7-7 0,-2 9-2 15,2-9-10-15,-3 6 1 0,1-4-5 0,2-2-10 16,-5 5-2-16,5-5 0 0,-4 1-3 0,4-1-5 15,-8-1-2-15,8 1-2 0,-9-4-3 0,5 2-1 16,-2-2 0-16,0 0 5 0,1-1 0 0,1 2 7 16,-1-1 2-16,0-1 1 0,-1 2-7 0,1-2 4 0,1 3 6 15,4 2 8-15,-6-5 7 0,3 2-3 16,3 3 3-16,-5-4 1 0,5 4-4 0,-4-4 2 16,4 4-3-16,-3-2-3 0,3 2-5 0,0 0-3 0,0 0-3 15,-6-2-4-15,6 2 0 0,0 0-3 0,0 0-1 16,0 0-2-16,0 0 2 0,0 0-5 0,0 0-3 15,0 0-4-15,3 17 2 0,-3-17-4 0,4 6 2 16,-2-2-3-16,-2-4 0 0,3 6-3 0,-1-3-2 16,-1 3-2-16,1-3 1 0,-2-3-3 0,3 9 4 15,-2-6-4-15,-1-3 2 0,0 0 2 0,-3 12-2 16,0-9-3-16,1 1 0 0,-2 0-11 0,1-2-6 16,-4 1-10-16,-1 2-12 0,2-4-11 0,-1 1-17 15,-2-2-19-15,2 1-25 0,1-1-44 0,-2 1-41 16,8-1-49-16,-8-2-237 0,3 1-518 0,5 1 230 0</inkml:trace>
          <inkml:trace contextRef="#ctx0" brushRef="#br0" timeOffset="-7811.936">-3630 12665 11 0,'5'-4'353'0,"-5"4"-21"16,6-4-25-16,-3 2-30 0,0-1-21 0,-3 3-30 15,6-6-20-15,-3 3-26 0,0 0-42 0,-3 3-48 16,3-5-62-16,-3 5-78 0,1-7-77 0,-1 7-245 0,0 0-402 16,-6-8 179-16</inkml:trace>
          <inkml:trace contextRef="#ctx0" brushRef="#br0" timeOffset="-6811.9842">-3819 12448 199 0,'0'0'219'0,"0"0"-15"16,0 0-11-16,0 0-16 0,0 0-18 0,0 0-6 16,0 0-15-16,9 12-7 0,-8-7-17 0,2-1-8 15,-1 2-5-15,-2-6-4 0,4 9 0 0,-2-6-10 0,0 3-9 16,1-1-6-16,-1-1-4 0,-2 2-1 0,2-1-2 16,-2-5-9-16,1 7-3 0,-1-7-4 15,0 6-2-15,0-6-4 0,-3 7-7 0,3-7-4 0,-4 5-3 16,1-3-2-16,3-2-7 0,-8 1-12 0,8-1-5 15,-7 0-5-15,1 0-7 0,-2 0-5 0,2-1-12 16,0-2-4-16,-1 1-3 0,1-2 0 0,1-1-6 16,-2 3 4-16,2-1 0 0,-2-2 1 0,2 0-3 15,0-1-2-15,-1 0 7 0,3 2 1 0,0-3 7 0,1 2 3 16,0-2 1-16,1 2 0 0,1 5-1 16,-1-12 7-16,1 4-2 0,1 2 4 0,0 1 0 15,-1 5 6-15,3-10 7 0,-1 7 6 0,0-2 3 0,0 1 4 16,-2 4 3-16,5-6-3 0,-5 6 3 0,4-3-1 15,-1 1 7-15,-3 2 2 0,6 0-1 16,-6 0-1-16,0 0-1 0,7 2 2 0,-7-2 1 0,4 4-1 16,-2-2 3-16,-2-2-1 0,3 8-1 0,-1-4 0 15,-2-4-2-15,0 7-1 0,0-7-2 0,-2 8 3 16,-1-3-6-16,-1 0-3 0,-1 0 3 0,1-1-3 16,-2 1 0-16,1 0-3 0,-2-1-1 0,0 0 0 15,0 0-1-15,1-3 0 0,-2 2-2 0,1-1 0 16,-1-1 0-16,1 1-3 0,2-2 1 0,-1 0 3 15,6 0-1-15,-9 0-3 0,5 0 1 0,4 0 4 16,-8 0-2-16,8 0 7 0,-5 0 0 0,5 0-2 0,0 0-3 16,-5-2-3-16,5 2 1 0,0 0-3 0,0 0 2 15,0 0-2-15,-3 6 0 0,3-6-2 16,0 0 2-16,3 10-1 0,-3-10-3 0,3 8 2 0,-3-3-1 16,2 0 2-16,-2-5-3 0,1 8 2 0,0-3-4 15,-1-5-5-15,1 7-5 0,-1-2 5 0,0-5-10 16,-2 7-3-16,2-7-2 0,-1 6-9 0,1-6-5 15,-3 5-8-15,3-5-3 0,-7 0-5 0,7 0-13 16,0 0-5-16,0 0-5 0,-9-5-13 0,5 3-9 16,0 0-2-16,0-3 3 0,0 0 1 0,0 1 5 15,1 0 2-15,0 2 6 0,-1-2 20 0,1 0-1 16,3 4 0-16,-6-5 5 0,6 5 12 0,-3-6 4 0,3 6 9 16,-5-3 1-16,2 0 12 0,3 3 3 0,-6-5 7 15,6 5 3-15,-4-3-1 0,4 3 9 16,-5-4 5-16,5 4 4 0,-6 0 12 0,6 0-1 0,-5-2 6 15,5 2 4-15,-5-1 0 0,5 1-5 0,0 0 3 16,-9 1 3-16,9-1 6 0,-6 5 2 0,3-3 6 16,-1 0 3-16,1 2 4 0,1 0-4 0,-2 0 3 15,4-4 7-15,-2 8 6 0,1-4 2 0,0 2 5 16,1-6 7-16,1 14-7 0,0-7 4 0,0-1-1 16,2 3 11-16,0 0-5 0,0 0 5 0,0 2 3 15,2 0-5-15,-1 0 1 0,1 1-4 0,-2-2-2 16,0 2-6-16,0-3-2 0,-1 2-10 0,0 1-8 15,0-3 0-15,-2 0-10 0,0-1-19 0,0-1-25 16,-1 1-38-16,0-1-49 0,1-1-62 0,-2-2-61 16,-1 1-95-16,3-5-158 0,-4 4-502 0,4-4 222 15</inkml:trace>
          <inkml:trace contextRef="#ctx0" brushRef="#br0" timeOffset="-6577.6501">-4184 12526 67 0,'0'0'203'0,"0"0"-19"0,0 0-10 0,0 0-17 16,0 0-5-16,0 0-20 0,0 0-10 0,0 0-13 15,0 0-2-15,-13-4-5 0,13 4 0 0,-4-3-4 16,4 3-6-16,0 0-1 0,-4-5-9 0,4 5 0 0,-2-6-2 16,2 6-6-16,-1-6-3 0,1 6-7 0,0 0-4 15,1-9-5-15,-1 9-1 0,0 0-3 0,2-7-4 16,0 4-5-16,-2 3-2 0,4-5-5 0,-4 5-1 16,4-4-1-16,-2 2-5 0,-2 2-3 0,5-3-2 15,-5 3-1-15,7 0 1 0,-7 0 1 0,0 0-2 16,4 3-3-16,-4-3 1 0,2 9 3 0,-3-3-1 15,1-6 0-15,-3 14-5 0,1-5 3 0,-3 2-1 16,-1 2 0-16,0-1-3 0,-3 0-2 0,0-2-3 16,-3 5-6-16,-1-1-25 0,2-1-23 0,1-4-34 15,0 0-49-15,1-1-72 0,0-1-257 0,2-3-492 16,1-1 218-16</inkml:trace>
        </inkml:traceGroup>
        <inkml:traceGroup>
          <inkml:annotationXML>
            <emma:emma xmlns:emma="http://www.w3.org/2003/04/emma" version="1.0">
              <emma:interpretation id="{8AF2BAE0-9EDA-4340-B3AF-BE63BA31DE64}" emma:medium="tactile" emma:mode="ink">
                <msink:context xmlns:msink="http://schemas.microsoft.com/ink/2010/main" type="inkWord" rotatedBoundingBox="10555,13204 11682,13205 11681,13582 10554,13581"/>
              </emma:interpretation>
              <emma:one-of disjunction-type="recognition" id="oneOf3">
                <emma:interpretation id="interp3" emma:lang="" emma:confidence="1">
                  <emma:literal/>
                </emma:interpretation>
              </emma:one-of>
            </emma:emma>
          </inkml:annotationXML>
          <inkml:trace contextRef="#ctx0" brushRef="#br0" timeOffset="-12764.6754">-2279 12421 176 0,'0'9'177'0,"0"-9"-7"15,0 0-12-15,0 0-9 0,2 10-2 0,-2-10-13 0,0 8-12 16,0-8-10-16,0 6-2 0,0-6-8 0,1 9-3 16,-1-4-9-16,0-5-8 0,0 7-4 15,0-7-8-15,-1 8-2 0,-1-4-8 0,2-4-2 0,-4 6-5 16,2-3-7-16,2-3-1 0,-4 8-6 0,1-7-5 16,0 2-3-16,3-3-3 0,-6 5-1 0,2-4-4 15,4-1-4-15,-7 2-4 0,7-2-6 0,-8 0 1 16,3-3-2-16,-1 2-1 0,2 0 1 0,-2-2-1 15,2 2-1-15,-1-2 0 0,1 0 4 0,-1 0-2 16,2 0 6-16,3 3 4 0,-6-7 3 0,4 5 6 16,2 2 9-16,-5-6 3 0,5 6 1 0,0-5 1 15,0 5 1-15,0 0-4 0,-4-6 2 0,4 6-4 16,0 0-3-16,0 0-2 0,0 0-8 0,0 0-4 16,0 0 1-16,0 0 0 0,0 0-4 0,0 0-4 15,0 0 1-15,0 0 5 0,0 0-7 0,0 0 0 0,0 0-5 16,-2 17 1-16,2-17 3 0,-1 7-5 0,-1-2 1 15,2-5 0-15,-3 9 0 0,2-5-2 0,-2-2 3 16,-1 2 1-16,1 0-5 0,-1 0-2 0,-3-1 1 16,1-1 3-16,-1 1-1 0,-3-2-1 0,-1 1-12 15,-3-1-8-15,5-1-3 0,-2 0-7 0,2 1-8 16,2-2-10-16,0 1-8 0,0-2-19 0,7 2-21 16,-8-1-23-16,4-1-37 0,4 2-43 0,0 0-216 15,-2-6-445-15,2 6 197 0</inkml:trace>
          <inkml:trace contextRef="#ctx0" brushRef="#br0" timeOffset="-12483.4684">-2335 12614 292 0,'0'0'288'0,"3"-3"-19"0,-3 3-18 16,4-3-22-16,-1 1-28 0,-3 2-19 0,5-2-19 15,-5 2-15-15,2-4-28 0,-2 4-35 0,0 0-46 16,0 0-60-16,0 0-68 0,0 0-82 0,0 0-160 16,0 0-360-16,0 0 160 0</inkml:trace>
          <inkml:trace contextRef="#ctx0" brushRef="#br0" timeOffset="-11671.0283">-2379 12432 186 0,'0'0'183'0,"0"0"-6"0,0 0-7 0,0 0-5 15,-5 0-7-15,5 0-4 0,0 0-4 0,0 0-10 16,0 0 2-16,0 0-2 0,0 0-5 0,0 0-3 16,0 0 0-16,0 0-7 0,0 0-8 0,0 0-1 0,0 0-4 15,0 0-6-15,0 0-9 0,-3 2-6 16,3-2-9-16,0 0-8 0,0 0-5 0,0 0-4 0,0 0-8 15,0 0-9-15,0 0-4 0,0 0-7 0,0 0 0 16,0 0-8-16,0 0 0 0,5 11-6 16,-5-11-8-16,1 8-14 0,-1-8-31 0,-1 9-31 0,1-3-41 15,-2 1-48-15,-1-1-54 0,-1 0-88 0,-1 0-159 16,1 0-486-16,-1 0 215 0</inkml:trace>
          <inkml:trace contextRef="#ctx0" brushRef="#br0" timeOffset="-12249.1111">-2421 12646 130 0,'0'0'262'16,"0"0"-9"-16,0 0-14 0,0 0-18 0,0 0-13 15,0 0-24-15,0 0-17 0,-7 3-16 0,7-3-14 16,-9 0-14-16,4 0-10 0,5 0-14 0,-10 0-16 16,2-1-32-16,0-1-37 0,-1 2-59 0,3-2-59 0,-1-1-79 15,2 2-168-15,0-3-379 0,1 1 167 0</inkml:trace>
          <inkml:trace contextRef="#ctx0" brushRef="#br0" timeOffset="-10452.3563">-2519 12445 112 0,'0'0'209'16,"0"0"-4"-16,0 0-15 0,0 0-15 0,0 0-8 15,9 4-10-15,-9-4-10 0,2 3-12 0,-2-3-2 16,3 5-15-16,-3-5-6 0,1 5-9 0,-1-5-7 0,0 0-5 15,0 10-9-15,0-10-4 0,0 8-6 0,-2-4-9 16,2-4-5-16,-1 8-6 0,1-8-3 16,-3 7-7-16,3-7-2 0,-2 7-5 0,0-5 0 0,2-2-4 15,-5 6-6-15,1-3-1 0,4-3 0 0,-6 4-2 16,3-2-6-16,3-2-4 0,-7 2-7 0,3-1-3 16,4-1 0-16,-7 0-4 0,7 0-8 0,-7-1 3 15,7 1 2-15,-6-2-2 0,6 2 2 0,-5-4-1 16,5 4 1-16,-4-3 3 0,2-1-1 0,2 4-1 15,0 0 4-15,-4-7-2 0,4 7 5 0,0 0 0 16,-3-4 5-16,3 4-3 0,-1-6 3 0,1 6 0 16,0 0 3-16,0 0-1 0,0 0-2 0,1-9 0 15,-1 9 2-15,0 0-5 0,0 0 5 0,0 0-4 16,0 0-1-16,0 0-1 0,0 0-2 0,0 0-3 16,0 0 3-16,0 0 0 0,0 0 2 0,0 0-5 15,0 0 5-15,0 0-1 0,7 12 3 0,-7-12-5 0,0 0 5 16,0 0-4-16,-3 10 1 0,3-10-2 0,-3 9 2 15,1-6 0-15,-1 1 2 0,0-2-6 0,3-2-6 16,-7 5-3-16,3-2-11 0,0-1-12 0,4-2 4 16,-10 1-9-16,4 0-5 0,0-1 0 0,6 0 4 15,-12-1 1-15,6-2-1 0,1 2 5 0,-1-2 4 16,1 2 3-16,0 0 1 0,1-2 2 0,-1 0 5 16,2-1 3-16,3 4 3 0,-5-5 5 0,3 2 3 15,2 3 8-15,-3-8 7 0,3 8 5 0,-3-6 10 16,3 6 3-16,-3-6 0 0,3 6 7 0,0 0 0 15,0-6-3-15,0 6 0 0,0 0-3 0,0 0-3 16,0 0-6-16,0-6 2 0,0 6-3 0,0 0-1 0,0 0-1 16,0 0-1-16,0 0-3 0,0 0-1 0,0 0-1 15,0 0-1-15,0 0-2 0,5 15 4 0,-5-15-7 16,0 0 2-16,-2 11-3 0,2-11 3 0,-3 6-2 16,1-3 0-16,2-3 1 0,-4 8-1 0,1-5-3 15,0-1 0-15,-1 1-3 0,-1-1 0 0,5-2-10 16,-9 3 1-16,3-1-4 0,-1-1-5 0,1 0-3 15,0-2 1-15,-1 0-5 0,1-1-4 0,-1 0 2 16,1 0 2-16,-1-2 0 0,1 1 1 0,1-1 6 16,-1-1 3-16,4 3 1 0,-2-2-5 0,1 0 8 15,1-1 1-15,0-1 8 0,0 1 8 0,-1 1 1 16,3 4 11-16,-3-7-2 0,3 7 4 0,-1-8-1 16,1 8 2-16,-2-3-3 0,2 3-1 0,0 0-2 0,0 0 0 15,0 0-8-15,0 0 2 0,0 0 0 16,0 0 0-16,0 0-3 0,0 0 3 0,0 0-1 15,0 0 3-15,0 0 0 0,0 0 4 0,0 0-2 0,0 0-4 16,2 18 0-16,-2-18 1 0,-2 8 2 0,1-4 0 16,-2 1-5-16,-2 0 3 0,1 0-7 0,1 0 8 15,-3-2-2-15,1 0-1 0,-1 1-1 0,-1-2 0 16,0 0-3-16,-1 0 4 0,0 0-3 0,0 0-4 16,1-1 0-16,-2 0 7 0,1-1-5 0,1 0-2 15,1 0 2-15,1 0 1 0,5 0 0 0,-10-2 2 16,6 1 4-16,4 1 6 0,-7-4 8 0,7 4 9 15,-5-1 3-15,5 1 2 0,0 0 1 0,-5-2-2 16,5 2-3-16,0 0 0 0,0 0 1 0,0 0-4 16,0 0-3-16,0 0 3 0,0 0-6 0,0 0 5 15,0 0-6-15,0 0 2 0,8 18-1 0,-5-12 0 0,0 2 1 16,-1 0-1-16,-1 1-4 0,0-1-2 0,-1 2-1 16,-1-1-2-16,0 1-2 0,-3 0-2 0,0 1 4 15,-2 0-5-15,-1-1-1 0,-1-1 8 0,1-1-11 16,-1 2-9-16,1-6-11 0,0 1-25 0,0 1-30 15,0-2-40-15,0-2-48 0,1 0-49 0,3-2-60 16,-6 0-224-16,9 0-529 0,-7-5 234 0</inkml:trace>
          <inkml:trace contextRef="#ctx0" brushRef="#br0" timeOffset="-10046.1232">-2661 12388 25 0,'0'0'226'15,"0"0"-17"-15,0 0-16 0,0 0-15 0,0 0-16 16,0 0-14-16,0 0-16 0,0 0-15 0,-15 4-10 16,10-2-12-16,-1-2-8 0,-2 0-11 0,1 1-7 15,0-1-1-15,-1 0-9 0,0-1-6 0,2-1-9 16,-1-1-2-16,3 2-1 0,-1-1-8 0,1-1 1 16,1-1-3-16,3 4-3 0,-3-6-1 0,3 6-6 15,-4-6-2-15,4 6-1 0,1-8-2 0,-1 8-11 16,3-9-17-16,-2 6-20 0,-1 3-17 0,2-7-20 0,-2 7-40 15,3-6-34-15,-3 6-183 0,1-5-351 0,-1 5 156 16</inkml:trace>
          <inkml:trace contextRef="#ctx0" brushRef="#br0" timeOffset="-9780.5157">-2892 12364 86 0,'0'0'250'0,"0"0"-21"0,0 0-17 0,0 0-27 16,0 0-10-16,0 0-22 0,-13 1-14 0,8 1-12 0,5-2-24 15,-9 0-23-15,1 0-37 0,3 0-63 0,5 0-50 16,-9 0-79-16,3 0-109 0,6 0-278 0,-10 1 123 16</inkml:trace>
          <inkml:trace contextRef="#ctx0" brushRef="#br0" timeOffset="-9249.3067">-3137 12493 184 0,'0'0'168'0,"0"0"-7"15,0 0-12-15,0 0-13 0,-16 3-7 0,16-3-10 0,-7 2-10 16,3-1-9-16,0 2-7 0,0-1-13 0,1 0-8 16,-3 2-6-16,2-1-1 0,1 0-5 15,-2-1-6-15,5-2-3 0,-7 5-8 0,4-2-2 0,3-3 0 16,-3 5-9-16,3-5 1 0,-3 7-2 0,3-7 4 15,-1 5 3-15,1-5 4 0,0 0 3 0,4 9-4 16,-1-5-1-16,-1-1-4 0,-2-3 2 0,7 4 3 16,-3-2-2-16,-1 1 3 0,0 0 1 0,2-1 3 15,-5-2 4-15,7 4-6 0,-5-1-4 0,-2-3 0 16,4 4-1-16,-4-4-2 0,4 3 0 0,-4-3 1 16,2 4 1-16,-2-4-1 0,0 0 1 0,-1 9 0 15,1-9 1-15,-5 5-3 0,3-2-3 0,-2 0-1 16,-1 1-2-16,0 0-3 0,-1-1 2 0,-2-1-4 0,1 2-1 15,0-1-7-15,-2-2 4 0,-2 4-4 0,2-2-3 16,-3-2-1-16,2 1 1 0,-1-2-3 16,0 0-4-16,-1 1 3 0,2-2 1 0,-2-2-4 0,0 0-4 15,2 0 4-15,0-3-1 0,-1 2-2 0,5 0 2 16,0-2-1-16,0 1-3 0,0-2 0 0,2 1 2 16,-1-2-5-16,2 0-13 0,1 0-28 0,-1-1-29 15,2-2-45-15,0 2-47 0,3-3-59 0,-1 3-260 16,1-5-522-16,1 4 231 0</inkml:trace>
        </inkml:traceGroup>
        <inkml:traceGroup>
          <inkml:annotationXML>
            <emma:emma xmlns:emma="http://www.w3.org/2003/04/emma" version="1.0">
              <emma:interpretation id="{3B156F23-2A68-499B-9337-F83484DD9AA2}" emma:medium="tactile" emma:mode="ink">
                <msink:context xmlns:msink="http://schemas.microsoft.com/ink/2010/main" type="inkWord" rotatedBoundingBox="11878,13242 12761,13243 12760,13555 11877,13554"/>
              </emma:interpretation>
              <emma:one-of disjunction-type="recognition" id="oneOf4">
                <emma:interpretation id="interp4" emma:lang="" emma:confidence="1">
                  <emma:literal/>
                </emma:interpretation>
              </emma:one-of>
            </emma:emma>
          </inkml:annotationXML>
          <inkml:trace contextRef="#ctx0" brushRef="#br0" timeOffset="-21653.6511">-1346 12462 104 0,'0'0'203'0,"5"6"-4"16,-3-2-13-16,0 1-17 0,2 2-9 0,-2-2-9 15,1 2-2-15,-1-1-3 0,1 2-14 0,-2-2-8 16,2 0-11-16,0 0-9 0,-3 2-14 0,0-8-1 15,1 11-9-15,-2-6-5 0,1 1-3 0,0-6-9 0,-3 9-12 16,0-5 0-16,0 0-6 0,-1-2-5 0,-1 1-5 16,1 0-5-16,0-1-4 0,-2-1-3 0,2 0-6 15,4-1-3-15,-10 1-2 0,4-2-6 0,6 1-17 16,-10-2-10-16,4-1-13 0,1 0-16 0,0-2 3 16,0 1-15-16,1-2 1 0,0 1 0 0,0-2 5 15,2 1 3-15,-1-1 2 0,2-1 0 0,0 1 5 16,0-1-1-16,1 0 7 0,1 2 4 0,0-1 1 15,1 1 4-15,-2 6-2 0,2-9 10 0,0 5 6 16,0 0-1-16,-2 4 6 0,3-5-5 0,-3 5 9 16,3-4 5-16,-3 4 8 0,0 0 4 0,6-1 2 15,-6 1 2-15,0 0 3 0,4 4 0 0,-4-4 10 16,5 6-6-16,-3-2-6 0,-2-4 10 0,3 8-4 0,-2-5 0 16,-1-3 0-16,2 9 0 0,-1-4-2 0,-1-5-2 15,-3 7-4-15,3-7 7 0,-4 6-1 16,1-2-4-16,-1 0-2 0,-2-1 3 0,0 0-6 0,-1 1 2 15,-2-2-2-15,0 0-1 0,1 0 0 0,1-1-3 16,0 0 4-16,-1 0-3 0,2 0-2 0,-3-1 0 16,3 0-4-16,-1-1 3 0,7 1 1 0,-8-1 1 15,4 1 0-15,4 0-1 0,-6-1-2 0,6 1 1 16,-6-1 1-16,6 1 1 0,0 0 4 0,0 0 1 16,-5-2-1-16,5 2 4 0,0 0-4 0,0 0 4 15,0 0 2-15,0 0 7 0,0 0 4 0,0 0-1 16,0 0 2-16,9 11 2 0,-9-11-5 0,5 4-3 15,-3 0-3-15,-2-4 0 0,4 4-4 0,-4-4 2 0,3 6-3 16,-3-6-1-16,0 7-5 0,0-7 5 16,0 8-4-16,0-8 1 0,-3 8-3 0,1-4-3 15,-2 0-1-15,1-2 1 0,3-2-6 0,-6 6 5 0,2-3 2 16,4-3-3-16,-7 1-5 0,2 1 6 0,5-2-7 16,-7 0 5-16,7 0-3 0,-7-4 0 0,7 4 0 15,-6-5 1-15,4 1-4 0,0 0 4 0,0-3-3 16,2 7-2-16,-2-9 5 0,2 2-3 0,0 7 3 15,1-11 3-15,-1 4 5 0,2 1-5 0,-2 6 2 16,1-9 3-16,1 4-2 0,-2 5 4 0,1-6-2 16,-1 6-2-16,1-7 0 0,-1 7-1 0,0 0 0 15,0 0 0-15,0 0-2 0,3-5 0 0,-3 5-1 16,0 0 5-16,0 0-5 0,0 0 1 0,0 0 2 16,0 0-4-16,0 0-2 0,-6 15 3 0,6-15-2 15,-5 6 3-15,5-6-2 0,-4 3-2 0,4-3 0 16,-5 4-5-16,2-2 3 0,3-2 1 0,-8 3 2 0,4-2-5 15,-3-2-6-15,7 1 5 0,-12 0-7 16,6 0 4-16,-1 0 3 0,-1-1-2 0,2-2-4 16,-1 2 5-16,1-1 4 0,0-2-2 0,2 2 3 0,-1-3-2 15,2 2 4-15,3 3 0 0,-6-7-1 0,4 4 2 16,2 3 14-16,-4-9 10 0,4 9 10 0,-3-6 15 16,2 3 1-16,1 3 7 0,0 0 5 0,-3-6-8 15,3 6 1-15,0 0-7 0,-1-8-6 0,1 8-1 16,0 0-8-16,0 0 3 0,0 0 0 0,0 0 7 15,0 0-2-15,0 0-5 0,0 0-2 0,0 0-3 16,0 0-7-16,-2 18 0 0,2-18-1 0,-1 9-2 16,1-9-3-16,0 9 1 0,0-3-3 0,0-6-1 0,-2 8-1 15,2-3-6-15,-3-2 2 0,3-3-1 16,-3 5-2-16,-1-2 6 0,1-1-5 0,-2 1-1 16,-2 0-4-16,1-2 0 0,-1-1-3 0,1 0 1 0,-2 1-5 15,2-1-7-15,-1 0-9 0,0-1-10 0,2-2-21 16,-1 3-19-16,2-4-39 0,4 4-38 0,-9-1-31 15,4-1-33-15,1 1-245 0,-2 0-495 0,6 1 219 16</inkml:trace>
          <inkml:trace contextRef="#ctx0" brushRef="#br0" timeOffset="-21639.0463">-1658 12679 145 0,'-9'-2'212'16,"9"2"-10"-16,-8 2-15 0,3-2-16 0,5 0-16 16,-8-2-14-16,8 2-14 0,-10 0-17 0,7-1-10 0,3 1-13 15,-10-2-16-15,3 0-33 0,3 1-57 0,0-3-77 16,-1 0-177-16,-2 0-294 0,4 1 131 0</inkml:trace>
          <inkml:trace contextRef="#ctx0" brushRef="#br0" timeOffset="-21201.5589">-1813 12484 35 0,'0'0'218'16,"0"0"-6"-16,0 0-1 0,0 0-8 0,0 0-5 0,0 0-11 15,0 0-10-15,7 8-13 0,-7-8-11 16,5 4-9-16,-5-4-15 0,2 3-3 0,0 2-1 16,-2-5-5-16,3 6-5 0,-3-3-8 0,0-3-10 0,1 7-6 15,-1-7-3-15,0 6-9 0,0-6-3 0,0 0-7 16,-1 11-5-16,1-11-5 0,-2 6 4 0,2-6-7 15,-3 8-4-15,3-4-6 0,0-4 0 0,-4 7-7 16,2-4 2-16,2-3 4 0,-3 8 0 0,-1-5 0 16,1 0-9-16,-1 0 0 0,-1 0-1 0,-1-2-7 15,-1 1-4-15,-2 1 1 0,1-2-3 0,-2 0-2 16,-1 0-4-16,0-2-2 0,-1 0-3 0,0 2 0 16,0-5-2-16,-1 3 4 0,0-2-1 0,0 1 0 0,0-1-1 15,2-2-6-15,-2 1-6 0,1-2 4 16,0 0 1-16,2-1-3 0,0 1-2 0,1-1-12 15,3 0-2-15,-1 3-12 0,2-3-15 0,1 0-24 16,0 0-24-16,2-1-32 0,1 1-29 0,1-1-39 0,3 0-17 16,1 1-30-16,0 2-42 0,0-2-160 0,3 1-475 15,-1 2 209-15</inkml:trace>
          <inkml:trace contextRef="#ctx0" brushRef="#br0" timeOffset="-20967.214">-1907 12412 39 0,'0'0'170'0,"0"0"-6"0,0 0-7 16,0 0-15-16,-18-6-15 0,13 6-11 0,-2 0-12 15,0 1-11-15,-1-1-13 0,1 0-31 0,1-1-55 16,-1 1-78-16,3-2-109 0,4 2-207 0,-9-3 92 16</inkml:trace>
          <inkml:trace contextRef="#ctx0" brushRef="#br0" timeOffset="-22935.8321">-1211 12367 151 0,'0'0'234'0,"0"0"-17"16,0 0-4-16,0 0-11 0,0 0-3 0,2 21-9 15,-2-21-16-15,0 14-16 0,1-6-12 0,0 2-12 16,3-2-11-16,-3 2-12 0,1 2-10 0,-2-2-13 15,2 2-8-15,-1 0-10 0,-1-3-10 0,-1 2-24 16,0 1-44-16,-1-4-53 0,0 0-76 0,0-1-75 0,1-2-167 16,-1 0-409-16,-1-2 181 0</inkml:trace>
        </inkml:traceGroup>
        <inkml:traceGroup>
          <inkml:annotationXML>
            <emma:emma xmlns:emma="http://www.w3.org/2003/04/emma" version="1.0">
              <emma:interpretation id="{7706BCA4-2D5B-420F-81B5-BE8D52EBDB94}" emma:medium="tactile" emma:mode="ink">
                <msink:context xmlns:msink="http://schemas.microsoft.com/ink/2010/main" type="inkWord" rotatedBoundingBox="12944,13131 14345,13132 14344,13562 12943,13561"/>
              </emma:interpretation>
              <emma:one-of disjunction-type="recognition" id="oneOf5">
                <emma:interpretation id="interp5" emma:lang="" emma:confidence="1">
                  <emma:literal/>
                </emma:interpretation>
              </emma:one-of>
            </emma:emma>
          </inkml:annotationXML>
          <inkml:trace contextRef="#ctx0" brushRef="#br0" timeOffset="-26732.4276">-192 12311 67 0,'0'0'264'16,"0"0"-24"-16,3-3-24 0,-3 3-26 0,0 0-20 16,0 0-25-16,0 0-41 0,0 0-75 0,0 0-91 15,0 0-166-15,0 0-246 0,0 0 110 0</inkml:trace>
          <inkml:trace contextRef="#ctx0" brushRef="#br0" timeOffset="-27013.6351">-215 12452 3 0,'0'0'200'15,"0"0"-10"-15,0 0-11 0,0 0-11 0,13 8-11 16,-13-8-11-16,2 7-11 0,-1-3-6 0,-1-4 0 0,0 9-6 15,0-9-17-15,-1 8-9 0,1-3-9 16,0-5-10-16,-1 8-7 0,0-3-5 0,1-5-7 16,-5 8-6-16,3-4-3 0,-2 3-8 0,-1-4-3 0,0 2-3 15,-1-1-5-15,0-1-2 0,0-1-6 0,-2 3-3 16,1-3-1-16,0 0-3 0,1-1-9 0,-1 2-19 16,1-5-13-16,6 2-6 0,-12-1 2 0,6 0-9 15,2-1-2-15,4 2-2 0,-8-3-1 0,5-1-3 16,0 1 5-16,3 3 6 0,-4-6 5 0,1-1-4 15,3 7 4-15,-1-5 0 0,1 5 8 0,0-7 1 16,0 7-1-16,0 0 7 0,1-9 1 0,-1 9 2 16,3-4 1-16,-3 4 8 0,4-2 4 0,-4 2 4 15,6-3 8-15,-6 3 3 0,7 0 6 0,-7 0 3 16,6 3 9-16,-2-1 5 0,-1 1 6 0,0 1 12 16,-1 0 10-16,-2-4-3 0,3 8 9 0,-1-3 4 15,-2 0-5-15,0-5-3 0,-2 13-3 0,-1-5 9 0,-1 1-4 16,0-1-10-16,-2 3-4 0,-2-2-9 0,-1 0-5 15,-1 1-3-15,4-6-8 0,-4 4-7 16,3-4-19-16,1-2-26 0,-1 1-45 0,3 0-53 16,1-3-68-16,3 0-261 0,-9-3-483 0,9 3 215 0</inkml:trace>
          <inkml:trace contextRef="#ctx0" brushRef="#br0" timeOffset="-26498.0711">-442 12352 25 0,'0'0'286'0,"0"0"-10"16,0 0-4-16,0 0-2 0,0 0-19 0,0 0-12 0,7 12-17 15,-7-7-16-15,2 2-14 0,-1 0-11 0,-1 1-5 16,0 0-25-16,2 0-15 0,-2 0-5 0,0 2-15 16,0 0-11-16,-2 0-8 0,2 2-14 0,0-4-30 15,0 4-30-15,-1-3-41 0,-1-2-67 0,0 1-74 16,2 1-86-16,-3-3-253 0,1 1-539 0,0-2 239 15</inkml:trace>
          <inkml:trace contextRef="#ctx0" brushRef="#br0" timeOffset="-26232.4622">-554 12460 109 0,'0'0'189'16,"0"0"3"-16,0 0-3 0,0 0-6 0,0 0-7 0,0 0-17 15,9 15-16-15,-7-13-2 0,2 2-9 0,1 2-3 16,-1-1-8-16,0-1-7 0,-1 1-5 0,1-2-7 16,-2 3-1-16,0-3-6 0,0 1-7 0,-1 1-11 15,-1-5-6-15,0 0-6 0,-4 11-6 0,2-8-8 16,2-3-5-16,-8 4-11 0,4-1-17 0,-2-2-30 15,0 1-42-15,-1-1-59 0,2-1-62 0,5 0-249 16,-11-3-458-16,5 1 202 0</inkml:trace>
          <inkml:trace contextRef="#ctx0" brushRef="#br0" timeOffset="-25998.1083">-660 12483 50 0,'3'4'171'0,"-3"-4"-7"16,3 5-12-16,-3-5-11 0,3 7-10 0,-3-2-20 16,1-1-7-16,-1-4-2 0,0 8-4 0,0-8-10 0,-1 8-7 0,1-8-10 0,-2 7-4 0,0-2-8 15,2-5-2-15,-3 7-7 0,0-3-7 0,0-2-2 16,3-2-4-16,-7 2-3 0,7-2-7 0,-6 1-1 15,6-1-6-15,-8 0 3 0,8 0-4 0,-9-3-2 16,5 1-2-16,4 2 2 0,-8-1-3 0,5-3-3 31,-1 2-2-31,4 2 0 0,-4-7 0 0,2 3 1 16,2 4 17-16,-1-7 5 0,1 7 3 0,4-14-3 0,-1 11-4 0,1-3-5 0,1 0-1 0,-1 0-5 16,2 0 3-16,-2 0-9 0,1 2-27 0,-2-1-46 15,0 1-74-15,-3 4-217 0,4-5-380 0,-1 2 169 0</inkml:trace>
          <inkml:trace contextRef="#ctx0" brushRef="#br0" timeOffset="-25732.5036">-817 12358 91 0,'0'0'255'0,"-3"-5"0"16,3 5 3-16,0 0-5 0,0 0-15 0,0 0-11 15,0 0-8-15,4 18-14 0,-2-13-8 0,-1 2-15 16,0 1-17-16,1 1-12 0,-2-2-18 0,0 2-7 16,2 1-12-16,-2-1-14 0,0 4-14 0,0-1-13 15,0-1-29-15,-2-2-31 0,0 0-51 0,0 0-55 16,0-1-73-16,0-2-88 0,-3 0-225 0,4-1-517 15,-2-2 229-15</inkml:trace>
          <inkml:trace contextRef="#ctx0" brushRef="#br0" timeOffset="-25279.3987">-956 12452 33 0,'0'0'161'0,"4"-8"4"15,-1 3-12-15,0 1-15 0,0 2-6 0,0-2 2 16,0 1-6-16,-3 3-12 0,5-5-4 0,-4 2-13 16,-1 3-11-16,6-3-3 0,-6 3-10 0,4-2-8 15,-4 2-4-15,0 0-3 0,7 0-2 0,-7 0-6 16,0 0-6-16,7 3-1 0,-7-3-6 0,4 5-2 15,-1-4-3-15,-3-1 4 0,4 6 1 0,-4-6-3 0,2 4 0 16,-2-4-3-16,0 5-4 0,0-5 0 16,0 0 4-16,-4 11 2 0,2-9-3 0,2-2 1 15,-6 7-5-15,0-3-1 0,0-1-5 0,0 1 1 0,-1-1-4 16,-1 0 3-16,2-2-8 0,-2 2 1 0,0 0-3 16,1-1 1-16,0 1-3 0,0-1 1 0,2 2 0 15,-1-4-4-15,3 3 0 0,-2 0-1 0,5-3-1 16,-5 4 8-16,2-2 5 0,3-2 11 0,-2 8 12 15,0-4 10-15,2-4 1 0,-1 10 3 0,1-10-4 16,0 13-3-16,3-5 5 0,-3 0-1 0,0 0-5 16,2 4-2-16,-1-2-5 0,1 2-2 0,-1-1-6 15,0 1-4-15,0-3-3 0,0 2-3 0,-1-2-27 16,0-1-43-16,0 2-71 0,2-4-115 0,-3 0-280 16,4-2-555-16,-1-1 246 0</inkml:trace>
          <inkml:trace contextRef="#ctx0" brushRef="#br0" timeOffset="-28810.3733">386 12448 48 0,'0'0'168'0,"1"-4"-15"0,-1 4-14 0,0 0-8 16,0 0 4-16,0 0-2 0,0 0 8 0,0 0 0 16,0 0-13-16,0 0-6 0,0 0-11 15,0 0-3-15,-4 16-3 0,4-16-2 0,-3 6-7 0,3-6-9 16,-4 6-6-16,3-3-6 0,-1 1-8 0,-2 0-5 15,0 0-6-15,1-1-5 0,-2 0-5 16,-1 2-6-16,1-2 0 0,1 0-7 0,0-2-2 0,0 2-4 16,1-1-2-16,3-2-5 0,-9 2 0 0,9-2 2 15,-6 0-8-15,6 0 0 0,-7-2 0 0,7 2-3 16,-7-5-1-16,3 1-1 0,0-1-1 0,2 2-1 16,2 3 3-16,-4-6-6 0,3 0-2 0,1 6 1 15,-5-6 1-15,5 6-1 0,-2-4 1 0,2 4-6 16,-3-4 6-16,3 4 1 0,0 0-4 0,-7-1 3 15,7 1-2-15,-7 1-3 0,7-1 2 0,-8 4 3 16,4-3-7-16,1 2 1 0,-1 0-2 0,-1 0 1 16,2 2-22-16,0-3-24 0,1 3-20 0,-2-2-24 15,2 2-39-15,2-5-44 0,-2 9-212 0,0-6-419 16,2-3 185-16</inkml:trace>
          <inkml:trace contextRef="#ctx0" brushRef="#br0" timeOffset="-28544.7853">234 12650 278 0,'0'0'300'0,"4"-2"-27"0,-4 2-30 15,4-4-25-15,-4 4-19 0,5-4-24 0,-5 4-31 16,3-3-56-16,-3 3-71 0,2-3-106 0,-2 3-219 15,0 0-334-15,0 0 149 0</inkml:trace>
          <inkml:trace contextRef="#ctx0" brushRef="#br0" timeOffset="-24184.7386">85 12285 62 0,'0'0'265'0,"0"0"-5"0,0 0-14 0,0 0-6 16,0 0-10-16,0 0-10 0,0 0-12 0,0 0-8 16,0 0-18-16,0 0-12 0,0 0-14 0,0 0-14 15,0 0-18-15,0 0-11 0,0 0-16 0,0 0-10 16,0 0-20-16,0 0-39 0,0 0-51 0,-1-8-70 15,1 8-87-15,0 0-288 0,0 0-505 0,0 0 225 0</inkml:trace>
          <inkml:trace contextRef="#ctx0" brushRef="#br0" timeOffset="-27606.3634">81 12263 102 0,'0'0'159'0,"0"0"-14"15,0 0-23-15,0 0-41 0,0 0-56 16,0 0-82-16,0 0-40 0,0 0-103 0,-15 11 46 0</inkml:trace>
          <inkml:trace contextRef="#ctx0" brushRef="#br0" timeOffset="-27607.3634">-5 12424 106 0,'4'-3'193'0,"-4"3"-8"16,0 0-19-16,5-3-11 0,-5 3-17 0,0 0-17 15,7 0-9-15,-7 0-13 0,5 0-9 0,-5 0-6 16,0 0-12-16,7 0-7 0,-7 0-9 0,5 2-1 15,-5-2-9-15,4 1-2 0,-4-1-4 0,4 3-2 16,-4-3-7-16,3 4-4 0,-3-4-2 0,3 5-5 16,-3-5 1-16,2 5-8 0,-2-5 4 0,0 7-3 15,0-7 0-15,-2 8-3 0,2-8 0 0,-1 7-2 16,1-7 2-16,-2 8 0 0,2-8-2 0,-1 7-7 16,-1-2 1-16,2-5-3 0,-1 7 7 0,1-7-5 15,0 0-5-15,0 9 6 0,0-9-3 0,0 0-1 0,0 0 3 16,1 6-2-16,-1-6 4 0,3 3-4 0,-3-3 3 15,0 0-3-15,0 0 1 0,0 0 3 16,0 0-3-16,3 3 4 0,-3-3 0 0,0 0-3 0,6 0-3 16,-6 0 1-16,0 0-1 0,0 0-1 0,0 0 2 15,8-2 1-15,-8 2 1 0,0 0-3 0,5-2 0 16,-5 2 0-16,0 0 2 0,0 0 3 0,0 0-6 16,0 0 8-16,0 0-9 0,0 0 5 0,0 0-5 15,0 0 4-15,0 0 4 0,-17 3-1 0,11-2-2 16,-2 1-2-16,0 0 1 0,0-1 2 0,1 0-1 15,0 2-2-15,0-1 1 0,0 0 0 0,-1-2-2 16,1 1 1-16,-1 0 0 0,1-1 1 0,2-1-1 0,5 1-2 16,-10-1 4-16,5-1-2 0,2 0 3 15,3 2 3-15,-8-4 0 0,5 3 11 0,3 1-2 16,-4-8 9-16,2 5 14 0,0-2 20 0,2 5-2 0,-1-10-2 16,2 3 6-16,0-1 3 0,1 0 3 0,0-1 3 15,1-3-8-15,0 0-4 0,2 0-7 0,-1-3-4 16,2 0-9-16,-1 3 3 0,2-2-4 0,-1 2-2 15,1 2-3-15,-4 2-2 0,0 0-5 0,0 1-7 16,-1 2-23-16,-2 5-42 0,2-7-58 0,-2 7-87 16,2-5-86-16,-2 5-144 0,1-4-457 0,-1 4 202 15</inkml:trace>
          <inkml:trace contextRef="#ctx0" brushRef="#br0" timeOffset="-23888.8872">-190 12312 90 0,'3'-4'276'0,"-3"4"-6"0,0 0-8 0,0 0-7 15,3-3-10-15,-3 3-13 0,0 0-18 16,5-1-7-16,-5 1-24 0,0 0-21 0,0 0-14 16,4-3-17-16,-4 3-26 0,0 0-53 0,0 0-76 0,0 0-102 15,0 0-321-15,0 0-485 0,0 0 214 0</inkml:trace>
        </inkml:traceGroup>
        <inkml:traceGroup>
          <inkml:annotationXML>
            <emma:emma xmlns:emma="http://www.w3.org/2003/04/emma" version="1.0">
              <emma:interpretation id="{5220F05A-A68F-4CE4-81B7-C0BA2B58C749}" emma:medium="tactile" emma:mode="ink">
                <msink:context xmlns:msink="http://schemas.microsoft.com/ink/2010/main" type="inkWord" rotatedBoundingBox="14481,13251 14723,13252 14722,13476 14480,13475"/>
              </emma:interpretation>
              <emma:one-of disjunction-type="recognition" id="oneOf6">
                <emma:interpretation id="interp6" emma:lang="" emma:confidence="0">
                  <emma:literal>,</emma:literal>
                </emma:interpretation>
                <emma:interpretation id="interp7" emma:lang="" emma:confidence="0">
                  <emma:literal>.</emma:literal>
                </emma:interpretation>
                <emma:interpretation id="interp8" emma:lang="" emma:confidence="0">
                  <emma:literal>-</emma:literal>
                </emma:interpretation>
                <emma:interpretation id="interp9" emma:lang="" emma:confidence="0">
                  <emma:literal>=</emma:literal>
                </emma:interpretation>
                <emma:interpretation id="interp10" emma:lang="" emma:confidence="0">
                  <emma:literal>&amp;</emma:literal>
                </emma:interpretation>
              </emma:one-of>
            </emma:emma>
          </inkml:annotationXML>
          <inkml:trace contextRef="#ctx0" brushRef="#br1" timeOffset="157235.9018">611 12377 137 0,'0'0'223'15,"-6"-1"-10"-15,6 1-8 0,0 0-6 0,0 0-2 16,-8 3-9-16,8-3-13 0,0 0-7 0,-4 6-12 15,1-3-4-15,0 0-9 0,3-3-5 0,-5 9-8 16,3-5-6-16,-1 2-10 0,-1-1-3 0,1 0-6 0,-2 1-10 16,2-1 0-16,-1 2-5 0,-1-2 0 15,0 2-5-15,1-2-1 0,1 1-3 0,-2-1-2 16,1 0-8-16,2 0-3 0,0 0-10 0,-1 0-2 16,1 0-9-16,2-5 4 0,0 10-9 0,0-4 9 0,0 0-10 15,0-6-2-15,1 11-10 0,1-4 2 0,1 0-13 16,0 0 10-16,1-1-11 0,2 0-14 0,-1-1-21 15,2 0-35-15,-1 1-35 0,2-1-48 16,-2-1-51-16,2 1-62 0,0-1-58 0,-1-1-225 0,-1-1-576 16,-2 2 255-16</inkml:trace>
          <inkml:trace contextRef="#ctx0" brushRef="#br1" timeOffset="156954.6737">735 12443 107 0,'0'0'213'0,"-8"-6"-7"0,8 6-10 16,0 0-6-16,-11 1-16 0,11-1-14 0,-10 2-9 16,5-1-13-16,-2-1-9 0,-1 1-20 0,1 0-8 15,-1-1-10-15,2 0-15 0,-1 1-23 0,-1 1-24 16,2-2-28-16,1 0-39 0,-1 0-47 16,6 0-54-16,-7 0-28 0,2-2-116 0,5 2-306 0,-7-1 135 15</inkml:trace>
          <inkml:trace contextRef="#ctx0" brushRef="#br1" timeOffset="156657.8193">765 12501 108 0,'0'0'192'0,"0"0"-8"16,0 0-12-16,0 0-6 0,0 0-6 0,0 0-8 16,-15 1-5-16,8-1-7 0,7 0-12 0,-10-1-3 15,3 2-6-15,0-1-9 0,-2 0-10 0,2-1-10 16,-1 1-8-16,1 0-8 0,-1 0-6 0,1 0-8 16,1 0-5-16,-1 0-8 0,2-1-4 0,5 1-12 15,-9-2-20-15,2 2-21 0,7 0-24 0,-9-1-29 16,9 1-26-16,-6 1-27 0,6-1-35 0,-5-1-45 15,5 1-122-15,0 0-344 0,0 0 153 0</inkml:trace>
        </inkml:traceGroup>
      </inkml:traceGroup>
    </inkml:traceGroup>
    <inkml:traceGroup>
      <inkml:annotationXML>
        <emma:emma xmlns:emma="http://www.w3.org/2003/04/emma" version="1.0">
          <emma:interpretation id="{46BBC645-8C6A-437E-B6ED-5519569484EB}" emma:medium="tactile" emma:mode="ink">
            <msink:context xmlns:msink="http://schemas.microsoft.com/ink/2010/main" type="paragraph" rotatedBoundingBox="14679,12540 7003,12576 7000,12016 14676,11980" alignmentLevel="1"/>
          </emma:interpretation>
        </emma:emma>
      </inkml:annotationXML>
      <inkml:traceGroup>
        <inkml:annotationXML>
          <emma:emma xmlns:emma="http://www.w3.org/2003/04/emma" version="1.0">
            <emma:interpretation id="{5634B5B1-D6B2-4DF3-A0C7-40BDC079C3B4}" emma:medium="tactile" emma:mode="ink">
              <msink:context xmlns:msink="http://schemas.microsoft.com/ink/2010/main" type="line" rotatedBoundingBox="14679,12540 7003,12576 7000,12016 14676,11980"/>
            </emma:interpretation>
          </emma:emma>
        </inkml:annotationXML>
        <inkml:traceGroup>
          <inkml:annotationXML>
            <emma:emma xmlns:emma="http://www.w3.org/2003/04/emma" version="1.0">
              <emma:interpretation id="{748F09EF-320E-40FC-85C7-EC48241D5828}" emma:medium="tactile" emma:mode="ink">
                <msink:context xmlns:msink="http://schemas.microsoft.com/ink/2010/main" type="inkWord" rotatedBoundingBox="14678,12332 14506,12333 14505,12125 14677,12124"/>
              </emma:interpretation>
              <emma:one-of disjunction-type="recognition" id="oneOf7">
                <emma:interpretation id="interp11" emma:lang="" emma:confidence="0">
                  <emma:literal>X</emma:literal>
                </emma:interpretation>
                <emma:interpretation id="interp12" emma:lang="" emma:confidence="0">
                  <emma:literal>,</emma:literal>
                </emma:interpretation>
                <emma:interpretation id="interp13" emma:lang="" emma:confidence="0">
                  <emma:literal>W</emma:literal>
                </emma:interpretation>
                <emma:interpretation id="interp14" emma:lang="" emma:confidence="0">
                  <emma:literal>H</emma:literal>
                </emma:interpretation>
                <emma:interpretation id="interp15" emma:lang="" emma:confidence="0">
                  <emma:literal>N</emma:literal>
                </emma:interpretation>
              </emma:one-of>
            </emma:emma>
          </inkml:annotationXML>
          <inkml:trace contextRef="#ctx0" brushRef="#br1" timeOffset="146392.9488">720 11353 157 0,'0'0'163'0,"0"8"1"16,0-8-3-16,0 0 2 0,0 0-7 0,0 0-9 16,0 0-3-16,0 0-6 0,0 0-3 0,0 0-5 15,0 0-1-15,-1 6-5 0,1-6-7 16,-4 3-10-16,4-3-6 0,-7 1-8 0,7-1-5 0,-9 1-11 16,3 0-4-16,-1 2-8 0,0-2-4 0,1-1-9 15,0 1-1-15,-2 0-11 0,4 0-10 0,-2-1-19 16,-1-1-22-16,7 1-29 0,-11 1-29 0,7-2-39 15,4 1-54-15,-9-3-52 0,6-1-166 0,3 4-409 16,-4-3 181-16</inkml:trace>
          <inkml:trace contextRef="#ctx0" brushRef="#br1" timeOffset="146408.5918">713 11319 43 0,'0'0'232'0,"0"0"-5"0,0 0-11 16,0 0-12-16,0 0-6 0,0 0-8 0,-22 2-8 15,16-1-4-15,0-1-19 0,-2 1-13 0,1 0-14 16,-1 0-12-16,1-1-12 0,-2 1-12 0,2-1-7 16,-1 0-16-16,3 0-31 0,-1 0-23 0,6 0-36 15,-9 0-37-15,5 1-52 0,4-1-50 0,0 0-65 0,-7-5-129 16,7 5-380-16,-3-4 169 0</inkml:trace>
          <inkml:trace contextRef="#ctx0" brushRef="#br1" timeOffset="146689.82">627 11249 98 0,'0'0'216'0,"0"0"-7"15,0 0-9-15,0 0-14 0,0 0-3 0,0 0-4 16,0 0-3-16,0 0-4 0,0 0-6 0,0 0-2 16,0 0-6-16,-9 11-6 0,9-11-4 0,-5 5-8 15,1-1-2-15,2-2-11 0,-2 1-5 0,0 0-12 16,1 1-4-16,-2-1-9 0,2 2 4 0,-1 0-17 16,-1 0 1-16,2-3-4 0,0 3 6 0,-1-1-22 15,1 2-3-15,0-1-4 0,0-1-7 0,0 1-10 16,2 1 3-16,-2-1-5 0,1-1-2 0,2 4-6 15,-1-2-8-15,1-6 8 0,-2 10-4 0,2-5-6 16,2 1-5-16,-1 2-4 0,2-2 5 0,0 1-1 16,0-1-3-16,0 0-3 0,3-1-21 0,-1 3-29 15,2-2-36-15,-1-1-58 0,1 0-89 0,1-1-98 16,-2 0-262-16,1 0-631 0,0-1 280 0</inkml:trace>
        </inkml:traceGroup>
        <inkml:traceGroup>
          <inkml:annotationXML>
            <emma:emma xmlns:emma="http://www.w3.org/2003/04/emma" version="1.0">
              <emma:interpretation id="{C3DBC8EA-6463-4C54-A8A8-CEC362871D6C}" emma:medium="tactile" emma:mode="ink">
                <msink:context xmlns:msink="http://schemas.microsoft.com/ink/2010/main" type="inkWord" rotatedBoundingBox="14308,12542 12217,12552 12215,12071 14306,12062"/>
              </emma:interpretation>
              <emma:one-of disjunction-type="recognition" id="oneOf8">
                <emma:interpretation id="interp16" emma:lang="" emma:confidence="1">
                  <emma:literal/>
                </emma:interpretation>
              </emma:one-of>
            </emma:emma>
          </inkml:annotationXML>
          <inkml:trace contextRef="#ctx0" brushRef="#br0" timeOffset="-70729.2154">98 11379 93 0,'0'0'247'0,"0"0"-4"0,7-13-16 15,-7 13-18-15,5-7-21 0,-4 3-16 0,1 2-17 16,1-4-6-16,-3 6-12 0,8-6-15 0,-4 3-12 16,-1 1-6-16,2 0-6 0,-5 2-1 0,5-4-13 15,-5 4 1-15,6-4-12 0,-2 2-8 0,0 1-7 16,-4 1-7-16,7 0-3 0,-7 0 0 0,6 3-3 15,-6-3-5-15,8 1-7 0,-5 1-4 0,-3-2-4 16,7 3 4-16,-3-1-4 0,0 0 0 0,-1 2-8 16,-1 1-3-16,0-2 4 0,-2-3-1 0,3 10-2 15,-3-10 6-15,-2 8-1 0,2-8 2 0,-5 11 1 0,0-7 5 16,-1 1 2-16,0-2-5 0,-1 0 1 0,-4 1 4 16,1 0 3-16,2-1-15 0,-4 0-1 15,-1-1 2-15,1-1-4 0,-1 0 2 0,1-1-9 0,-1-1-10 16,2 1-13-16,1-3-14 0,3 1-29 0,-1 1-41 15,2-1-47-15,2 2-47 0,-1-3-50 0,5 3-218 16,-7-3-498-16,7 3 220 0</inkml:trace>
          <inkml:trace contextRef="#ctx0" brushRef="#br0" timeOffset="-70728.2154">78 11341 177 0,'1'-7'284'16,"0"2"-8"-16,1-5-22 0,0 2-21 0,0-4-13 16,0-1-25-16,1 0-19 0,3-1-17 0,-1 0-16 15,0 2-17-15,1 1-13 0,-1 3-20 0,-1 1-23 16,0 0-29-16,-2 2-32 0,0 2-54 0,-2 3-50 16,4-5-46-16,-4 5-68 0,0 0-138 0,0 0-375 15,0 0 166-15</inkml:trace>
          <inkml:trace contextRef="#ctx0" brushRef="#br0" timeOffset="-70229.2442">71 11385 26 0,'-4'2'138'0,"4"-2"-17"16,-10 0 9-16,10 0-19 0,-9-2-2 0,5 2-2 16,4 0-4-16,-9 0-8 0,3-2 3 15,6 2-6-15,-7-1 5 0,2-2-7 0,5 3 0 0,-6-1-4 16,2-3 0-16,4 4 6 0,-5-6 0 0,3 3-5 15,2 3-5-15,-7-6 2 0,6 2-2 0,-1-1-4 16,1-2-3-16,-1-1-1 0,1 1-2 16,1-2-3-16,-1 1-2 0,1-1-5 0,2 1 0 0,-2-1-2 15,2 2-6-15,-2-3-4 0,1 4 7 0,1 2 1 16,-2 4-4-16,1-9-3 0,-1 9-7 0,3-7 2 16,-3 3-4-16,0 4-2 0,0 0-7 0,3-7-2 15,-3 7-3-15,0 0-4 0,0 0 6 0,0 0-13 16,0 0 0-16,0 0-4 0,0 0 2 0,0 0-4 15,0 0 2-15,2 18-4 0,-2-12 0 0,-2 1 3 16,2-7 0-16,-1 14-2 0,-1-7-4 0,-1 3 3 16,1-3 1-16,0 2-4 0,-2 0 0 0,0-1 0 15,0 0 10-15,0 1-12 0,-1-2 1 0,-1 4-4 16,0-6 11-16,0 0-9 0,1 1-5 0,0-2 4 16,1-1-5-16,1 1 1 0,-2-3 1 0,2 1-2 0,3-2 0 15,-9 3 2-15,5-2-1 0,4-1 2 16,-7-3 1-16,7 3-6 0,-6-3 10 0,3-1-3 15,3 4 3-15,-5-7 5 0,2 2 8 0,2-3 4 16,-1 2 8-16,1-3 1 0,2 1-2 0,-1-5 5 0,2 1-3 16,-1-3 1-16,1 0 0 0,0 0-7 15,0 2 8-15,0 3-9 0,0-1-5 0,-1 1-1 16,0 2 2-16,1 3-6 0,-2 5-13 0,1-8-29 16,-1 8-29-16,0-8-43 0,0 8-38 0,0 0-53 0,0 0-68 15,-6-3-279-15,6 3-582 0,0 0 258 0</inkml:trace>
          <inkml:trace contextRef="#ctx0" brushRef="#br0" timeOffset="-69682.4111">-236 11318 154 0,'0'0'200'0,"0"0"-14"0,0 0-13 0,0 0-20 0,-2-13-9 15,2 13-10-15,0 0-9 0,-7 3-14 0,7-3-13 16,-8 4-8-16,8-4-7 0,-5 2-6 0,2 1-15 16,3-3-1-16,-7 4-6 0,4-2-7 0,1 2-8 15,2-4-1-15,-5 7-7 0,3-3-4 0,2-4-2 16,-4 4-6-16,4-4-1 0,-1 5-1 0,1-5 3 15,0 0-8-15,1 12 5 0,-1-12 0 0,3 5 2 16,0-1-4-16,0-1 4 0,2-1-3 0,-2 0 3 16,3 1-1-16,1-2-2 0,-2 1 1 0,1-2 0 15,-1 0-1-15,1 2 0 0,-6-2 7 0,9 0 2 16,-5 1-1-16,-4-1 3 0,8 1-3 0,-4 0 3 16,-4-1-1-16,6-2 2 0,-6 2-6 0,0 0-5 15,5 2 1-15,-5-2-1 0,0 0 3 0,0 0-2 16,0 0-1-16,0 0 2 0,0 0-4 0,0 0 1 15,-11 8-1-15,11-8-1 0,-8 3-4 0,1-1 2 16,-1 0-1-16,2 0-1 0,-2-2-2 0,2 3 0 0,0-2 2 16,-1-1-2-16,1 2-2 0,-1-1 0 15,-2-1-2-15,2-1 1 0,-1 1 0 0,2 0-1 16,6 0-2-16,-10-3 9 0,4 1-1 0,2 1 8 16,-1-3 1-16,2 2 3 0,-1-3 5 0,2 1 6 0,-2-3 8 15,1 3-2-15,1-3 1 0,1-1 3 16,0-1-3-16,1-4 2 0,2 0-7 0,-1 0-1 0,1-2-3 15,1 1-1-15,0 1-4 0,0-1 2 16,-2 4-3-16,1 3-4 0,1-1-3 0,-1 1-5 0,0 1-9 16,0 3-29-16,-2 3-32 0,1-7-63 0,-1 7-63 15,0 0-64-15,0 0-262 0,0 0-551 0,0 0 244 16</inkml:trace>
          <inkml:trace contextRef="#ctx0" brushRef="#br0" timeOffset="-71729.143">338 11191 231 0,'0'0'266'0,"0"0"-9"0,0 0-12 0,0 0-9 16,0 0-14-16,0 0-10 0,0 0-17 0,0 0-12 15,0 0-7-15,0 0-13 0,0 0-3 0,0 0-9 16,0 0-8-16,0 0-7 0,6 10-7 0,-5-5 1 16,0 0-15-16,-1 3-11 0,1 0-7 0,0-1-15 15,-2 1-5-15,1 2-14 0,1-2 1 0,-1 1-2 16,1 0-30-16,-2-1-36 0,1 0-30 0,-2 1-33 0,1 0-59 15,-2 0-77-15,1 0-84 0,0-1-248 16,0 1-581-16,0-1 257 0</inkml:trace>
          <inkml:trace contextRef="#ctx0" brushRef="#br0" timeOffset="-68743.978">-479 11332 263 0,'0'0'252'0,"0"0"-21"16,0 0-13-16,0 0-15 0,0 0-13 0,0 0-13 15,0 0-8-15,0 0-19 0,0 0-4 0,0 0-10 16,0 0-13-16,0 0-2 0,8 10-4 0,-8-10-9 16,1 8-8-16,-1-3-6 0,0-5-4 0,1 7-11 15,-1-7 0-15,0 10-3 0,0-5-6 0,0-5 1 16,-1 8-2-16,1-8 3 0,-2 9 12 0,0-5-16 16,0 1-6-16,0-1-1 0,-1 0-9 0,-1 0 1 15,1 0 0-15,-1 1-7 0,-1-2 1 0,-1 0-7 16,-1 0-1-16,-1-1 6 0,0 1-4 0,-3 0 0 0,1-1 4 15,-1-1-14-15,0 0-5 0,0-1-4 0,-1 0-4 16,-1-1 6-16,2-1-2 0,-2-1 2 0,0 0-8 16,0 0-1-16,1 1-1 0,0-3-4 0,1 0 2 15,3 2-3-15,-1-3-10 0,0 0-24 0,3-2-25 16,0 1-24-16,3-1-26 0,-1-1-40 0,2 0-59 16,1 2-61-16,2-3-60 0,1 1-223 0,2-2-587 15,-1 2 259-15</inkml:trace>
          <inkml:trace contextRef="#ctx0" brushRef="#br0" timeOffset="-68742.978">-590 11244 47 0,'0'0'220'0,"0"0"-22"0,0 0-14 0,-17 3-17 15,10-3-21-15,1 1-11 0,-1 0-23 0,1 2-38 16,-1-2-36-16,7-1-63 0,-10 0-191 0,6 0-234 15,4 0 103-15</inkml:trace>
          <inkml:trace contextRef="#ctx0" brushRef="#br0" timeOffset="-50246.3283">-865 11318 152 0,'0'0'185'0,"0"0"-14"0,0 0-4 0,0 0-9 0,0 0-9 16,0 0-10-16,0 0-10 0,-6-8-11 0,6 8-12 15,0 0-9-15,0 0-5 0,0 0-9 0,-10 2-9 16,10-2-6-16,0 0-5 0,-9 1-6 0,9-1-7 16,-7 2-1-16,7-2-3 0,-7 1-6 0,2 1-7 15,5-2-1-15,-6 1 0 0,3 1-2 0,3-2-3 16,-7 5-6-16,5-3-1 0,2-2-7 0,-4 6 2 16,4-6 1-16,-3 5 0 0,3-5 0 0,-4 6-12 15,4-6 8-15,-2 5-3 0,2-5 1 0,-1 5-2 16,1-5 1-16,2 7-3 0,-2-7 0 0,5 4-1 15,-3-1 1-15,-2-3-4 0,5 5-4 0,-2-5 0 16,-3 0-1-16,7 4-3 0,-4-2-2 0,2 0 0 16,-2 0-2-16,-3-2 4 0,6 3 1 0,-6-3 1 15,6 2 0-15,-6-2-3 0,5 2-1 0,-5-2 3 0,3 3-3 16,-3-3 2-16,0 0 3 0,0 0-2 0,0 0 5 16,0 0-9-16,0 0 12 0,0 0 0 0,0 0 2 15,-15 1 1-15,7-2-3 0,2 1 2 0,-2 0-1 16,-3 0 1-16,1 0-2 0,-1-2 7 0,4 4 2 15,-2-2-4-15,2-2 3 0,-1 4-1 0,1-4 2 16,1 2 0-16,6 0-3 0,-10 0 3 0,10 0-2 16,-7 0-3-16,7 0 4 0,-6 0-5 0,6 0-1 15,-6 2 0-15,6-2 1 0,0 0-6 0,0 0 7 16,-7 0-1-16,7 0 2 0,0 0-1 0,0 0 3 16,0 0-1-16,0 0 1 0,0 0-3 0,0 0-2 15,0 0 0-15,0 0-3 0,7 12-2 0,-5-8 6 16,-2-4-3-16,5 5 4 0,-4-2-3 0,1 1 1 0,-2-4-1 15,3 8 1-15,-2-5-5 0,-1-3 5 0,3 6-4 16,-3-6-1-16,2 6 0 0,-2-6 0 0,0 0 0 16,0 7-1-16,0-7-3 0,0 0 0 0,0 0-1 15,-5 7-2-15,5-7 0 0,-3 2-5 0,3-2 5 16,0 0-5-16,-6 2 0 0,6-2 4 0,-5 0-1 16,5 0 1-16,0 0 3 0,0 0-1 0,-7-3-1 15,7 3 0-15,-4-5 1 0,4 5 3 0,-3-6-2 16,3 6 2-16,-3-6 4 0,0 2 4 0,3 4 7 15,-1-11-1-15,-1 7 0 0,2 4 5 0,0-11 1 16,0 5 6-16,0 6 0 0,0-11-3 0,0 11-2 16,0-7-1-16,0 7 4 0,0-8 1 0,0 8 0 0,0 0-8 15,0-8 3-15,0 8-8 0,0 0 1 0,0 0 2 16,0-6-3-16,0 6-2 0,0 0-3 16,0 0 2-16,0 0 0 0,0 0-2 0,0 0 2 0,-7 13 0 15,7-13-3-15,-4 8 1 0,2-5 0 0,-1 0-1 16,-1 2 4-16,-1-1-3 0,3-1-1 0,-2 1 0 15,-2 0 3-15,-1 0-1 0,1-2-2 16,-1 2 1-16,0-1-5 0,1 0 5 0,-1-1-4 0,0-1-4 16,0-1-2-16,-1 0 4 0,4 0-6 0,-1 0-2 15,5 0-7-15,-9-1 9 0,3 0-1 0,6 1 7 16,-5-4-6-16,1 1 4 0,4 3-2 0,-3-8-4 16,3 8 5-16,-4-7 1 0,4 2-4 0,0 5 2 15,0-10 1-15,0 10-1 0,1-10-1 0,0 6 2 0,-1 4 0 16,1-6-1-16,-1 6 2 0,2-6 0 15,-2 6 0-15,4-6 2 0,-4 6-6 0,2-3 8 16,-2 3 1-16,0 0-2 0,0 0-2 0,0 0 6 16,7 0 0-16,-7 0 2 0,3 7 1 0,-3-7 5 0,3 8 3 15,-2-4 12-15,1 1 1 0,0 1 5 0,0 3 2 16,-2-3 3-16,1 2 3 0,-2 0 4 16,1 0-4-16,-2 1-1 0,-2 2-1 0,1 1-5 0,-4-2-4 15,1 1 1-15,-3-1-8 0,1-1-29 0,-2 1-45 16,1-1-64-16,0-1-86 0,-1-1-291 0,3-1-533 15,1-3 236-15</inkml:trace>
          <inkml:trace contextRef="#ctx0" brushRef="#br0" timeOffset="-66651.3924">-1395 11388 111 0,'0'0'212'0,"13"8"-13"0,-10-6-10 16,1 1-10-16,-1 0-15 0,-1 0-12 0,2 1-14 15,0 0-15-15,-1 0-9 0,0-1-13 0,0 1-6 0,0 1-9 16,-1-2-7-16,-1 1-6 0,-1-4-9 16,3 7-4-16,-3-7-4 0,0 6-6 0,0-6-3 15,0 0-5-15,-4 9-2 0,2-6-7 0,2-3-5 0,-6 4-1 16,3-3-6-16,3-1-9 0,-7 2 1 0,3-2-1 16,4 0-2-16,0 0-9 0,-9-2 1 0,9 2-1 15,-5-5 2-15,2 2-1 0,3 3 1 0,-3-6 1 16,3 6 1-16,-3-9-3 0,3 3 10 0,0 6 1 15,0-13 9-15,2 6 2 0,-2 7 4 0,-2-9 4 16,5 0 8-16,-3 5 1 0,0 4-2 0,1-8-1 16,-1 8 0-16,2-5-5 0,-2 5-6 0,0 0 3 15,1-6-5-15,-1 6-7 0,0 0 1 0,0 0-3 16,0 0-1-16,0 0-1 0,0 0-3 0,0 0 0 16,0 0-1-16,0 0-4 0,0 0 0 0,-10 14 0 15,9-9-1-15,1-5-5 0,-5 6 3 0,0-3-7 16,3 0-2-16,2-3-4 0,-6 5 1 0,2-3-5 15,-1 1-3-15,5-3-1 0,-8 2-2 0,4-1 3 0,4-1 1 16,-9-2 2-16,5 1-3 0,4 1-1 16,-9-4 8-16,3 1-1 0,3-1 2 0,-2-1-2 15,1 0 1-15,1-1 1 0,-1 0 4 0,0-2-2 0,1 3 11 16,-1-2 1-16,1 3 2 0,2-1 2 0,-1 0 8 16,2 5 3-16,-4-9-1 0,4 9 1 0,-1-5 3 15,1 5-1-15,-1-6-2 0,1 6-2 0,0 0-1 16,0 0-7-16,0 0 2 0,0 0-1 0,0 0 2 15,0 0-4-15,0 0 5 0,0 0-2 0,0 0-1 16,0 0-3-16,9 10 2 0,-9-10-1 0,1 8 3 16,0-4-3-16,-1-4-3 0,0 8 3 0,0-8 2 15,-1 9-2-15,0-5-2 0,-2 1 1 0,-1 0 0 16,1 0-7-16,0 1 5 0,-4-1-3 0,3 0 5 16,-1-3-2-16,-1 1-1 0,1 1-1 0,-2-1 0 15,4-2-4-15,-2 1 0 0,5-2 8 0,-9 1-5 16,5 1-5-16,4-2 1 0,-7-2 3 0,7 2 4 15,-6-2-5-15,6 2 0 0,-7-1 4 0,7 1-5 0,0 0 1 16,-5-1 4-16,5 1-7 0,0 0 5 16,0 0-4-16,-5-2 2 0,5 2 0 0,0 0 2 15,0 0-9-15,0 0 4 0,0 0-2 0,0 0 2 0,0 0-4 16,0 0 6-16,-4 8-2 0,4-8 7 0,0 0-5 16,0 0-1-16,7 10 1 0,-5-6 1 0,0 0-1 15,1 0-1-15,-3-4 1 0,4 7-1 0,-3-2-1 16,-1-5 1-16,2 6 0 0,-2-6-1 0,0 6-1 15,0-6-2-15,1 5-2 0,-1-5-1 0,0 0 0 16,-3 7-6-16,3-7-1 0,-5 2-7 0,5-2-4 16,-4 3-1-16,4-3 2 0,-6 0-2 0,6 0 0 15,0 0 1-15,-8-3 2 0,8 3-2 0,-5-2-2 16,1-1 1-16,4 3 4 0,-4-7-3 0,4 7 6 16,-4-5 5-16,1 2-2 0,2-1 3 0,1 4 1 15,-6-9 1-15,5 5 0 0,-2 1 4 0,3 3-2 16,-5-8 7-16,2 4-4 0,3 4 0 0,-4-7 1 15,2 4 3-15,2 3-4 0,-6-3 0 0,3-1 4 0,3 4 0 16,-5-1-2-16,5 1 2 0,-8 0 0 16,8 0-1-16,-10 1 2 0,6 0-2 0,0 2 4 15,-2-2 6-15,0 0 2 0,0 2 4 0,1 0 0 0,1-2-3 16,0 3 4-16,-1-2-1 0,3 2-1 0,-3-1 9 16,2 1 1-16,0 1 6 0,2 0 4 0,1-5 5 15,-2 9-1-15,1-1 4 0,2-1 6 0,-1 1 3 16,2-1-1-16,0 1 10 0,3 0-1 0,-2 0 0 15,2 0-7-15,1 2-4 0,-2-2-1 0,1 1-1 16,0 1-4-16,0-2-2 0,-1 1-8 0,-1-1 9 16,1 4-12-16,-2-5-10 0,1 3-16 0,-2-1-30 15,0 0-20-15,0-3-29 0,-2 2-37 0,1-3-48 16,0 3-34-16,0-8-40 0,0 9-235 0,0-9-513 16,0 5 226-16</inkml:trace>
          <inkml:trace contextRef="#ctx0" brushRef="#br0" timeOffset="-49183.9181">-1432 11594 84 0,'0'0'210'0,"0"0"-7"16,0 0-4-16,0 0-8 0,0 0-7 0,0 0-11 16,0 0-12-16,0 0-12 0,-14 5-16 0,9-4-13 15,5-1-9-15,-6 0-12 0,-1 2-8 0,2-2-5 16,5 0-16-16,-12 0-30 0,6 0-38 0,-1 0-56 16,0 0-57-16,0 0-99 0,2 0-113 0,5 0-347 15,-9-2 153-15</inkml:trace>
          <inkml:trace contextRef="#ctx0" brushRef="#br0" timeOffset="-66354.5281">-1512 11592 14 0,'5'-1'298'0,"-5"1"-22"15,0 0-23-15,0 0-27 0,0 0-18 0,0 0-22 16,0 0-17-16,0 0-21 0,0 0-26 0,-21 4-33 15,17-4-49-15,4 0-60 0,-8 1-75 0,8-1-94 16,-7-1-99-16,7 1-311 0,-4-1 137 0</inkml:trace>
        </inkml:traceGroup>
        <inkml:traceGroup>
          <inkml:annotationXML>
            <emma:emma xmlns:emma="http://www.w3.org/2003/04/emma" version="1.0">
              <emma:interpretation id="{8026FC79-F5E3-46E6-9776-46E049C63F2F}" emma:medium="tactile" emma:mode="ink">
                <msink:context xmlns:msink="http://schemas.microsoft.com/ink/2010/main" type="inkWord" rotatedBoundingBox="12089,12467 10400,12475 10398,12071 12088,12063"/>
              </emma:interpretation>
              <emma:one-of disjunction-type="recognition" id="oneOf9">
                <emma:interpretation id="interp17" emma:lang="" emma:confidence="1">
                  <emma:literal/>
                </emma:interpretation>
              </emma:one-of>
            </emma:emma>
          </inkml:annotationXML>
          <inkml:trace contextRef="#ctx0" brushRef="#br0" timeOffset="-64057.8318">-1931 11313 78 0,'-5'-2'242'0,"5"2"-19"0,0 0-20 15,0 0-17-15,0 0-15 0,0 0-13 16,0 0-7-16,0 0-13 0,0 0-13 0,0 0-7 0,13 9-7 16,-10-6-11-16,1 1-10 0,1-1-8 0,-1 2-3 15,2-1-8-15,0 0-4 0,-3 0-5 0,2 1-1 16,-2-2-1-16,2 3-4 0,-3-3 9 0,1 1-6 15,-2 0-8-15,1-1-1 0,-2-3-6 0,2 10-3 16,-2-6-2-16,0-4-10 0,-3 8-11 0,-1-4-17 16,-1 1-18-16,-1-1-38 0,1-1-32 0,-6 0-48 15,0 0-52-15,0 0-238 0,-1 0-461 0,2 0 205 16</inkml:trace>
          <inkml:trace contextRef="#ctx0" brushRef="#br0" timeOffset="-63823.4741">-2031 11397 35 0,'0'0'251'0,"0"0"-5"16,5 12-13-16,-3-6-4 0,-2-2-4 0,1 2-16 15,0 2 1-15,-1-1-13 0,0 2-10 0,0 0-14 16,0 1-16-16,-2-1-12 0,-1 1-14 0,2-2-10 15,-3 4-16-15,1-4-8 0,-2 2-21 0,1 0-23 16,-3-2-30-16,1 0-43 0,-2 0-44 0,0 0-47 16,1-3-59-16,1 0-66 0,-2-1-181 0,1-3-452 15,-1 4 200-15</inkml:trace>
          <inkml:trace contextRef="#ctx0" brushRef="#br0" timeOffset="-63557.8681">-2208 11406 32 0,'0'0'252'0,"0"0"-3"16,0 0-16-16,7 13-3 0,-7-13-13 0,4 9-6 15,-3-3-8-15,2 2-18 0,-2-3-15 0,1 3-7 16,0 0-10-16,-2-1-10 0,0 3-7 0,-2-2-9 15,-1 1-17-15,2-1-10 0,-3 1-11 0,-1-1-6 16,0-1-5-16,-1 0-13 0,1 0-14 0,-1-1-26 16,1 0-22-16,-2-1-29 0,1 0-49 0,0 0-52 15,-1-3-67-15,2 1-87 0,0-3-154 0,5 0-470 16,-9-3 209-16</inkml:trace>
          <inkml:trace contextRef="#ctx0" brushRef="#br0" timeOffset="-63354.7343">-2239 11303 114 0,'0'0'312'0,"2"-9"-15"0,1 5-21 0,-3 4-23 15,4-7-23-15,-4 7-22 0,3-7-20 0,-3 7-33 16,2-2-32-16,-2 2-49 0,0 0-59 0,0 0-61 15,0 0-72-15,0 0-230 0,0 0-375 0,0 0 167 16</inkml:trace>
          <inkml:trace contextRef="#ctx0" brushRef="#br0" timeOffset="-62307.9578">-2422 11401 24 0,'4'2'228'0,"-4"-2"-11"0,6 4-12 16,-3-1-7-16,1 0-21 0,1-1-10 0,-3 2-15 16,1-2-6-16,1 2-10 0,0-1-13 0,-1 1-13 0,0-1-11 15,1 1-9-15,-2 0-8 0,0-1-9 16,-2-3-3-16,4 6-13 0,-4-6-1 0,3 3-7 0,-3-3-4 15,0 0-10-15,0 0-9 0,-7 9-16 0,7-9-8 16,-5 1-6-16,5-1-13 0,-9 0-3 0,9 0-5 16,-7-2-8-16,3 0 1 0,0 1-1 0,4 1-1 15,-8-6-1-15,4 3 8 0,0-1 2 0,0 0 3 16,2-2 3-16,1 1-1 0,-2-2 5 0,1 1 12 16,1 0 8-16,1 6 5 0,-3-9 2 0,3 9 9 15,0-8 5-15,-1 3 1 0,1 5 0 0,0 0 7 16,1-10 1-16,-1 10-1 0,2-7-1 0,-2 7 0 15,1-5-3-15,-1 5-3 0,2-5-1 0,-2 5-8 16,0 0 0-16,0 0-1 0,0 0-2 0,0 0-2 0,0 0 0 16,0 0-2-16,0 0-2 0,0 0 1 0,0 0-1 15,0 0 4-15,-3 21-4 0,1-17-1 16,-1 1-2-16,1-1 2 0,-1 1-3 0,0-2-7 16,-1 1-2-16,0 0-2 0,0 0-5 0,0-2-5 0,-2 2 0 15,1-1-4-15,0-2-6 0,0-1-5 0,5 0 4 16,-9 0-1-16,3 0 1 0,2-2-3 0,-2-2 7 15,1 1 4-15,1-1-4 0,0 2 7 0,4 2 1 16,-5-7 2-16,2 2-1 0,-1 2 5 0,3-1 11 16,1 4 2-16,-4-8 5 0,3 5 4 0,1 3 4 15,-4-9 10-15,4 9-1 0,-2-6 5 0,2 6 0 16,0 0-1-16,-1-4 2 0,1 4-1 0,0 0-5 16,0 0-2-16,0 0-6 0,0 0 0 0,0 0-4 15,0 0 1-15,0 0-2 0,0 0 1 0,0 0-1 16,0 0-1-16,0 0-2 0,0 0-1 0,-3 14-2 15,3-14 0-15,-2 9 0 0,0-5 2 0,0 2 0 16,-1-2 0-16,-1 2-1 0,2-1-2 0,-2 1 0 0,0-2-2 16,0 0 1-16,1 0 1 0,0-1-3 0,-1 0 5 15,-1 0-4-15,2-1-3 0,3-2 1 0,-9 2 0 16,5-3-1-16,4 1 3 0,-8-1-5 0,8 1 4 16,-6-4-3-16,1 1 2 0,2 1-1 0,3 2 1 15,-4-8-2-15,0 4 5 0,3-1 1 0,1 5 3 16,-5-8 2-16,4 4 7 0,-1 0 1 0,2 4 6 15,-2-8 0-15,2 8 4 0,-2-7-2 0,2 7 4 16,0-5-2-16,0 5-2 0,0 0-1 0,-2-5-2 16,2 5-3-16,0 0 1 0,0 0-9 0,0 0-1 15,0 0-1-15,0 0-1 0,0 0-1 0,0 0 2 16,0 0 0-16,0 0 0 0,0 0-2 0,-5 16 2 16,3-10 0-16,-1-1 0 0,2 3-6 0,-4-1 3 15,1 1-2-15,1 0 5 0,0-1-4 0,-2-1 0 16,2-1 3-16,1-1-4 0,-2 1-1 0,1-1 6 15,0-2-6-15,3-2 2 0,-7 5 5 0,7-5-7 16,-4 2 0-16,4-2 7 0,0 0-6 0,-7-2-1 0,7 2 2 16,-5-3-4-16,5 3 3 0,-7-7-1 0,5 2 0 15,-1-1 2-15,-1 2 2 0,0-1 6 16,0-1-4-16,0-1 6 0,0 1-2 0,0 0-1 0,3 1 1 16,-2 1 2-16,3 4-1 0,-4-5-8 0,4 5 0 15,-4-3-4-15,4 3 3 0,0 0-5 0,-6-1 4 16,6 1 2-16,0 0-11 0,-10 4-2 0,7-2-6 15,-1 1-9-15,4-3-3 0,-8 4-10 0,4-1-2 16,1-1-5-16,-1 2-20 0,1-3-22 0,-2 3-22 16,1-2-23-16,4-2-27 0,-6 4-34 0,6-4-23 15,-3 1-236-15,3-1-483 0,0 0 213 0</inkml:trace>
          <inkml:trace contextRef="#ctx0" brushRef="#br0" timeOffset="-61854.8683">-2541 11588 127 0,'0'0'276'0,"0"0"-22"16,0 0-19-16,0 0-17 0,0 0-21 0,-15 2-21 15,10-1-18-15,-1 0-29 0,-1 1-30 0,0-1-45 0,-2-1-68 16,3 0-77-16,-5-1-212 0,1 1-329 0,-1-2 145 15</inkml:trace>
          <inkml:trace contextRef="#ctx0" brushRef="#br0" timeOffset="-61870.4674">-2745 11235 129 0,'0'0'293'16,"2"-6"-7"-16,0 3-14 0,1-3-19 0,-3 6-23 16,3-6-22-16,-3 6-23 0,4-3-17 0,-4 3-23 0,0 0-21 15,0 0-34-15,7 3-46 0,-7-3-52 0,4 9-62 16,-3-4-63-16,-1 1-237 0,0 1-400 0,1 4 178 15</inkml:trace>
          <inkml:trace contextRef="#ctx0" brushRef="#br0" timeOffset="-61370.5295">-2963 11345 122 0,'0'0'176'0,"0"0"-13"16,6 5-16-16,-6-5-15 0,0 4-8 0,0-4-10 15,1 7-6-15,-1-7-9 0,-1 8-6 0,1-8-2 16,-1 9-5-16,0-5-4 0,1-4-9 0,-3 8-6 0,2-3-1 16,-3-1-5-16,1 0-4 0,-1-1-7 15,-1 0-4-15,1 0-2 0,0-1-2 0,4-2-11 16,-11 2 2-16,7 0-6 0,4-2-2 0,-8 0 0 0,8 0 3 15,-8-3 14-15,4 0 7 0,1-1 4 0,0 2 3 16,3 2 4-16,-5-8 14 0,4 4 9 0,0-4 2 16,0 0-1-16,0-2-6 0,1-3-3 0,1 1 0 15,1-1 1-15,-1-2-5 0,2 0-3 0,-1 0-11 16,3-3-3-16,0 4-4 0,-3 1-8 0,0 5-1 16,0-1-10-16,0 3-4 0,-1 1-23 0,2 1-20 15,-2-2-31-15,-1 6-49 0,2-6-54 0,-2 6-29 16,0 0-31-16,2-3-66 0,-2 3-154 0,0 0-464 15,0 0 206-15</inkml:trace>
          <inkml:trace contextRef="#ctx0" brushRef="#br0" timeOffset="-61198.6408">-3033 11513 172 0,'0'0'285'0,"0"0"-16"15,0 0-29-15,0 0-21 0,0 0-23 0,0 0-23 16,8-13-26-16,-8 13-31 0,3-4-58 0,-3 4-67 16,1-6-78-16,-1 6-210 0,0 0-321 0,-1-8 142 15</inkml:trace>
          <inkml:trace contextRef="#ctx0" brushRef="#br0" timeOffset="-60933.0607">-3149 11416 229 0,'0'0'273'0,"0"0"-12"0,0 0-8 0,0 0-9 16,0 0-15-16,0 0-12 0,8 16-18 15,-7-12-17-15,-1-4-17 0,1 11-7 0,0-3-12 0,-2 0-12 16,1 1-12-16,-2-2-14 0,0 1-4 0,-1-1-17 15,1 2-2-15,-1-2-12 0,-3 0 2 0,2 1-18 16,-3-2-5-16,1 2-15 0,-2-3-19 0,0 0-15 16,1-1-23-16,-2 1-28 0,2-2-29 0,-1-1-35 15,-1 0-48-15,2-2-51 0,-1 0-270 16,0-1-521-16,0-2 232 0</inkml:trace>
          <inkml:trace contextRef="#ctx0" brushRef="#br0" timeOffset="-60714.3255">-3181 11272 42 0,'3'-4'277'0,"-3"4"-14"15,3-6-21-15,-3 6-26 0,2-5-20 0,-2 5-22 16,2-4-20-16,-2 4-41 0,0 0-42 0,0 0-53 0,0 0-62 15,0 0-65-15,0 0-161 0,0 0-291 0,0 0 130 16</inkml:trace>
          <inkml:trace contextRef="#ctx0" brushRef="#br0" timeOffset="-59682.1515">-3355 11394 180 0,'-5'2'191'15,"0"1"-13"-15,-1-1-7 0,2 3-19 0,-2-3-17 16,2 2-8-16,1-1-15 0,-2 0-13 0,2-1-8 0,1 2-7 16,2-4-9-16,-4 7-7 0,2-4-8 0,2-3-5 15,0 8-7-15,0-8-3 0,0 0-6 16,1 9 1-16,-1-9-2 0,3 4 2 0,-3-4 4 0,4 5-2 15,-1-2 4-15,-3-3 2 0,6 2-4 0,-3 0 2 16,-3-2-1-16,6 3-1 0,-6-3 6 0,5 2 1 16,-2-2-3-16,-3 0 0 0,4 3-3 15,-4-3-2-15,0 0 0 0,5 1-1 0,-5-1-1 0,0 0 2 16,0 0-1-16,4 3-1 0,-4-3 5 0,0 0 5 16,0 0 4-16,0 0-4 0,0 0 1 0,-6 11-5 15,3-8 4-15,-1 0 0 0,-1-1 0 0,2 0-4 16,-4 2-1-16,2-1-5 0,-3 0 2 0,2 0 12 15,-3-1-16-15,2 0 2 0,-2 0-10 0,1-1 5 16,-2-1-7-16,0 2 2 0,-1-4-12 0,0 1-3 16,0-1 11-16,4 0 6 0,0-2-13 0,1 1 1 15,0-1-7-15,1-1 2 0,1 1-2 0,0-1-3 16,0-3 0-16,1 1-19 0,-2 0-21 0,2-1-28 0,1 0-46 16,0 0-57-16,0-1-68 0,2 0-62 0,0 1-235 15,2 0-567-15,0-1 251 0</inkml:trace>
          <inkml:trace contextRef="#ctx0" brushRef="#br0" timeOffset="-48168.3661">-3535 11379 61 0,'0'0'172'0,"0"0"-11"0,0 0-5 16,-4 3-9-16,4-3-11 0,0 0-4 0,-5 2-14 15,5-2-8-15,0 0-5 0,0 0-11 0,-4 3-5 16,4-3-11-16,0 0-6 0,0 0-8 0,-4 2-8 16,4-2-3-16,0 0-10 0,-2 5-18 0,2-5-42 15,0 7-38-15,0-7-48 0,-3 6-181 0,3-6-305 16,-1 8 135-16</inkml:trace>
        </inkml:traceGroup>
        <inkml:traceGroup>
          <inkml:annotationXML>
            <emma:emma xmlns:emma="http://www.w3.org/2003/04/emma" version="1.0">
              <emma:interpretation id="{848FA4E3-D75E-4908-A3D5-0CA2F73D37B8}" emma:medium="tactile" emma:mode="ink">
                <msink:context xmlns:msink="http://schemas.microsoft.com/ink/2010/main" type="inkWord" rotatedBoundingBox="10216,12444 9428,12448 9427,12110 10215,12106"/>
              </emma:interpretation>
              <emma:one-of disjunction-type="recognition" id="oneOf10">
                <emma:interpretation id="interp18" emma:lang="" emma:confidence="1">
                  <emma:literal/>
                </emma:interpretation>
              </emma:one-of>
            </emma:emma>
          </inkml:annotationXML>
          <inkml:trace contextRef="#ctx0" brushRef="#br0" timeOffset="-47198.6875">-3754 11424 124 0,'0'0'125'15,"0"0"-14"-15,-6 1-7 0,6-1-11 0,0 0-7 16,-6-1-16-16,6 1 5 0,0 0-11 0,0 0 2 0,-9 0-5 16,9 0-17-16,0 0 4 0,-5-4 4 0,5 4-1 15,0 0-6-15,-4-2-1 0,4 2-7 0,-2-5 6 16,2 5-1-16,0 0-2 0,-1-7 1 0,1 7-12 15,0 0 0-15,3-7-5 0,-3 7 3 0,5-5-8 16,-2 2 6-16,0 1-4 0,-3 2 5 0,7-5 4 16,-4 3 3-16,-3 2 3 0,5-2-5 0,-5 2 7 15,0 0 0-15,7-1-1 0,-7 1 4 0,0 0 9 16,4 5-3-16,-4-5 0 0,2 5 1 0,-2-5 1 16,3 8-2-16,-3-2-1 0,0-1 0 0,0-5-5 0,-2 12-2 15,0-4-7-15,-1 0-1 0,-1 1-1 0,-2 1-3 16,-1 0-9-16,-2 1-29 0,0 0-17 15,-5 0-24-15,-1 1-32 0,4-5-58 0,0 1-55 0,0-2-142 16,0 2-368-16,2-1 163 0</inkml:trace>
          <inkml:trace contextRef="#ctx0" brushRef="#br0" timeOffset="-46902.8283">-3938 11359 115 0,'0'0'194'15,"5"-2"-19"-15,-5 2-15 0,0 0-11 0,0 0-11 16,0 0-7-16,0 0-10 0,0 0-11 0,0 0-10 16,0 0-4-16,-3 16-10 0,3-16-7 0,-2 6-10 15,1-2-5-15,1-4-8 0,-6 6-5 0,4-1 1 0,-1-2-8 16,-1 0-2-16,-1 1-7 0,-1-2-2 0,2 2-5 15,-1-1 0-15,1-1-4 0,1 1 0 16,-1-2-4-16,-2 0-1 0,6-1-3 0,-8 1-3 0,8-1 3 16,-8-2 5-16,8 2 9 0,-5-3 10 0,1 1 2 15,4 2 9-15,-4-8 5 0,4 8 12 0,-1-8 5 16,2 2 1-16,-1 6-4 0,2-14 8 0,1 4-2 16,0-3-2-16,0 1-5 0,0-1 0 0,3 0-8 15,-1-1-7-15,-1-1-9 0,0 3 5 0,0 0-10 16,-1 3-1-16,-1 1-2 0,-1 4-6 0,0-1-15 15,-1 5-15-15,2-6-31 0,-2 6-36 0,0 0-38 16,0 0-49-16,0 0-54 0,0 0-68 0,0 0-178 16,0 0-491-16,-9 21 217 0</inkml:trace>
          <inkml:trace contextRef="#ctx0" brushRef="#br0" timeOffset="-46901.8283">-4070 11570 132 0,'5'-16'298'0,"-5"16"-28"0,3-7-27 15,-3 7-22-15,1-8-21 0,-1 8-21 0,1-7-28 16,-1 7-46-16,2-5-57 0,-2 5-66 0,0 0-70 16,0 0-203-16,-4-11-314 0,4 11 140 0</inkml:trace>
          <inkml:trace contextRef="#ctx0" brushRef="#br0" timeOffset="-46559.0846">-4188 11398 131 0,'0'0'235'15,"0"0"-8"-15,0 0-7 0,7 16-6 16,-7-12-15-16,0-4-18 0,3 8-14 0,-2-2-14 0,0-1-9 16,-1 3-7-16,-1-2-15 0,0 2-9 0,0 0-13 15,-1 0-5-15,-1-1-11 0,-1 2-5 0,-2-1-6 16,2-1-6-16,-1 1-8 0,-2-2-4 0,-1 3-7 16,1-3-9-16,0 2-11 0,-2-4-35 0,2 0-34 15,1 0-40-15,-1-1-46 0,1-3-54 0,-1 1-242 16,0-2-457-16,1 0 203 0</inkml:trace>
          <inkml:trace contextRef="#ctx0" brushRef="#br0" timeOffset="-46246.6063">-4201 11264 146 0,'2'-7'280'0,"1"3"-19"0,-1-1-22 16,-2 5-22-16,3-5-23 0,-3 5-22 0,1-4-18 0,-1 4-30 16,0 0-45-16,0 0-55 0,0 0-54 0,0 0-61 15,0 0-205-15,0 0-318 0,-13 10 140 0</inkml:trace>
          <inkml:trace contextRef="#ctx0" brushRef="#br0" timeOffset="-45965.3993">-4379 11377 123 0,'-3'1'163'0,"3"-1"-4"0,-8 2-20 0,5-1-13 0,-1 1-10 16,4-2-3-16,-9 4-13 0,6-2-13 0,-1-1-3 15,4-1-12-15,-6 4-9 0,6-4-3 16,-4 3-6-16,4-3-6 0,-4 4 1 0,4-4-7 16,0 0 2-16,-2 3 2 0,2-3-1 0,0 0 1 0,0 0 4 15,0 0-3-15,7 6-1 0,-7-6 2 0,7 2 0 16,-3-2 3-16,-4 0 4 0,7 1 3 0,-7-1-4 16,6 2 6-16,-6-2 0 0,7 0 5 0,-3 1-7 15,-4-1-2-15,5 0-4 0,-5 0-1 0,4 3 0 16,-4-3 3-16,0 0-1 0,2 5 2 0,-2-5-1 15,0 6 8-15,0-6 0 0,0 0-3 0,-6 12-5 16,4-9 2-16,-1 3-6 0,-3-2 0 0,1 1-4 16,-1 0 0-16,1 0 2 0,-1 0-5 0,0-1-2 15,0-1 1-15,-1-1 4 0,1 1-5 0,-1 0-3 0,1-2-2 16,0-1-1-16,-1 0-7 0,0 0 1 16,0-1 1-16,-1-1-4 0,1 1-5 0,2-2 16 15,-1-1-17-15,2 1-4 0,1-2-9 0,-2 0 6 0,2-1 9 16,-1 0-15-16,2-2-9 0,0 2-22 0,1-2-12 15,2 0-19-15,0 2-26 0,0 0-34 16,-1 6-34-16,3-12-37 0,0 5-48 0,0 2-61 16,0 2-179-16,-1-2-512 0,0 2 226 0</inkml:trace>
        </inkml:traceGroup>
        <inkml:traceGroup>
          <inkml:annotationXML>
            <emma:emma xmlns:emma="http://www.w3.org/2003/04/emma" version="1.0">
              <emma:interpretation id="{AA48BA62-62DE-4FEB-A843-DB9F3D340A81}" emma:medium="tactile" emma:mode="ink">
                <msink:context xmlns:msink="http://schemas.microsoft.com/ink/2010/main" type="inkWord" rotatedBoundingBox="9267,12448 7895,12455 7893,12076 9265,12069"/>
              </emma:interpretation>
              <emma:one-of disjunction-type="recognition" id="oneOf11">
                <emma:interpretation id="interp19" emma:lang="" emma:confidence="1">
                  <emma:literal/>
                </emma:interpretation>
              </emma:one-of>
            </emma:emma>
          </inkml:annotationXML>
          <inkml:trace contextRef="#ctx0" brushRef="#br0" timeOffset="-44667.5953">-4702 11321 163 0,'0'0'222'0,"0"0"-16"0,0 0-16 0,3 6-14 15,-3-6-13-15,3 5-5 0,-3-5-5 0,2 6-10 16,0-2-17-16,-2-4-10 0,0 5-10 0,0-5-7 16,0 8-6-16,0-8-2 0,-2 7-6 0,2-7-10 0,-4 9-8 15,2-6-8-15,0 1-3 0,2-4-2 16,-7 4-12-16,4-1-5 0,-2 0-10 0,2-2-6 16,-1 1-11-16,4-2-6 0,-8 0-4 0,8 0-9 0,-7-1-7 15,7 1-4-15,-8-2-5 0,8 2 7 0,-5-5-1 16,5 5 0-16,-3-5 2 0,3 5 1 15,-3-6 3-15,3 6 2 0,-4-6 5 0,3 2 2 0,1 4 1 16,0 0 13-16,-1-8 5 0,1 8-1 0,0 0 4 16,0 0 1-16,-2-6 0 0,2 6-3 0,0 0-2 15,0 0 1-15,0 0-5 0,0 0 1 0,0 0-4 16,0 0 1-16,0 0 1 0,0 0-1 0,0 0-2 16,0 0-1-16,0 0 1 0,-1 17 0 0,1-17-2 15,-2 8-1-15,1-3-5 0,-2-1-2 0,0 0-8 16,3-4-2-16,-6 5-6 0,3-2-3 0,0 0-7 15,0 1-2-15,-3-2-9 0,2-1-6 0,-1 1-3 16,5-2 3-16,-7 2 4 0,2-2-4 0,5 0 8 16,-7-1 2-16,7 1 3 0,-6-4 11 0,6 4-7 0,-4-6 11 15,4 6 3-15,-3-5 5 0,3 5 4 16,-2-6 5-16,2 6 5 0,0-6 11 0,0 6 6 16,-2-7 9-16,2 7 0 0,0-8 3 0,0 8 0 0,0 0-1 15,-1-6-4-15,1 6-1 0,0 0-6 0,-1-6-1 16,1 6-6-16,0 0 1 0,0 0-2 0,0 0-2 15,0 0 0-15,0 0-3 0,0 0-1 0,0 0-5 16,0 0-10-16,-6 14-4 0,5-9-7 0,-1-2-1 16,0 2-3-16,0 0-4 0,-2-1-6 0,1 1 2 15,-1-2-2-15,1 1-3 0,-2-1 0 0,-2 1 0 16,2 0 4-16,1-1 1 0,-1-2-1 0,-1 2 4 16,1-3 7-16,-1 1-4 0,6-1 17 0,-9-1 12 15,9 1 15-15,-7-1 4 0,3-3 3 0,1 1 13 16,3 3 14-16,-4-7 2 0,3 0 4 0,-1 0 6 15,1 0 5-15,1-1 10 0,0 1-6 0,2-7-3 16,0 2 0-16,1-2-4 0,-1 0-7 0,2 0-1 0,-1 1-11 16,-1 4-4-16,2-5-3 0,-2 7-5 0,-1 1-7 15,1 1 3-15,-1 0-26 0,-1 5-36 16,3-7-31-16,-3 7-37 0,0 0-33 0,3-4-47 16,-3 4-253-16,0 0-467 0,0 0 207 0</inkml:trace>
          <inkml:trace contextRef="#ctx0" brushRef="#br0" timeOffset="-44184.2763">-5053 11260 192 0,'3'-4'248'0,"0"0"-18"0,-3 4-16 0,2-6-18 16,-2 6-21-16,4-3-18 0,-4 3-20 0,0 0-28 16,0 0-39-16,0 0-42 0,0 0-59 0,0 0-60 15,0 0-182-15,0 0-295 0,-15 11 131 0</inkml:trace>
          <inkml:trace contextRef="#ctx0" brushRef="#br0" timeOffset="-44418.638">-5060 11403 255 0,'2'10'248'0,"-2"-10"-14"15,0 6-2-15,0-6-8 0,2 9-15 0,-2-4-15 16,1 0-9-16,-1-5-20 0,2 12-11 0,-1-4-8 16,-1 1-6-16,-1-2-14 0,0 0-9 0,0 3-14 0,0-3-7 15,0 0-7-15,-3 2-8 0,0-1-6 16,-1-1-11-16,-3 4-6 0,2-5-2 0,0-1-9 16,-1 2-12-16,1-3-24 0,0 0-27 0,0-1-26 0,-1-1-42 15,2 0-44-15,-1 0-53 0,6-2-50 16,-10-4-213-16,5 3-481 0,2-3 213 0</inkml:trace>
          <inkml:trace contextRef="#ctx0" brushRef="#br0" timeOffset="-43824.909">-5243 11371 138 0,'0'0'185'16,"0"0"-19"-16,-7 2-20 0,4-1-3 0,3-1-9 15,-6 5-17-15,1-2-12 0,0 0-7 0,1 0-10 16,-1 0-8-16,0 2-7 0,-1 0-11 0,1 0-5 16,1-2-8-16,1 0-3 0,3-3-4 0,-5 6-4 15,3-4-8-15,2-2 3 0,-1 6-4 0,1-6 3 16,0 0 5-16,0 0 0 0,0 0-5 0,6 8 4 16,-4-6-3-16,-2-2-4 0,7 3 3 0,-2-2 3 15,-1 0 0-15,-4-1 1 0,9 3 3 0,-5-2 0 16,0 0-3-16,-4-1 4 0,7 2-3 0,-7-2 5 0,3 3-1 15,-3-3 3-15,3 3-2 0,-3-3 6 16,0 0 0-16,0 6 1 0,0-6 0 0,0 0-2 16,-4 12 2-16,-1-9-6 0,1 2-3 0,-1 1-3 0,0-1-2 15,0 0-4-15,-2-2 0 0,0 2-3 0,-1-1-2 16,1 1-1-16,-2 0 3 0,-1 0-1 0,-1-1 2 16,4-2-3-16,-4 1 1 0,-1-1-1 0,2-1-4 15,-1-1-1-15,1-1 11 0,-1 1-6 0,0-4-1 16,1 1-2-16,1-1 2 0,0-1-1 0,2 1-2 15,0-2-3-15,3 1-2 0,0-3 6 0,1 0-8 16,1 0-10-16,2-1-15 0,1-1-31 0,1 1-36 16,3 0-40-16,-1 0-55 0,4-2-57 0,-1 2-271 15,0 0-541-15,1 1 240 0</inkml:trace>
          <inkml:trace contextRef="#ctx0" brushRef="#br0" timeOffset="-43059.3632">-5579 11245 128 0,'3'-5'317'0,"-1"2"-18"0,1-1-16 0,0 0-24 16,-1 0-20-16,-2 4-26 0,3-6-24 0,-3 6-19 15,4-3-30-15,-4 3-40 0,0 0-40 0,0 0-56 16,0 0-60-16,0 0-70 0,0 0-245 0,0 0-399 16,-12 10 176-16</inkml:trace>
          <inkml:trace contextRef="#ctx0" brushRef="#br0" timeOffset="-43309.3221">-5598 11385 28 0,'0'0'255'0,"0"0"-8"0,0 0-14 0,0 0-16 15,0 0-15-15,0 0-13 0,8 13-13 0,-6-8-12 16,-2-1-6-16,0-4-4 0,2 12-18 0,-1-6-9 15,-2 2-8-15,2 0-3 0,-4-1-14 0,1 3-8 16,0-1-10-16,-3-1-10 0,2-1-8 0,-2 5-7 16,0-4-4-16,-3 1-8 0,2-3-18 0,-4 2-22 15,4-3-29-15,-1 1-28 0,0-1-38 0,0-3-44 16,1 1-34-16,0-2-51 0,-1-2-194 0,7 1-444 16,-10-6 196-16</inkml:trace>
          <inkml:trace contextRef="#ctx0" brushRef="#br0" timeOffset="-42778.1346">-5751 11346 85 0,'0'0'202'0,"0"0"-19"15,7 13-7-15,-7-13-10 0,1 5-13 0,-1-5-12 16,0 0-12-16,1 5-14 0,-1-5-4 0,0 6-11 15,0-6-4-15,-1 7-4 0,1-7-4 0,-3 6-8 16,3-6-7-16,-3 6-8 0,1-3-6 0,2-3-6 16,-6 6-5-16,5-3 0 0,1-3-8 0,-6 4-4 15,1-2-5-15,5-2-2 0,-8 3-5 0,5-3 1 16,3 0-4-16,-9 1-2 0,5-1-2 0,4 0-2 0,-7-2-4 16,4-1 4-16,-1 0-2 0,4 3-5 0,-6-5 9 15,4 1 9-15,2 4 4 0,-4-9 4 16,4 3 2-16,0 0 14 0,0-2-1 0,2 0-2 15,0-7 0-15,0 3 2 0,0-4 0 0,2 3-3 0,1-6 1 16,-1 4 1-16,-1 2-4 0,1 1 2 0,0 0-7 16,-1 4 0-16,1 0-7 0,-1 1-1 0,-1 3-13 15,0-2-11-15,-2 6-25 0,3-3-31 0,-3 3-37 16,0 0-44-16,0 0-57 0,0 0-51 0,0 0-211 16,1 15-485-16,-1-15 214 0</inkml:trace>
          <inkml:trace contextRef="#ctx0" brushRef="#br0" timeOffset="-42559.3678">-5814 11515 68 0,'0'0'248'16,"3"3"-2"-16,-3-3-10 0,0 0-8 0,0 0-13 15,0 0-16-15,0 0-15 0,0 0-20 0,0 0-12 0,0 0-14 16,0 0-14-16,0 0-12 0,-15-1-10 0,15 1-20 16,-12-2-43-16,6 2-53 0,0-1-81 0,0-2-90 15,0 0-190-15,0 0-404 0,0 0 179 0</inkml:trace>
          <inkml:trace contextRef="#ctx0" brushRef="#br0" timeOffset="-41667.8384">-6011 11326 9 0,'0'0'254'0,"-3"-3"-18"16,3 3-15-16,0 0-15 0,0 0-16 0,0 0-11 15,0 0-9-15,0 0-11 0,0 0-10 0,0 0-6 16,0 0-12-16,15 6-8 0,-11-3-7 0,1 0-6 0,0 3-9 16,0-1-10-16,-1-1-2 0,0 1-10 0,-2 2-7 15,0-3-10-15,-1 1-4 0,1 2-7 16,-2-2-3-16,0-5-4 0,-5 12-3 0,0-6-5 0,0 0-6 16,-3 0-4-16,-1 2-16 0,0-1-29 0,-1-1-50 15,-1 0-56-15,1-2-70 0,0 0-276 0,2-1-511 16,0-1 226-16</inkml:trace>
        </inkml:traceGroup>
        <inkml:traceGroup>
          <inkml:annotationXML>
            <emma:emma xmlns:emma="http://www.w3.org/2003/04/emma" version="1.0">
              <emma:interpretation id="{E1881CCE-2B81-4834-86F0-B409B2E93A00}" emma:medium="tactile" emma:mode="ink">
                <msink:context xmlns:msink="http://schemas.microsoft.com/ink/2010/main" type="inkWord" rotatedBoundingBox="7733,12436 7002,12439 7000,12016 7731,12013"/>
              </emma:interpretation>
              <emma:one-of disjunction-type="recognition" id="oneOf12">
                <emma:interpretation id="interp20" emma:lang="" emma:confidence="1">
                  <emma:literal/>
                </emma:interpretation>
              </emma:one-of>
            </emma:emma>
          </inkml:annotationXML>
          <inkml:trace contextRef="#ctx0" brushRef="#br0" timeOffset="-41371.9753">-6232 11359 45 0,'0'0'186'0,"0"0"-13"0,0 0-1 0,0 0-14 16,0 0-10-16,0 0-14 0,0 0-9 0,6 15-11 16,-6-15-12-16,1 6-15 0,-1-6 3 0,0 6-6 15,0-6-7-15,0 0-8 0,-1 10-4 0,1-10-6 16,-2 5-4-16,2-5-4 0,-6 7-2 0,5-4-7 16,-2 0-3-16,0-1-8 0,3-2-1 0,-9 4-7 15,5-2-3-15,-1 1-8 0,-1-2-2 0,0-1-8 16,0 1 1-16,0 0-3 0,6-1-1 0,-12-3 1 15,7 2 1-15,0-2-1 0,1 1 7 0,1-2 0 16,0 0 1-16,0-1 15 0,1 0 12 0,2 5 13 16,-1-12 7-16,1 5 6 0,0-1 5 0,0-1 9 15,2-1 2-15,1-3-5 0,-1 0-13 0,1 0 4 0,1-1-8 16,0-1-3-16,0 2-4 0,0 0-6 0,0 4-2 16,-1 0-7-16,0 3-3 0,-1-1-6 15,0 2-20-15,-2 5-26 0,1-5-26 0,-1 5-41 0,0 0-43 16,0 0-52-16,0 0-79 0,0 0-155 0,-5 18-451 15,2-12 200-15</inkml:trace>
          <inkml:trace contextRef="#ctx0" brushRef="#br0" timeOffset="-41168.8772">-6379 11561 280 0,'0'0'299'0,"0"0"-23"16,8-10-17-16,-8 10-27 0,4-5-20 0,-4 5-23 16,1-7-19-16,-1 7-23 0,3-5-41 0,-3 5-46 15,1-5-55-15,-1 5-64 0,1-7-65 0,-1 7-218 0,0 0-371 16,-4-8 164-16</inkml:trace>
          <inkml:trace contextRef="#ctx0" brushRef="#br0" timeOffset="-40090.8307">-6489 11374 211 0,'1'-5'228'0,"-1"5"-11"16,0 0-9-16,0 0-14 0,0 0-13 0,0 0-15 15,0 0-14-15,0 0-13 0,5 15-14 0,-5-15-9 16,0 6-10-16,0-6-8 0,-1 9-8 0,1-9-10 16,-2 8-7-16,-1-4-5 0,2 0-6 0,-1 0-6 15,2-4-7-15,-7 7-5 0,5-5-2 0,-1 1-6 16,3-3-4-16,-6 3-3 0,2-1-10 0,4-2-4 16,-8 1-1-16,8-1-4 0,-8-2-8 0,8 2 1 15,-6-2-3-15,3 0-3 0,3 2-4 0,-6-5 9 16,5 1-5-16,1 4 2 0,-4-8 0 0,2 4 2 0,2 4-3 15,-2-9 6-15,2 5 7 0,0 4 5 0,-2-8-2 16,2 8 9-16,0-6-4 0,0 6-4 0,0 0 4 16,0 0-3-16,-1-6 1 0,1 6-3 0,0 0-4 15,0 0 2-15,0 0 0 0,0 0-2 0,0 0-2 16,0 0 0-16,0 0 3 0,0 0-7 0,0 0 2 16,0 0-1-16,0 0-1 0,-2 18 3 0,2-18-4 15,-2 6 0-15,2-6-8 0,-5 7 2 0,5-3-3 16,0-4 0-16,-5 4-7 0,2-1-6 0,3-3-8 15,-5 3-5-15,5-3 0 0,-7 2-2 0,7-2-3 16,-6 1-8-16,1-1-3 0,5 0 0 0,-11-1 6 16,7-1-1-16,-1-1 4 0,5 3 3 0,-8-3-2 15,4 1 9-15,4 2 4 0,-5-8 5 0,2 5 3 16,1 0 5-16,2 3 6 0,-3-8 3 0,3 8 0 0,-4-6 18 16,4 6 4-16,-2-7 4 0,2 7 0 15,0 0-1-15,-2-5 0 0,2 5-1 0,0 0-4 16,0 0 1-16,0 0-2 0,0 0-3 0,0 0-3 0,0 0-3 15,0 0 3-15,0 0 0 0,0 0-2 0,0 0-2 16,0 0 1-16,0 0-1 0,0 0-2 0,0 0 1 16,2 20-1-16,-2-20 1 0,-2 6 0 0,2-6-1 15,-4 6-5-15,1-3 7 0,0 0-1 0,-2 0-5 16,1 0 1-16,-1-1-3 0,-1 2-5 0,0-2-3 16,1 0-3-16,0-2-6 0,5 0 5 0,-12 0-3 15,6 0 4-15,0-1 3 0,0-1-1 0,-1 1 3 16,2-4-1-16,0 2 1 0,0 2 9 0,1-4 9 15,1 1 6-15,-2-2 6 0,1 1 4 0,-1-1 16 16,1 1 1-16,0-2 8 0,2 3 1 0,-2-2 3 16,1 1 6-16,0 2 6 0,3 3 0 0,-4-7-1 15,1 2 0-15,1 3 1 0,2 2-3 0,-4-4-7 16,4 4-4-16,-3-3-3 0,3 3-8 0,0 0-4 0,0 0-13 16,0 0 10-16,0 0 1 0,0 0-9 15,0 0-2-15,0 0-1 0,11 12 5 0,-6-8-9 16,-3 0 1-16,1 2-5 0,1 0 3 0,-2-2 0 0,0 2 1 15,1 1-8-15,-3-2 1 0,0-5 2 0,0 11-2 16,0-5 0 0,0-6-1-16,-4 11-4 0,1-5 1 0,-3 1-15 15,1-2-17-15,-2 0-14 0,1 0-21 0,-2-1-22 0,-2-1-32 16,0 2-33-16,2-2-30 16,2-2-38-16,0-1-33 0,-1 0-247 0,7 0-534 0,-9-3 237 0</inkml:trace>
          <inkml:trace contextRef="#ctx0" brushRef="#br0" timeOffset="-39887.7212">-6556 11222 208 0,'0'0'230'16,"4"-2"-3"-16,-4 2-7 0,0 0-10 16,4-2-13-16,-4 2-21 0,0 0-14 0,0 0-15 15,0 0-12-15,0 0-15 0,0 0-9 0,-16-1-15 0,10 0-7 16,-1 2-5-16,-2-1-7 0,-2 1-12 0,0-1-6 16,3 0-8-16,1 0-1 0,1 1-8 0,6-1-2 15,-9-2-7-15,6-1-5 0,3 3-11 0,-5-6-4 16,5 6-6-16,-2-7-9 0,2 7-19 0,0-9-8 15,0 9-15-15,1-14-18 0,1 10-12 0,0-3-14 16,-1 0-26-16,0 3-28 0,-1 4-27 0,-1-10-190 16,1 10-388-16,-5-7 172 0</inkml:trace>
          <inkml:trace contextRef="#ctx0" brushRef="#br0" timeOffset="-39606.4906">-6956 11419 372 0,'4'-3'366'0,"-1"1"-24"0,1-2-18 0,1 0-35 0,-2-1-22 15,1 0-25-15,-1 1-29 0,0 0-38 0,-3 4-60 16,4-3-68-16,-4 3-93 0,0 0-112 0,0 0-267 16,0 0-461-16,0 0 205 0</inkml:trace>
        </inkml:traceGroup>
      </inkml:traceGroup>
    </inkml:traceGroup>
    <inkml:traceGroup>
      <inkml:annotationXML>
        <emma:emma xmlns:emma="http://www.w3.org/2003/04/emma" version="1.0">
          <emma:interpretation id="{242C3FD9-64A3-4B9B-9762-DA8B77D3DE32}" emma:medium="tactile" emma:mode="ink">
            <msink:context xmlns:msink="http://schemas.microsoft.com/ink/2010/main" type="paragraph" rotatedBoundingBox="14697,11393 2930,11418 2929,10802 14696,1077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03FB4541-0C06-41AD-937E-21A72141007B}" emma:medium="tactile" emma:mode="ink">
              <msink:context xmlns:msink="http://schemas.microsoft.com/ink/2010/main" type="line" rotatedBoundingBox="14697,11393 2930,11418 2929,10802 14696,10777"/>
            </emma:interpretation>
          </emma:emma>
        </inkml:annotationXML>
        <inkml:traceGroup>
          <inkml:annotationXML>
            <emma:emma xmlns:emma="http://www.w3.org/2003/04/emma" version="1.0">
              <emma:interpretation id="{4EF90E27-1DCC-4969-9298-6B1409DF25F9}" emma:medium="tactile" emma:mode="ink">
                <msink:context xmlns:msink="http://schemas.microsoft.com/ink/2010/main" type="inkWord" rotatedBoundingBox="14697,11272 13559,11274 13558,10932 14696,10930"/>
              </emma:interpretation>
              <emma:one-of disjunction-type="recognition" id="oneOf13">
                <emma:interpretation id="interp21" emma:lang="" emma:confidence="1">
                  <emma:literal/>
                </emma:interpretation>
              </emma:one-of>
            </emma:emma>
          </inkml:annotationXML>
          <inkml:trace contextRef="#ctx0" brushRef="#br0" timeOffset="-128240.2729">340 10220 199 0,'3'3'217'16,"0"-1"-17"-16,-3-2-10 0,3 7-11 0,-1-4-17 15,-2-3-11-15,4 7-15 0,-1-3-8 0,-2 0-9 0,2 3-7 16,-1 1-2-16,0-4-6 0,-1 2-8 0,0-1-5 15,-1-5-5-15,2 11-5 0,-1-5-7 16,-1 0 1-16,0-6-9 0,0 9-7 0,0-4-3 16,0-5-5-16,-2 9-3 0,1-5-5 0,1-4 1 0,-3 8-7 15,0-5-5-15,3-3-1 0,-6 5 1 0,3-4-3 16,3-1-6-16,-7 3-2 0,3-1 1 0,4-2-3 16,-8 0-3-16,8 0-3 0,-10-2-2 0,6 0-10 15,-1-1-12-15,0 1-4 0,-1-3-9 0,1 1-7 16,0-1-11-16,0-1-6 0,-1 1-1 0,1-3-14 15,1 2 6-15,1 0-2 0,0-1-1 0,1 0 0 16,0 2 5-16,1 0 1 0,1 5 4 0,0-11 6 16,0 11 3-16,0-9 5 0,2 5 5 0,-2 4 0 15,3-8 6-15,-2 5 4 0,-1 3 3 0,4-7 6 16,-2 5 6-16,-2 2 6 0,7-6 6 0,-4 5 10 16,-3 1 6-16,6-5 5 0,-6 5 1 0,5-3-2 15,-5 3 3-15,4 0 4 0,-4 0-3 0,0 0-1 16,9 4 1-16,-9-4-2 0,3 4 0 0,-3-4 0 0,4 3-3 15,-2 0-3-15,-2-3 1 0,2 3 0 16,-2-3-3-16,2 6 3 0,-2-6-3 0,0 6 5 16,0-6-5-16,0 0 7 0,-2 10-4 0,0-6-2 15,2-4 0-15,-5 7-2 0,2-5-4 0,0 2-1 0,-2-2 3 16,-1 2-3-16,0-3 0 0,-1 1-2 0,-1 1-3 16,1-1 0-16,-1-1-2 0,-1 0 1 0,2 1-4 15,-1 0 2-15,-1-2-2 0,1 0-2 0,0 1 0 16,0 1 3-16,2-2-2 0,-1 0 1 0,3 0-1 15,4 0-2-15,-9 0 1 0,9 0 4 0,-6 0-1 16,6 0 1-16,0 0 2 0,-6 0 3 0,6 0 3 16,0 0 5-16,0 0 0 0,0 0-2 0,0 0 0 15,-6-2-2-15,6 2 0 0,0 0 0 0,0 0-3 16,0 0 2-16,0 0-1 0,0 0 2 0,0 0-4 16,0 0-3-16,0 0-2 0,9 14 2 0,-7-11-2 15,-2-3 6-15,3 7-10 0,-2-3 4 0,-1-4-3 16,2 8 0-16,-2-4-4 0,0-4 7 0,0 7-2 15,0-7-2-15,-2 8 0 0,2-8-2 0,-4 7-6 16,2-4-4-16,2-3-5 0,-4 5-1 0,4-5 0 16,-5 1-3-16,5-1 0 0,-4 1 2 0,4-1-2 15,0 0-3-15,-9-2 4 0,9 2-2 0,-5-6 4 0,1 2 2 16,4 4 1-16,-3-8 0 0,3 3-1 0,-2 0 6 16,2 5-2-16,-1-12 4 0,0 7-1 15,1 5 3-15,0-11 0 0,1 6 6 0,-1 5 1 16,0-9 3-16,1 4 2 0,-1 5 1 0,1-7-3 0,-1 7 6 15,0 0-4-15,0 0-1 0,0-6-3 0,0 6 3 16,0 0-6-16,0 0 3 0,0 0 0 0,0 0-1 16,0 0 5-16,0 0-5 0,0 0-2 0,0 0 0 15,0 0 7-15,0 0-6 0,0 0 0 0,0 0-2 16,0 0 1-16,-11 12 2 0,11-12-3 0,-2 4 2 16,2-4-5-16,-2 4 0 0,2-4-2 0,-6 4-6 15,2-3 1-15,4-1-3 0,-6 1-3 0,6-1-2 16,-9 1 3-16,9-1 0 0,-8-1-2 0,3 1 5 15,5 0 1-15,-9-1 2 0,5-1-2 0,-1 0 0 16,5 2 2-16,-7-4 0 0,3 2 4 0,0-1 8 16,1-1 5-16,-1-3 11 0,2 4 4 0,-3-3 2 15,3 2 1-15,-1-1 10 0,0-1 12 0,0 3 6 16,3 3 6-16,-3-10 1 0,1 8 1 0,2 2-3 0,-1-6 1 16,1 6-5-16,0 0-2 0,-1-7-6 15,1 7-2-15,0 0-10 0,0 0-3 0,0 0-3 16,0 0 1-16,0 0-7 0,0 0-3 0,0 0 2 0,0 0-8 15,0 0 6-15,0 0-1 0,0 0-2 0,0 0-7 16,1 20-3-16,-1-20 6 0,0 7-5 0,0-7-1 16,-1 8 1-16,1-8-1 0,-4 5 2 15,2-1-4-15,-2-1 1 0,1 0 2 0,-1-1-10 0,0 1-2 16,-3-3-8-16,1 2-16 0,-1 0-5 0,1-2-12 16,0 2-14-16,0-2-10 0,6 0-14 0,-11 0-19 15,6 0-27-15,5 0-32 0,-9 0-35 0,9 0-46 16,-7-1-239-16,7 1-519 0,-6-1 230 0</inkml:trace>
          <inkml:trace contextRef="#ctx0" brushRef="#br0" timeOffset="-128021.5708">30 10395 5 0,'0'0'272'0,"0"0"-12"0,0 0-12 0,0 0-18 16,-12 2-15-16,12-2-15 0,-8 1-20 0,8-1-19 0,-11-1-16 15,4 2-15-15,2-1-18 0,-2-1-40 0,1 0-47 16,-1 0-67-16,2-1-71 0,1-2-76 16,-2 1-130-16,2 0-345 0,-1-2 153 0</inkml:trace>
          <inkml:trace contextRef="#ctx0" brushRef="#br0" timeOffset="-127068.4916">-88 10208 36 0,'0'0'223'16,"5"15"-11"-16,-5-15-13 0,1 5-8 0,-1-5-14 16,1 6-14-16,-1-6-10 0,2 8-7 0,-2-8-12 15,-2 6-9-15,2-6-11 0,-1 8-10 0,1-8-11 0,-1 7-5 16,1-7-6-16,-2 6-11 0,2-6-9 16,-2 5-5-16,2-5-6 0,-3 5-4 0,3-5-5 15,-4 3-5-15,4-3-3 0,-6 1 0 0,6-1-5 16,-6 0-3-16,6 0-3 0,-7-1-1 0,7 1-4 0,-6-4-1 15,3 1-3-15,3 3 1 0,-6-4 1 16,6 4-6-16,-4-5 0 0,4 5 2 0,-3-5-2 16,3 5-3-16,-2-7 2 0,2 7-2 0,-2-4 6 0,2 4 1 15,0 0 8-15,0 0 0 0,-2-7 5 0,2 7-4 16,0 0-1-16,0 0-2 0,-1-5-5 0,1 5-1 16,0 0-4-16,0 0 0 0,0 0 0 0,0 0-2 15,0 0 2-15,0 0-3 0,0 0 1 0,0 0-2 16,0 0 3-16,-1 18-1 0,-2-13-2 0,3-5 2 15,-2 8-1-15,-2-2 0 0,1-3 1 0,1 2-5 16,-2-1 0-16,0 0 2 0,1-1 0 0,-2 2 0 16,1-2-3-16,0-1-3 0,-1 2-3 0,1-3-1 15,4-1 1-15,-8 0-1 0,8 0-3 0,-9 0 2 16,4-1 5-16,5 1-2 0,-6-4-2 0,3 2 2 16,0-2 0-16,3 4 1 0,-6-8 3 0,5 4-1 15,0 0-4-15,-1-3 4 0,0 1 1 0,0 0 1 16,2 6 5-16,-2-7 3 0,2 7 8 0,-1-7 2 0,1 7 3 15,0 0 3-15,-1-7-7 0,1 7 1 0,0 0-3 16,0 0-3-16,0 0 0 0,0 0-2 16,0 0-1-16,0 0-2 0,0 0-1 0,0 0 3 15,0 0-3-15,0 0-5 0,0 0 0 0,0 0 0 0,-4 17 5 16,2-13 1-16,2-4-4 0,-4 7 0 0,2-3 1 16,0 0 0-16,0 0-5 0,2-4 2 15,-6 7 3-15,1-5-2 0,2 1-1 0,-1 0-1 0,0-1 0 16,4-2-1-16,-8 3 2 0,5-2 2 0,3-1-2 15,-9 0 2-15,9 0 0 0,-7-4-2 0,2 0-1 16,5 4 5-16,-6-4-5 0,2 0-2 0,2 0 2 16,2 4-2-16,-5-9 4 0,3 6-4 0,-1-5 4 15,2 5 5-15,1 3-1 0,-3-10 1 0,0 7 1 16,3 3-2-16,-3-5 4 0,3 5-1 0,-3-5 2 16,3 5-11-16,0 0 1 0,0 0 0 0,0 0-1 15,0 0 2-15,0 0 1 0,-10 7 0 0,7-2-4 16,1-3-6-16,-3 4-9 0,2 0-4 0,-1 0-8 15,1-1-12-15,-1 0-11 0,1 0-21 0,0 0-14 16,1-2-31-16,-1 2-26 0,0-1-42 0,3-4-45 16,-2 5-223-16,2-5-488 0,-2 5 216 0</inkml:trace>
          <inkml:trace contextRef="#ctx0" brushRef="#br0" timeOffset="-126849.7817">-131 10137 208 0,'0'0'251'0,"0"0"-18"16,0 0-19-16,0 0-17 0,0 0-14 0,0 0-17 15,0 0-15-15,-17 0-12 0,17 0-16 0,-8 1-15 16,8-1-9-16,-9-1-11 0,5 0-9 0,4 1-5 16,-10-2-8-16,6 0-8 0,4 2-3 0,-7-4-6 15,4 1 0-15,3 3-8 0,-6-6-3 0,6 2-6 16,0 4-2-16,-3-8-2 0,3 8-4 0,2-11-6 16,-1 6-3-16,1 0-9 0,-2 5-8 0,2-9-3 15,-1 4-17-15,1 1-15 0,-2 4-24 0,2-6-24 16,-2 6-29-16,1-6-40 0,-1 6-43 0,0 0-161 15,0 0-388-15,0 0 173 0</inkml:trace>
          <inkml:trace contextRef="#ctx0" brushRef="#br1" timeOffset="144611.8647">739 10281 216 0,'0'0'215'0,"0"0"-10"15,0 0-14-15,0 0-9 0,0 0-10 0,0 0-5 16,0 0-9-16,0 0-4 0,0 0-10 0,0 0-3 16,0 0-9-16,0 0-6 0,-19 4-12 0,13-5-10 0,-1 0-9 15,-1 0-10-15,0 0-8 0,0 1-6 0,2 1-9 16,-1-2-7-16,-1 0-10 0,-1 2-15 0,1 0-23 16,0-1-29-16,1-1-42 0,1 0-53 0,0 0-41 15,6 1-47-15,-7-2-192 0,7 2-431 0,-6-3 191 16</inkml:trace>
          <inkml:trace contextRef="#ctx0" brushRef="#br1" timeOffset="144830.5594">717 10221 142 0,'0'0'226'16,"0"0"-6"-16,0 0-12 0,0 0-8 0,0 0-13 15,0 0-10-15,0 0-11 0,-20 3-14 0,14-1-17 16,0-2-13-16,0 1-12 0,-1 0-12 0,0 0-6 16,2-1-17-16,-2 0-29 0,0 1-29 0,1 1-43 15,1-3-46-15,5 1-64 0,-8-2-71 0,8 2-115 16,-6-3-350-16,6 3 155 0</inkml:trace>
          <inkml:trace contextRef="#ctx0" brushRef="#br1" timeOffset="145158.662">637 10143 202 0,'0'0'209'0,"-6"-1"-11"16,6 1-8-16,0 0-10 0,0 0 1 0,-8 7-15 15,4-5-6-15,4-2-5 0,-5 6-12 0,2-3-5 16,0 1-13-16,0-1-8 0,3-3-11 0,-5 6-8 15,2-3-6-15,3-3-7 0,-4 6-1 0,2-1-5 16,-2 1-2-16,2-1-6 0,-1-1-7 0,0 1 0 16,0-3-7-16,0 3-10 0,-1-2-1 0,1 1-7 15,-1 2 4-15,0-3-8 0,2 0-5 0,-1 2-1 16,3-5-6-16,-5 6 4 0,5-6-10 0,-1 6 6 16,1-6-9-16,0 6 3 0,0-6-2 0,0 0 0 15,4 11-3-15,-2-7-1 0,-1 1-1 0,1-2 1 16,4 3-2-16,-5 1-1 0,5-3-6 0,-3 0-5 15,2 1-19-15,0-2-21 0,-2 0-32 0,3 2-38 16,-3-2-55-16,3 2-55 0,-3-2-257 0,-1 1-519 16,1 0 229-16</inkml:trace>
        </inkml:traceGroup>
        <inkml:traceGroup>
          <inkml:annotationXML>
            <emma:emma xmlns:emma="http://www.w3.org/2003/04/emma" version="1.0">
              <emma:interpretation id="{093FA8A7-9EEE-42EC-A4AB-0E74E0ADD2A7}" emma:medium="tactile" emma:mode="ink">
                <msink:context xmlns:msink="http://schemas.microsoft.com/ink/2010/main" type="inkWord" rotatedBoundingBox="13391,11396 11876,11399 11875,10957 13390,10954"/>
              </emma:interpretation>
              <emma:one-of disjunction-type="recognition" id="oneOf14">
                <emma:interpretation id="interp22" emma:lang="" emma:confidence="1">
                  <emma:literal/>
                </emma:interpretation>
              </emma:one-of>
            </emma:emma>
          </inkml:annotationXML>
          <inkml:trace contextRef="#ctx0" brushRef="#br0" timeOffset="-117756.6142">-1153 10249 18 0,'-2'8'204'0,"2"-8"-18"16,0 0-6-16,1 9-13 0,-1-9-8 0,1 7-15 16,-1-7-9-16,0 5-12 0,0-5-13 0,0 0-10 15,-1 9-7-15,1-9-6 0,-3 5-7 0,3-5-4 0,-3 4-11 16,3-4-2-16,-8 3-4 0,4-1-12 16,-1-1-8-16,-1 0 3 0,1-1-5 0,-2 0-2 15,0 0-9-15,1-1-4 0,-2-1-1 0,2 1-2 0,1-1-3 16,-1-1 1-16,3-1-5 0,0 1-9 0,3 3 8 15,-4-8-5-15,4 4 2 0,0 4 3 0,0-12 2 16,0 3 9-16,3-1 6 0,-1-2 5 0,0 3 10 16,3-4 4-16,-1 0 5 0,0 2 8 0,0 1-5 15,0 1 8-15,0 2-11 0,-1-1 3 0,0 3-8 16,0 0-12-16,-2 1 2 0,-1 4-7 0,4-7-23 16,-3 4-25-16,-1 3-35 0,0 0-36 0,0 0-35 15,0 0-40-15,0 0-53 0,0 0-190 0,0 0-438 16,4 11 193-16</inkml:trace>
          <inkml:trace contextRef="#ctx0" brushRef="#br0" timeOffset="-117569.1378">-1308 10419 48 0,'0'0'269'0,"0"0"-20"0,0 0-21 16,0 0-28-16,0 0-18 0,8-16-27 0,-8 16-46 16,2-4-57-16,-2 4-66 0,2-5-67 0,-2 5-153 15,1-5-252-15,-1 5 113 0</inkml:trace>
          <inkml:trace contextRef="#ctx0" brushRef="#br0" timeOffset="-116475.4646">-1395 10244 188 0,'0'0'194'0,"0"0"-11"0,0 0-10 16,10 10-12-16,-10-10-16 0,0 0-8 0,2 7-14 15,-2-7-16-15,0 5-3 0,0-5-9 0,0 6-13 16,0-6-5-16,0 0-7 0,-4 10-6 0,2-7-8 16,2-3-6-16,-2 6-5 0,2-6-2 0,-5 3-7 15,2-1-4-15,3-2-7 0,-6 4-16 0,6-4-7 16,-6 0-2-16,6 0-5 0,-7-1-4 0,7 1 1 16,-6-1-3-16,6 1-5 0,-7-4 4 0,3 1 2 15,4 3 3-15,-5-5 0 0,5 5-4 0,-4-7 5 0,2 5 5 16,0-3 8-16,2 5 5 0,-3-6 6 15,2 2 3-15,1 4 1 0,0 0 1 0,-2-8 3 16,2 8 3-16,0 0-4 0,-1-6 0 0,1 6-6 0,0 0 2 16,0 0-5-16,0 0 1 0,0 0-1 0,0 0-5 15,0 0-2-15,0 0 3 0,0 0-2 16,0 0-4-16,0 0 2 0,6 14-3 0,-6-14 1 0,-2 9-3 16,2-9 1-16,-3 8-6 0,1-4 1 0,-1 0-1 15,1 0-4-15,2-4-3 0,-6 6-8 0,1-3-14 16,1 0 7-16,0 0 0 0,-2-3-12 0,3 3-3 15,-2-3-1-15,5 0-2 0,-10 0 0 0,4-1-1 16,1-1 1-16,0 0 6 0,1 0 5 0,0-1 0 16,0-1 3-16,1 1 2 0,0 0 16 0,3 3 4 15,-6-9 8-15,5 6 9 0,-1-2 4 0,2 5 10 16,-3-9 8-16,2 5 1 0,1 4 5 0,-3-7 2 16,3 7-1-16,-2-6 1 0,2 6-4 0,0 0-5 0,0 0-4 15,-1-7-7-15,1 7-4 0,0 0 3 0,0 0-2 16,0 0-3-16,0 0-3 0,0 0 0 15,0 0 1-15,0 0-2 0,0 0-2 0,0 0-1 0,2 21 0 16,-2-21-2-16,0 7 0 0,0-7-1 0,-2 8 4 16,0-4-3-16,0 0-1 0,0 0 4 0,2-4-3 15,-7 7-1-15,4-5 0 0,-1 1-2 0,-2-2 3 16,1 1-3-16,-4-1 0 0,3-1-9 0,-5 0 0 16,2 0 3-16,2-1 2 0,0-1-2 0,-1 2 0 15,2-3 5-15,6 3 1 0,-8-2 9 0,4 1 2 16,4 1 4-16,-6-3 4 0,6 3 5 0,-4-2-3 15,4 2-1-15,0 0-1 0,0 0-2 0,-4-2-5 16,4 2 2-16,0 0-5 0,0 0 3 0,0 0 0 16,0 0-3-16,0 0-2 0,0 0 2 0,6 16-1 15,-6-16-1-15,4 7 0 0,-2-2-3 0,-1-2-2 16,-1 2 1-16,2 0 0 0,-2-5-2 0,1 8 0 0,-1-8 4 16,2 6-5-16,-2-6 2 0,0 5-2 0,0-5 0 15,0 0-6-15,-3 7-2 0,3-7-7 0,0 0-3 16,0 0-16-16,-7-2 6 0,7 2-3 0,0 0-6 15,0 0-5-15,-8-5 0 0,5 2-5 0,3 3-3 16,-5-6 4-16,2 3-2 0,-1-2 1 0,1 2-5 16,0-2 8-16,-1 1-1 0,-1 1 7 0,3 0-1 15,2 3 4-15,-7-6 5 0,3 4 2 0,4 2 2 16,-5-5 9-16,1 2-1 0,4 3 10 0,-6-5-2 16,6 5 8-16,-5-2 1 0,5 2-1 0,-7-2 0 15,7 2 2-15,-6 0-3 0,6 0-1 0,-7 3 3 16,4-2 10-16,3-1-5 0,-6 4-1 0,2-2 4 15,1 1-2-15,3-3 2 0,-5 6 5 0,2-3 2 16,0 1 2-16,3-4 4 0,-3 8 5 0,0-3-3 16,3-1 10-16,-3 4-1 0,3-2 1 0,-2 1 10 15,2 1-4-15,1 1-2 0,0-1-5 0,1 3 10 0,-1-2 5 16,1 1 1-16,0 2 2 0,0 0-5 0,1-5 4 16,1 3-6-16,-3-2-5 0,1 0-4 15,-1 1-4-15,1-2 1 0,-1 1-5 0,-1 0-2 0,1-4-11 16,0 1-25-16,1 0-27 0,-2-5-26 0,0 9-26 15,0-9-32-15,1 4-36 0,-1-4-37 0,0 0-207 16,5 1-433-16,-5-1 191 0</inkml:trace>
          <inkml:trace contextRef="#ctx0" brushRef="#br0" timeOffset="-118584.6902">-567 10093 129 0,'0'0'242'15,"0"0"-17"-15,-13-2-22 0,13 2-19 0,0 0-19 16,-11 1-13-16,6-1-17 0,5 0-25 0,-12 0-31 15,5 0-56-15,-1 0-61 0,1-2-57 0,-3 0-158 16,4 0-273-16,-1 2 121 0</inkml:trace>
          <inkml:trace contextRef="#ctx0" brushRef="#br0" timeOffset="-119397.1179">-587 10191 224 0,'0'0'218'0,"0"0"-13"0,0 0-15 15,0 0-21-15,0 0-15 0,0 0-15 0,0 0-15 16,0 0-7-16,0 0-13 0,0 0-7 0,0 0-6 16,0 0-6-16,0 0-9 0,7 12-5 0,-7-12-4 0,3 7-5 15,-3-7-4-15,2 7-1 0,-2-7-6 0,1 6-2 16,0-2-5-16,-1-4 0 0,0 10-4 15,0-10-3-15,-1 7-3 0,1-7-1 0,-2 7-7 16,0-2-3-16,0 0 1 0,2-5-1 0,-5 6-5 0,1-3-2 16,0 0 3-16,0-1-5 0,0 1-2 0,4-3-6 15,-8 2-3-15,3 0 0 0,5-2-2 0,-9 0 1 16,9 0 1-16,-8-2 1 0,8 2-4 0,-7 0 5 16,7 0-5-16,-5-1 3 0,5 1-7 0,-5-1 6 15,5 1 4-15,-4-3 0 0,4 3-1 0,0 0-2 16,0 0 1-16,0 0 0 0,-4-4-3 0,4 4 4 15,0 0-3-15,0 0 1 0,0 0-4 0,0 0 2 16,0 0 0-16,0 0 2 0,0 0-6 0,5 16 5 16,-5-16-2-16,3 7-2 0,0-3 2 0,-3-4 0 15,2 6 3-15,-2-1-1 0,0-5-3 0,1 9 2 16,-1-9 0-16,0 8-1 0,0-8-3 0,-1 8-2 0,1-8-2 16,-2 6-3-16,2-6-2 0,-2 5-5 0,2-5-1 15,-4 2-1-15,4-2-1 0,-5 3 0 16,5-3 2-16,-6 0 3 0,6 0 1 0,0 0 3 0,-10-4 1 15,7 0 0-15,3 4 2 0,-6-6 1 0,3 3-2 16,3 3 5-16,-4-9 2 0,3 5-3 0,-2 0 6 16,1-2 6-16,2 6 0 0,-2-10 11 0,1 6 3 15,1 4 2-15,-1-9 0 0,1 9-1 0,0-7-6 16,0 7 7-16,0 0-4 0,1-6 2 0,-1 6-3 16,0 0 1-16,0 0-6 0,0 0-2 0,0 0-2 15,0 0 0-15,1-6-3 0,-1 6-1 0,0 0 2 16,0 0 0-16,0 0-1 0,0 0-3 0,0 0 2 15,0 0-2-15,0 0 3 0,0 0-1 0,0 0-4 0,-4 15 1 16,4-15 4-16,-4 4-3 0,4-4-5 16,-6 5-2-16,1-3-7 0,5-2 2 0,-7 3-9 15,1-1-3-15,1-1-1 0,-2 0-5 0,1 0-3 0,0-1-4 16,0 0-2-16,-1-2 2 0,1 0 6 0,0-1 2 16,0 0 2-16,1 1 3 0,1-2-2 0,-3 0 1 15,3-1 6-15,-1 0 4 0,0-1 7 0,3 3 9 16,-2-3-1-16,2 1 1 0,0 1 8 0,2 4 4 15,-3-9 7-15,3 9 0 0,-1-5 2 0,-1 0 5 16,2 5 0-16,0 0-2 0,-1-6-5 0,1 6 0 16,0 0-5-16,0 0-1 0,0 0-1 0,0 0-2 15,0 0-3-15,0 0 1 0,0 0-2 0,0 0 1 16,0 0-1-16,0 0-4 0,0 0-1 0,0 0 1 16,-3 16 2-16,3-16-2 0,-2 9-3 0,0-6-1 15,2-3 4-15,-5 9-2 0,2-6-2 0,-2 1-10 16,-2 0-4-16,1-1 1 0,2 1-5 0,-4 0 1 0,1-4 2 15,-1 3 2-15,1-2 4 0,-1 0-2 0,-1-2 0 16,2 2-1-16,2-3 2 0,-1 1 4 16,-1 0-1-16,7 1 4 0,-7-3 1 0,4 1 3 0,3 2 3 15,-7-3 5-15,7 3 4 0,-4-2 1 0,4 2 7 16,-5-4 9-16,5 4 1 0,-3-4 3 0,3 4-1 16,0 0-2-16,-3-3-2 0,3 3-3 0,0 0-6 15,0 0 2-15,0 0-7 0,0 0 5 0,0 0-6 16,0 0 1-16,0 0-1 0,0 0-1 0,6 20 0 15,-5-15 7-15,0 2-10 0,0-4 7 0,1 6-5 16,-3-1 2-16,0 1-7 0,-2 1 1 0,0-2 0 16,-1 3 3-16,-2 1-2 0,0-1-1 0,-2 0-10 15,4-4 6-15,-5 2-15 0,2-1-12 0,1 0-26 0,0-4-26 16,-1 2-31-16,2-2-34 0,1 1-36 0,0-2-38 16,2-1-235-16,-3 0-483 0,5-2 215 15</inkml:trace>
          <inkml:trace contextRef="#ctx0" brushRef="#br0" timeOffset="-119178.3901">-871 10453 233 0,'0'0'280'16,"0"0"-11"-16,0 0-13 0,0 0-19 0,0 0-18 15,0 0-16-15,0 0-15 0,0 0-22 0,-12 2-15 16,12-2-10-16,-12 1-21 0,6-2-10 0,-1 1-20 16,7 0-42-16,-12-1-47 0,7-1-58 0,-1-1-58 0,0 0-74 15,2-1-204-15,-1 0-424 0,1-2 189 0</inkml:trace>
          <inkml:trace contextRef="#ctx0" brushRef="#br0" timeOffset="-118944.0385">-941 10148 140 0,'2'-4'322'16,"1"0"-16"-16,1 2-23 0,-4 2-23 0,3-6-23 15,-3 6-31-15,4-4-20 0,-4 4-25 0,3-3-38 16,-3 3-45-16,0 0-69 0,0 0-68 0,0 0-75 0,0 0-219 16,0 0-383-16,0 0 169 0</inkml:trace>
          <inkml:trace contextRef="#ctx0" brushRef="#br0" timeOffset="-115818.2664">-1442 10155 147 0,'0'0'191'0,"-14"-1"-21"0,14 1-20 15,-8 0-14-15,2 1-9 0,0 0-15 0,6-1-17 16,-11 1-11-16,6 1-10 0,0-2-17 0,-1 0-19 16,6 0 10-16,-10-1-7 0,6 1 6 0,4 0 7 15,-7-4 2-15,3 2 3 0,4 2 2 0,-4-7 7 0,4 2 9 16,0 5 8-16,-2-9-9 0,2 3-6 0,0 6-2 16,0-10-3-16,0 5-10 0,2 0-3 15,-2 0-7-15,0 5-7 0,4-11-16 0,-4 8-28 0,0 3-30 16,2-6-35-16,-2 6-38 0,0 0-30 0,0 0-57 15,0 0-123-15,0 0-345 0,0 0 153 0</inkml:trace>
          <inkml:trace contextRef="#ctx0" brushRef="#br0" timeOffset="-115569.2839">-1939 10302 249 0,'0'0'240'0,"0"0"-20"0,0 0-19 0,0 0-18 15,0 0-15-15,0 0-9 0,0 0-14 0,-3 7-11 16,-4-7-13-16,-1 0-13 0,2 1-13 0,-1 0-5 16,-1-1-10-16,2 0-8 0,0 0-9 0,-1 0-7 15,0-1-11-15,1 0-22 0,1 1-28 0,5 0-31 16,-8-3-30-16,5 1-35 0,3 2-30 0,-5-4-58 15,5 4-132-15,-3-5-348 0,3 5 154 0</inkml:trace>
          <inkml:trace contextRef="#ctx0" brushRef="#br0" timeOffset="-115553.656">-1948 10234 182 0,'0'0'181'0,"0"0"-8"0,0 0-16 16,-13-2 3-16,13 2-17 0,-11 0-13 0,4 3-12 15,1-2-13-15,-2-1-13 0,2 2-24 0,-1-2-31 16,1 0-46-16,0 0-45 0,6 0-41 0,-11-1-137 16,6 1-250-16,1-2 110 0</inkml:trace>
          <inkml:trace contextRef="#ctx0" brushRef="#br0" timeOffset="-115256.7821">-2038 10172 102 0,'0'0'237'0,"0"0"-1"0,0 0-10 16,0 0-10-16,0 0-21 0,0 0-8 0,0 0-15 16,0 0 8-16,0 0-9 0,0 0-5 0,0 0-7 0,0 0-5 15,-11 9-3-15,9-4-19 0,-2 0 0 0,3 0 0 16,-3 1-5-16,2 3 0 0,0-2-8 0,-1 2-8 16,0 1-10-16,1-1-6 0,0 3-2 0,-1-1-10 15,1-1-9-15,1 0-11 0,0 0 1 0,0 0-6 16,1-1-8-16,0-1-19 0,2-2-40 0,1 0-51 15,0 0-65-15,4-2-88 0,2 1-100 0,4-3-258 16,6-3-618-16,2 0 273 0</inkml:trace>
        </inkml:traceGroup>
        <inkml:traceGroup>
          <inkml:annotationXML>
            <emma:emma xmlns:emma="http://www.w3.org/2003/04/emma" version="1.0">
              <emma:interpretation id="{AA8545BB-CC1E-4D31-A6C7-273AC3B224F8}" emma:medium="tactile" emma:mode="ink">
                <msink:context xmlns:msink="http://schemas.microsoft.com/ink/2010/main" type="inkWord" rotatedBoundingBox="11661,11365 10086,11369 10085,10990 11660,10987"/>
              </emma:interpretation>
              <emma:one-of disjunction-type="recognition" id="oneOf15">
                <emma:interpretation id="interp23" emma:lang="" emma:confidence="1">
                  <emma:literal/>
                </emma:interpretation>
              </emma:one-of>
            </emma:emma>
          </inkml:annotationXML>
          <inkml:trace contextRef="#ctx0" brushRef="#br0" timeOffset="-113975.6513">-2375 10215 26 0,'0'0'221'0,"6"-5"-8"16,-6 5-20-16,2-4-7 0,-2 4-6 0,4-3-6 0,-4 3-13 15,5-1-7-15,-5 1-12 0,4-2-10 0,-4 2-11 16,6-3-13-16,-6 3-10 0,6 2-10 0,-6-2-8 16,5-2-6-16,-5 2-10 0,5-1-4 0,-5 1-10 15,0 0-3-15,7 1-6 0,-7-1-2 0,4 3-5 16,-4-3-4-16,4 3-4 0,-4-3-1 0,1 8-2 16,-1-8-6-16,2 4 2 0,-2-4-6 0,1 8-5 15,-1-8-3-15,0 8-2 0,0-8-4 0,0 7-5 16,0-7-5-16,0 7-4 0,0-7 0 0,1 5-3 0,-1-5 2 15,1 7 0-15,-1-7-2 0,3 5-1 16,-3-5 2-16,2 4-3 0,-2-4 3 0,3 6 0 16,-3-6 3-16,2 5 3 0,-2-5-2 0,0 5 3 0,0-5-2 15,0 0 0-15,2 5 3 0,-2-5 3 0,0 0-3 16,2 4 3-16,-2-4-2 0,0 0 1 0,0 0 1 16,0 0 0-16,0 0 3 0,-7 3-3 0,7-3-1 15,-8 1-6-15,4 0-2 0,-3-1-1 0,0 0-6 16,-1 0 5-16,-3 0-3 0,0 0 1 0,0 0-2 15,0 0 2-15,2 0 1 0,2-1 3 0,-4 0 0 16,3 2 2-16,1-2-4 0,3 2 2 0,4-1 1 16,-9-1-1-16,9 1 1 0,-7 1-2 0,7-1 0 0,-5-1 2 15,5 1 4-15,0 0-1 0,0 0 6 16,-3 4 8-16,3-4-1 0,0 0 5 0,0 0-2 16,0 0 1-16,0 0 5 0,9 8 4 0,-6-5 2 0,-3-3-4 15,5 4 0-15,-2-1 4 0,-1 1-2 0,1-1 1 16,-3-3-2-16,5 5-1 0,-4-3 3 0,-1-2-2 15,2 9-6-15,-2-9 3 0,1 6-2 0,-1-6 2 16,0 5-5-16,0-5 2 0,0 0-3 0,-4 7-5 16,0-5-12-16,4-2-5 0,0 0-5 0,-7 0-4 15,7 0 0-15,-6-1 1 0,6 1-10 0,-6-2-4 16,2-1 9-16,4 3 4 0,-6-3 0 0,3-1 2 16,-1 1 1-16,2-1 3 0,-2 1 5 0,1-1 17 0,-1-2 8 15,2 1 5-15,-1 2 4 0,3 3 3 16,-4-6 4-16,3 2 5 0,1 4 4 0,0 0-2 15,-2-10-1-15,2 10-1 0,0 0 6 0,3-8-1 0,-3 8 0 16,3-5-3-16,-3 5-2 0,0 0-6 0,0 0 1 16,4-3-5-16,-4 3-1 0,0 0-4 0,0 0 0 15,0 0-2-15,0 0-3 0,0 0 1 0,0 0-1 16,0 0-1-16,0 0-1 0,0 0 0 0,-5 18-1 16,1-14 1-16,1 0-3 0,-2-1-1 0,0 3 2 15,-2-3-6-15,1 1 1 0,0 0 0 0,-2 0-8 16,2 0-2-16,-1-1-1 0,0-1-4 0,-2 2 3 15,3-3 0-15,-1 0-5 0,0-1 5 0,1 0 3 0,0 0-4 16,0-1 4-16,6 1 1 0,-7-4 7 16,4 2 5-16,-1-2 2 0,4 4 3 0,-3-7 6 0,1 1 9 15,2-1 10-15,0 0 4 0,0-2 6 0,2-4 6 16,2-5 0-16,-1 3-2 0,2-3 0 0,-2 2-4 16,2 2-1-16,-3 1 7 0,1 1-5 0,-2 3-5 15,2 1 0-15,-1 2-6 0,0 2-2 0,-1 0-8 16,-1 4-18-16,1-7-28 0,-1 7-42 0,0 0-50 15,0 0-59-15,0 0-67 0,0 0-221 0,0 0-497 16,-15 9 221-16</inkml:trace>
          <inkml:trace contextRef="#ctx0" brushRef="#br0" timeOffset="-113350.6942">-2781 10310 10 0,'0'0'222'15,"3"-9"-10"-15,-1 4-17 0,-2 5-4 0,1-9-8 16,1 4-12-16,-1 1-12 0,-1 4-12 0,5-10-7 16,-2 5-11-16,0 2-8 0,-2-1-11 0,2 0-9 15,-3 4-13-15,6-6-6 0,-4 3-9 0,2 2-7 0,-4 1-6 16,7-4-7-16,-5 3-5 0,-2 1-5 15,6-3-5-15,-6 3-3 0,6 0-4 0,-6 0-2 16,0 0-3-16,6 4-5 0,-6-4 0 0,3 4-4 0,-3-4 1 16,2 3 0-16,-2-3 2 0,0 0 0 0,0 7-2 15,0-7 2-15,0 0 0 0,0 0 1 0,-4 10 0 16,4-10-3-16,-4 5 0 0,1-2 1 0,0 0-3 16,-2-1 0-16,2 1-4 0,-1 1 2 0,-1-2-1 15,-1 1-1-15,-1 0-2 0,0-1-2 0,0 0-2 16,2 0 4-16,-3 1-4 0,3-2-1 0,0 2-1 15,1-2-2-15,-2 1 3 0,4 1 1 0,-3-1-4 16,5-2-1-16,-7 2 5 0,3 0-4 0,4-2 0 16,-4 3 3-16,2 1 2 0,2-4 3 0,-3 6 6 15,3-6 1-15,-2 8-1 0,2-2 0 0,0-6-1 16,0 10 3-16,1-3 0 0,0 2-2 0,-1-2-1 0,2 0 1 16,0 3 0-16,-1-2-1 0,0 1-5 15,-1 1 4-15,1-1-3 0,-1 0 1 0,0 0-2 16,1-2-11-16,-3 2-29 0,0-4-35 0,0 1-40 0,0-1-45 15,2-5-66-15,-6 7-271 0,3-4-526 0,0 0 233 16</inkml:trace>
          <inkml:trace contextRef="#ctx0" brushRef="#br0" timeOffset="-113085.0793">-2957 10335 154 0,'0'0'153'0,"0"0"-16"0,-6-3-4 15,6 3-9-15,0 0-7 0,-4-3-11 0,4 3-14 16,-2-5 3-16,2 5 1 0,0 0-4 0,-2-8-7 15,2 8 2-15,-2-6-1 0,2 6-16 0,0 0-2 16,0-8-6-16,0 8-6 0,3-7-5 0,-3 7 2 16,4-5 0-16,-1 1-5 0,-1 1-2 0,-2 3-4 15,5-5 2-15,-3 2-2 0,-2 3-1 0,5-3-2 16,-5 3-5-16,5-3 2 0,-5 3 1 0,0 0-4 16,8 4 2-16,-8-4-2 0,4 7 2 0,-4-3 0 15,1 2 3-15,0 1 1 0,-2 0-6 0,0 5 0 16,-3-1 3-16,-2 1 2 0,0-1-4 0,-1 2-2 0,-2-1-2 15,0-3-5-15,-4 5-6 0,-1-3-28 0,4-1-43 16,-1-3-59-16,1-1-77 0,1-1-237 16,2-1-460-16,2-2 204 0</inkml:trace>
          <inkml:trace contextRef="#ctx0" brushRef="#br0" timeOffset="-112538.2526">-3191 10113 174 0,'0'0'273'0,"0"0"-24"0,0 0-16 16,0 0-6-16,0 0-11 0,0 0-3 0,0 0-16 15,0 0-10-15,4 17-11 0,-2-9-15 0,-1-1-13 16,1 0-12-16,0 2-9 0,-1-1-10 0,0 1-12 16,1 3-12-16,-1-3-11 0,1 0 7 0,-2 1-18 15,1-2-24-15,-1 2-41 0,0-2-45 0,0 0-62 16,-1-1-76-16,0 0-83 0,-2-3-199 0,0 3-497 0,1-1 221 16</inkml:trace>
          <inkml:trace contextRef="#ctx0" brushRef="#br0" timeOffset="-111632.4839">-3366 10258 142 0,'0'0'215'0,"0"0"-5"0,1-8-17 15,-1 8-17-15,2-5-14 0,-2 5-13 16,5-7-11-16,-2 3-6 0,0 2-10 0,-3 2-10 16,7-6-8-16,-3 5-7 0,0-1-11 0,-1-1-7 15,-3 3-7-15,7-3-6 0,-7 3-6 0,6-2-3 0,-6 2-5 16,7 2-1-16,-7-2-4 0,6 1-4 0,-6-1-7 16,6 4 1-16,-3-3-6 0,-3-1 3 0,5 4-7 15,-3-2-1-15,-2-2-3 0,3 6 1 0,-3-6-1 16,1 7 0-16,-1-7 0 0,-2 7-4 15,2-7-2-15,-3 6 0 0,0-2 0 0,-1-1-1 0,1 0-2 16,-2-2-1-16,-1 1-3 0,0 1 1 0,2-1 0 16,-2 0-5-16,-1 0-4 0,1-1-6 0,1-1-1 0,5 0-7 15,-9-1-1-15,3-1 0 0,6 2-1 16,-9-2 1-16,5-1 4 0,1 0-2 16,3 3 2-16,-6-5 1 0,3 0 2 0,1 2-2 15,2 3 6-15,-4-8 4 0,4 8 9 0,-1-7 6 16,0 3 5-16,1 4-1 0,-1-7 4 0,1 7 2 15,-1-8 1-15,1 8 2 0,0 0-3 0,0-8-5 0,0 8 0 0,0 0-6 16,0 0-2-16,0 0-1 0,0 0-1 0,0 0-1 16,0 0-3-16,0 0 4 0,0 0-2 0,0 0-3 15,0 0-2-15,0 0-1 0,0 0-2 0,-6 19 4 16,4-16-1-16,2-3-5 0,-5 8-3 0,3-5-3 16,-1 0-4-16,-1 0-2 0,1 0-5 0,-3 1-3 15,3-2-5-15,-1 1-6 0,-1-1-4 0,0-1-12 16,5-1 0-16,-8 1-4 0,2-2-3 0,2 2 1 15,4-1 5-15,-8-4-8 0,2 1 5 0,1 1 1 0,1-2 4 16,-2 0 5-16,2-2 6 0,-1 2 3 0,1-1 1 16,1-2 8-16,-1 2 4 0,2-3 6 0,1 1 9 15,-1 1 5-15,2-2 8 0,0 1 10 0,1 1 15 16,0 0 7-16,-1 6 7 0,1-9 7 0,-1 9 7 16,0-8 1-16,2 4 3 0,-2 4-1 0,0 0-4 15,1-7-7-15,-1 7-8 0,0 0-3 0,0 0-3 16,0 0-5-16,0 0-1 0,0 0-4 0,0 0 0 15,0 0 3-15,4 16-5 0,-2-11 3 0,-1 1-6 16,-1-1 0-16,0 4 2 0,0-1-3 0,0-1-2 16,-1 2-2-16,-2-1 0 0,0 0-2 0,0 1-4 0,0-2-1 15,-1 1-1-15,0 1-2 0,0-2-2 0,0 0 2 16,-1 0 3-16,1-3-1 0,-1 1-1 16,0 0-4-16,-1 0-3 0,1-2 3 0,-1-1-4 0,1 1-4 15,0-3 2-15,1 1-2 0,4-1 1 0,-7 0-2 16,7 0 7-16,-7-2-5 0,7 2 0 0,-4-5-3 15,3 0 3-15,0 1 2 0,-2-3-3 0,2 2 3 16,0-3 2-16,1 0 6 0,1-4-2 0,-1 3 4 16,2-4-1-16,-2 1 0 0,2-2 0 0,-1-1 1 15,-1 3-2-15,2-1-3 0,0 5-2 0,-2 0-2 16,1 1 1-16,-1 0 0 0,1 1-13 0,-1 6-33 16,2-6-45-16,-2 6-56 0,0 0-62 0,0-6-61 0,0 6-236 15,0 0-545-15,0 0 241 0</inkml:trace>
          <inkml:trace contextRef="#ctx0" brushRef="#br0" timeOffset="-111070.0221">-3800 10242 148 0,'0'0'232'0,"0"0"-18"0,13-12-14 0,-9 10-19 16,-1 0-15-16,1-1-14 0,-4 3-15 0,8-3-16 15,-5 1-12-15,-3 2-11 0,7-3-9 0,-7 3-8 16,7 0-8-16,-3 0-9 0,-4 0-9 0,0 0-4 0,7 4-2 16,-4-3-6-16,-3-1-4 0,3 5-4 0,0-2-5 15,-3-3-5-15,4 7-10 0,-2-5-10 0,-2-2-10 16,4 6-3-16,-3-2-2 0,-1-4 0 0,3 4-3 15,-1 0 0-15,-2-4-3 0,3 6 7 0,-3-6 3 16,0 5-3-16,0-5 0 0,0 0-1 0,1 8 4 16,-1-8-1-16,0 0 4 0,0 0-3 0,0 0 3 15,0 0 0-15,0 0 1 0,-3 6 3 0,3-6 0 16,0 0 2-16,-5 2 5 0,5-2 0 0,-6 1 1 16,6-1 5-16,-8 1 1 0,4 0 7 0,-2 0 6 15,0-1-2-15,0 1 2 0,0-1 8 0,-2 2 1 16,0-1 4-1,2 0 2-15,-3 2 3 0,2-2 1 0,-1 1-1 0,2 1 2 0,-1 1-4 0,0 0-4 0,-1-1-1 16,3 2-2-16,0 0 0 0,-1 0-3 0,1-1-1 16,1 4-3-16,1-3 1 0,1 2-6 0,-1 0 1 15,1 0 4-15,1 0-6 0,0 0 0 0,1-7-3 16,3 12 2-16,-2-6-9 0,3 0 1 0,1-1-1 16,1-1-7-16,1 1-24 0,1-3-24 0,3 0-41 15,-1 0-48-15,0 0-52 0,3-3-81 0,-2 0-171 16,0-2-471-16,0 0 209 0</inkml:trace>
        </inkml:traceGroup>
        <inkml:traceGroup>
          <inkml:annotationXML>
            <emma:emma xmlns:emma="http://www.w3.org/2003/04/emma" version="1.0">
              <emma:interpretation id="{5B0291AC-EC03-493A-ABA9-CC60FE251D3F}" emma:medium="tactile" emma:mode="ink">
                <msink:context xmlns:msink="http://schemas.microsoft.com/ink/2010/main" type="inkWord" rotatedBoundingBox="9947,11333 8645,11336 8644,11003 9946,11000"/>
              </emma:interpretation>
              <emma:one-of disjunction-type="recognition" id="oneOf16">
                <emma:interpretation id="interp24" emma:lang="" emma:confidence="1">
                  <emma:literal/>
                </emma:interpretation>
              </emma:one-of>
            </emma:emma>
          </inkml:annotationXML>
          <inkml:trace contextRef="#ctx0" brushRef="#br0" timeOffset="-108804.5658">-4654 10278 170 0,'6'-9'181'0,"-6"9"-10"0,4-6-9 0,-1 2-8 16,-1 0-8-16,0 0-7 0,2 1-8 0,-4 3-7 0,5-5-12 16,-2 2-4-16,0 0-3 0,1-2-9 0,-1 3-3 15,-3 2-9-15,7-3-3 0,-4 1-7 0,-3 2-5 16,6-1-5-16,-6 1-3 0,0 0-7 0,6 0-4 16,-6 0-4-16,6 3-5 0,-6-3-5 0,3 5-2 15,-3-5-3-15,2 6-1 0,-2-6-3 0,2 5-4 16,-1-1-2-16,-1-4 0 0,0 7-1 0,0-7 2 15,0 0-2-15,-4 11-5 0,1-9 3 0,0 2-3 16,0-1-2-16,-2 0 2 0,0 0-4 0,-1-1-2 0,1 0-2 16,-2 0-18-16,1-1-5 0,-1-1 2 15,7 0-5-15,-11-2 1 0,5 1-1 0,1-1-1 16,-1-2 3-16,3 1 0 0,-2 2 0 0,2-4 2 0,3 5 3 16,-6-6 2-16,3 3 0 0,3 3 4 0,-5-8 2 15,3 5 6-15,2 3 6 0,-2-7-6 0,2 7 1 16,-2-6 6-16,2 6-1 0,0 0 2 0,-1-7-3 15,1 7 0-15,0 0-3 0,0 0 0 0,0 0 1 16,0 0 1-16,0 0 0 0,0 0 0 0,0 0 1 16,0 0 1-16,0 0-4 0,0 0 2 0,0 0 0 15,0 0-2-15,0 0 2 0,-2 19-1 0,0-16-1 16,-1 0 0-16,0 1 0 0,-1-1-1 0,-1 2 0 16,0-1 2-16,-1-1-2 0,1 1 0 0,-3-2-1 15,3 1 0-15,-2 0-6 0,1-1-3 0,1-2-9 0,-1 3-9 16,1-2-7-16,0-1-8 0,5 0-1 0,-8-1-7 15,8 1 0-15,-9-3 0 0,4 2-1 0,0-2 3 16,5 3 2-16,-6-4 9 0,3 2-1 0,3 2 7 16,-3-5-1-16,3 5 8 0,0 0-1 0,0-7 10 15,0 7 8-15,0 0 5 0,0 0 10 0,2-9 3 16,-2 9 8-16,4-4 6 0,-4 4 9 0,5-1-1 16,-5 1 4-16,0 0 2 0,9 3 10 0,-9-3 11 15,7 4 6-15,-3-1-4 0,-1-1 0 0,1 2 5 0,-2 0 5 16,2 0 0-16,-2 1 0 0,-1-1-5 15,1 3-2-15,-2 0-5 0,0-1-3 0,0-6-6 16,-2 14-4-16,-1-5-7 0,-1-1-4 0,-1 0-6 0,-1-1 1 16,-1 2-16-16,0-3-20 0,-2 1-36 0,-1-2-37 15,3 0-51-15,0 0-42 0,0-3-53 0,1 1-264 16,0-2-525-16,0-1 232 0</inkml:trace>
          <inkml:trace contextRef="#ctx0" brushRef="#br0" timeOffset="-108538.9376">-4915 10277 1 0,'0'0'227'0,"0"0"-5"0,0 0-11 15,0 0-7-15,0 0-16 0,0 0-9 16,3 17-9-16,-3-12-7 0,0-5-5 0,1 10-8 15,-1-3-2-15,-1 0-15 0,1 0-10 0,-1 1-12 0,0-1-8 16,0 0-6-16,-2 2-8 0,0-2-7 0,0 1-9 16,-1 0-5-16,-3-2 0 0,2 1-13 0,-1 0-17 15,0-2-17-15,0 1-38 0,0-2-32 0,-1 0-39 16,0 0-49-16,0-1-54 0,1-1-59 0,-1 0-142 16,1-1-425-16,-3-1 189 0</inkml:trace>
          <inkml:trace contextRef="#ctx0" brushRef="#br0" timeOffset="-109960.7289">-4027 10228 13 0,'0'0'241'15,"8"7"-14"-15,-8-7-13 0,2 3-15 0,-2-3-15 16,1 6-10-16,-1-6-18 0,1 5-9 0,-1-5-10 0,2 7-11 16,-2-7-6-16,1 7-11 0,-1-7-7 0,1 4-10 15,-1-4-6-15,0 0-12 0,-2 10-6 16,2-10-4-16,-2 5-4 0,2-5-7 0,-3 3-8 0,3-3-2 16,-5 2-9-16,1 1-9 0,4-3-17 0,-7 1-7 15,7-1-11-15,-9-1-7 0,9 1-8 0,-8-3 3 16,8 3 2-16,-8-2-2 0,4-1-5 0,2 0 5 15,2 3-1-15,-5-6 2 0,3 3 4 0,2 3 1 16,-4-7-3-16,4 7 11 0,-3-6 0 0,3 6 7 16,-3-6 0-16,3 6 3 0,-1-4 5 0,1 4 4 15,0 0 1-15,0 0 1 0,0 0-5 0,-3-7-1 16,3 7 0-16,0 0-4 0,0 0 0 0,0 0 2 0,0 0-2 16,0 0-2-16,0 0 4 0,0 0-7 0,0 0 7 15,0 0-4-15,-1 17 1 0,1-17-4 0,0 6 1 16,0-6 4-16,-3 6 0 0,3-6-3 0,-3 6-1 15,0-3-6-15,3-3-6 0,-4 4-10 0,4-4-7 16,-6 1-9-16,1 0 0 0,5-1-4 0,-7 3-5 16,4-3 4-16,3 0 1 0,-8-1 2 0,8 1 4 15,-8-3 8-15,5 2-2 0,-2-3 5 0,5 4 4 0,-5-6 1 16,3 2-2-16,2 4 7 0,-3-7 5 16,1 3 8-16,2 4 9 0,-1-7 7 0,1 7 0 15,-3-6 5-15,3 6-4 0,0 0-2 0,-2-6 1 0,2 6-3 16,0 0-2-16,0 0 1 0,-2-3-3 0,2 3 0 15,0 0 2-15,0 0-4 0,0 0-5 0,0 0 4 16,0 0 3-16,0 0-1 0,0 0 0 0,-8 8 1 16,8-8-9-16,-4 4 7 0,4-4-6 0,-5 4-21 15,1-1-4-15,-1-1-4 0,1 1 0 0,-1 0-2 16,0-2-2-16,-1 2 1 0,1-2 0 0,0 1 7 16,0-1 6-16,1 1-4 0,4-2 6 0,-7 1 0 15,3 0 1-15,4-1 7 0,-6 0 11 0,6 0 11 0,0 0 8 16,-8-1 11-16,8 1 9 0,0 0 11 15,-4-2 4-15,4 2 2 0,0 0-3 0,0 0-2 0,0 0-8 16,0 0 5-16,0 0-4 0,0 0 0 0,0 0 2 16,0 0 0-16,0 0-1 0,0 0 3 0,0 0 1 15,9 12 8-15,-9-12-1 0,5 6 1 0,-4-1 4 16,0-1-2-16,0 2-1 0,0-1 1 0,0 4-2 16,-2-1-6-16,0 0-1 0,-1 0-4 0,1 1-7 15,-2 1-9-15,-2 1 4 0,-1 0-6 0,2-2 0 16,-2 0-1-16,0 0-8 0,-1-1 0 0,0 0-18 15,-1 1-16-15,2-5-27 0,-1 1-35 0,1 0-21 16,-1-1-31-16,3-2-38 0,-1-1-53 0,0 1-225 0,5-2-482 16,-9-3 214-16</inkml:trace>
          <inkml:trace contextRef="#ctx0" brushRef="#br0" timeOffset="-109585.7592">-4430 10299 108 0,'-2'-4'124'0,"2"4"-9"16,0 0-6-16,0-9-10 0,0 9-2 0,0 0-4 15,1-8 0-15,-1 8-2 0,1-7-10 0,-1 7-2 0,3-6-8 16,-1 3-2-16,-2 3-7 0,4-4 2 0,-4 4 0 16,5-4 0-16,-5 4 4 0,3-4 0 15,-3 4 4-15,5 0-2 0,-5 0-4 0,0 0-1 0,0 0 3 16,5 5 2-16,-5-5 3 0,2 8 3 0,-2-2-1 16,1 2 0-16,-1-1 1 0,0 1-1 0,0 2 1 15,-2-2 3-15,-1 2-4 0,0-1-9 0,-3 3-5 16,0-1-4-16,-1 0-5 0,-1 0-4 0,-1-1-6 15,1-1-13-15,-2 1-28 0,4-4-52 0,0 0-68 16,2-3-83-16,-1-1-247 0,3 0-487 0,2-2 215 16</inkml:trace>
          <inkml:trace contextRef="#ctx0" brushRef="#br0" timeOffset="-107819.2392">-5056 10247 146 0,'0'0'220'0,"0"0"-11"0,2-5-7 16,-2 5-16-16,0 0-7 0,0 0-11 0,0 0-6 15,0 0-10-15,0 0-11 0,0 0-11 0,0 0-6 16,0 0-8-16,0 0-9 0,0 0-10 0,0 0-8 0,1 17-9 16,-1-17-6-16,1 6-6 0,-1-6-4 15,1 4-2-15,-1-4-2 0,1 6-3 0,-1-6 4 16,0 0-3-16,-4 10 1 0,1-8-3 0,0 2-2 0,-1-1-5 15,-1 2 1-15,0-1 0 0,1-1-11 0,-2 0-4 16,2 0-1-16,-3 0-4 0,-1 0-5 16,1-1-3-16,-2 0 0 0,-2-1-4 0,0 0-2 0,2 1 3 15,-3-2-6-15,0 0 1 0,-1 0-4 0,2 0 0 16,-4-3-1-16,2 1 0 0,-3-1-3 0,4 0-1 16,0-1 4-16,2 2 1 0,-1-1-8 0,5-2-3 15,-1 0-7-15,1 0-13 0,2-3-22 0,2 3-24 16,1-3-27-16,2 0-31 0,1-2-35 0,2 2-38 15,1-2-37-15,0 0-222 0,3 0-493 0,-1 2 219 16</inkml:trace>
          <inkml:trace contextRef="#ctx0" brushRef="#br0" timeOffset="-106475.5887">-5136 10127 57 0,'0'0'147'0,"0"0"-9"0,0 0-7 15,0 0 1-15,0 0-4 0,0 0-5 0,0 0 1 16,0 0-7-16,0 0-1 0,0 0-6 0,0 0-9 16,2 7-1-16,-2-7-5 0,0 0-11 0,0 0-2 15,0 0-7-15,-10 5-7 0,10-5-3 0,-6 1-10 16,6-1-5-16,-8 2-4 0,3-1-20 0,5-1-31 16,-10 0-52-16,4 0-58 0,-1 0-218 0,0 0-359 15,-1-1 159-15</inkml:trace>
          <inkml:trace contextRef="#ctx0" brushRef="#br0" timeOffset="-107804.6347">-5171 10147 243 0,'0'0'235'16,"0"0"-14"-16,0 0-18 0,0 0-18 0,0 0-17 0,-16-5-13 16,16 5-17-16,-8 0-11 0,8 0-13 0,-7 1-25 15,7-1-49-15,-8 0-61 0,8 0-89 0,-6-1-189 16,6 1-321-16,-2-4 142 0</inkml:trace>
        </inkml:traceGroup>
        <inkml:traceGroup>
          <inkml:annotationXML>
            <emma:emma xmlns:emma="http://www.w3.org/2003/04/emma" version="1.0">
              <emma:interpretation id="{2CB27C30-7FD0-4E4E-974B-BC1CBF13E57C}" emma:medium="tactile" emma:mode="ink">
                <msink:context xmlns:msink="http://schemas.microsoft.com/ink/2010/main" type="inkWord" rotatedBoundingBox="8504,11323 6061,11328 6060,10795 8503,10790"/>
              </emma:interpretation>
              <emma:one-of disjunction-type="recognition" id="oneOf17">
                <emma:interpretation id="interp25" emma:lang="" emma:confidence="1">
                  <emma:literal/>
                </emma:interpretation>
              </emma:one-of>
            </emma:emma>
          </inkml:annotationXML>
          <inkml:trace contextRef="#ctx0" brushRef="#br0" timeOffset="-101664.4626">-6558 10279 211 0,'0'0'214'0,"0"0"-11"16,0 0-19-16,0 0-21 0,0 0-14 0,0 0-10 15,0 0-9-15,0 0-16 0,0 0-6 0,0 0-10 16,0 0-12-16,0 0-7 0,12 8-6 0,-12-8-5 16,5 3 0-16,-5-3-7 0,4 4-2 0,-1-1-6 15,-3-3-2-15,5 6-4 0,-2-3-2 0,-2 1 0 16,-1-4-7-16,3 6 4 0,-1-4-4 0,1 2-3 0,-3-4-6 16,3 7 3-16,-1-4-3 0,-2-3-6 0,1 6-17 15,-1-6 0-15,2 5 1 0,-2-5-1 0,0 0 1 16,0 7-2-16,0-7 2 0,0 0-1 0,-4 4-5 15,4-4-6-15,-6 2-10 0,6-2-9 0,-7 2-6 16,2-1-1-16,5-1-9 0,-10-1-10 0,5 0-11 16,5 1-1-16,-10-2-2 0,6 0-6 0,-1 0-3 15,1-1 3-15,0 0 1 0,0 0 15 0,1-1-4 16,3 4 5-16,-6-6 6 0,3 2 10 0,3 4 1 0,-2-7 7 16,1 2 7-16,1 5 16 0,-1-10 6 0,1 10 12 15,0-8 4-15,0 8 8 0,0-8 5 16,0 8-1-16,1-8 1 0,0 3 5 0,-1 5 1 0,1-7 0 15,-1 7 3-15,0 0-5 0,1-7-5 0,-1 7 0 16,0 0-3-16,0 0-2 0,0 0-3 16,2-5-3-16,-2 5-2 0,0 0-3 0,0 0 0 0,0 0-1 15,0 0 1-15,0 0-1 0,0 0 0 0,0 0-2 16,0 0 0-16,-8 15 1 0,8-15-1 0,-4 5-2 16,1-3-3-16,-1 2 1 0,-2-1 0 0,2 0 0 15,0-2 0-15,0 2 0 0,0-1-3 0,4-2 3 16,-8 3-3-16,4-1-5 0,4-2-11 0,-7 2 0 15,3-1-6-15,4-1 0 0,-6 0 2 0,6 0 0 16,0 0 3-16,-7-3 3 0,7 3-3 0,0 0 7 16,-5-4 4-16,5 4 6 0,-2-5 2 0,2 5 7 0,-2-5 5 15,2 5 6-15,0 0 5 0,0-8-1 0,0 8-1 16,0 0 2-16,0 0 7 0,1-9 1 16,-1 9 4-16,0 0 0 0,0-5-3 0,0 5-4 0,0 0 0 15,0 0-6-15,0 0 0 0,0 0-3 0,0 0-4 16,0 0 1-16,0 0-3 0,0 0-1 0,0 0-1 15,0 0-2-15,0 0-1 0,0 0-1 0,-7 17 1 16,6-13 2-16,1-4-6 0,-4 6-2 0,2-3 0 16,-1 1-2-16,3-4 0 0,-6 5 5 0,3 0-7 0,-1-4-3 15,0 1-2-15,-2 1-5 0,2-1-7 16,-2-1-1-16,1 1-5 0,-2-1-2 0,3-1 1 16,4 0 2-16,-10 0-2 0,10 0 3 0,-7-3 6 0,4 1-3 15,3 2 1-15,-5-5 4 0,5 5 0 0,-2-5 5 16,2 5 9-16,-1-8 6 0,1 8 7 0,0-6 2 15,0 6 7-15,-2-6 3 0,2 6 0 0,0 0 3 16,0-8 3-16,0 8-6 0,0 0 0 0,0 0-2 16,0 0-1-16,2-6-7 0,-2 6-1 0,0 0-1 15,0 0-5-15,0 0 4 0,0 0-3 0,0 0-3 16,0 0 1-16,0 0-1 0,0 0-2 0,0 0-2 16,0 0 2-16,0 0 0 0,-4 18-7 0,4-18-5 15,-4 7-3-15,3-3-4 0,1-4-4 0,-6 7-5 16,3-4-2-16,-1 0-7 0,0 0-4 0,0 0-2 15,0-2-8-15,-1 2-1 0,2-1-1 0,-4-1-2 0,3 1-3 16,-2-1 3-16,0-1-4 0,6 0 3 0,-9 0 1 16,4-2 4-16,5 2 6 0,-7-4 0 0,4 1 6 15,0 0 1-15,3 3 5 0,-4-7 4 0,3 4 14 16,1 3 7-16,0-10 7 0,0 10 11 0,-1-9 12 16,1 9 14-16,0-7 12 0,0 7 4 0,0-7 5 15,0 7-2-15,0 0 0 0,0 0-4 0,0-8-3 16,0 8-5-16,0 0-3 0,0 0-9 0,0 0-3 15,0 0-5-15,0 0-2 0,0 0-4 0,0 0-5 16,0 0-2-16,0 0-2 0,0 0-1 0,0 0 3 16,0 0-3-16,0 0 0 0,0 0-4 0,0 0 1 15,-9 16-2-15,8-13 0 0,1-3-1 0,-5 5 1 0,2-1-2 16,0 0 2-16,3-4-1 0,-6 7-1 0,2-4-1 16,-1 0-1-16,1 0-4 0,-3-1-3 0,2 2-6 15,-1-2-8-15,-1-1-8 0,1 1-7 0,-2 0-6 16,2-3-7-16,-1 2-2 0,1-1-1 0,-1 1-2 15,0-1-4-15,1-1 6 0,0-1 4 0,6 2 0 16,-8-3 4-16,5 1 3 0,3 2-2 0,-5-4 6 16,3 0-2-16,2 4 5 0,-4-5-1 0,4 5 7 15,-1-8 4-15,1 8 4 0,0-6-1 0,0 6 4 16,0 0 2-16,3-8 12 0,-3 8-2 0,2-4 8 16,-2 4 6-16,5-5 9 0,-5 5 0 0,5-3 3 15,-5 3 0-15,5-1-2 0,-5 1 0 0,0 0-2 0,7 4 2 16,-4-2 1-16,0 1 4 0,-1 2 1 0,0-1-1 15,0 1 4-15,-1 2 1 0,-1-1 2 0,-1 2-3 16,1 1 2-16,-3-3-3 0,2 2-2 0,-3-1-1 16,0 1-3-16,-2 0-4 0,2-1-1 0,-3-2-2 15,0 2-12-15,1-3-20 0,-4 0-28 0,1 2-32 16,0-4-47-16,-2 2-58 0,1-2-79 0,-2 1-141 16,4-2-430-16,-1-1 190 0</inkml:trace>
          <inkml:trace contextRef="#ctx0" brushRef="#br0" timeOffset="-105929.7747">-5464 10279 81 0,'0'0'168'0,"0"0"-14"0,-5 3-14 0,5-3-11 16,0 0-10-16,0 0-13 0,-3 2-10 15,3-2-9-15,0 0-7 0,-7 1-13 0,7-1-1 0,0 0-8 16,-6-1-5-16,6 1-5 0,0 0-5 0,0 0 1 15,-6-2-8-15,6 2-2 0,0 0-1 0,0 0-6 16,-3-5 1-16,3 5-2 0,0 0-4 0,0-8-10 16,0 8 7-16,0 0-2 0,0 0 2 0,3-9 1 15,-3 9 6-15,4-3 5 0,-4 3 2 0,5-3 7 16,-5 3 5-16,4-4 6 0,-4 4 5 0,6-3-2 16,-6 3 2-16,5-1 2 0,-5 1-1 0,0 0-2 0,6 1 1 15,-6-1 1-15,3 3-1 0,-3-3 5 0,3 6 3 16,-2 0 0-16,-1-6 10 0,-1 12-12 0,0-6 1 15,-1 3-4-15,-1-1-3 0,1 1-5 0,-2 0-6 16,2-1-6-16,-3 3-3 0,-2-1-2 0,0-2-14 16,2-1-20-16,-3 0-42 0,0 1-45 0,1-4-47 15,0 0-59-15,-1-2-76 0,3 1-159 0,-3-2-464 16,-1 0 206-16</inkml:trace>
          <inkml:trace contextRef="#ctx0" brushRef="#br0" timeOffset="-104991.3467">-5690 10244 35 0,'0'0'187'15,"0"0"-10"-15,0 0-11 0,0 0-8 0,0 0-11 16,0 0-8-16,0 0-11 0,0 0-11 0,2 17-11 16,-2-17-11-16,2 8-7 0,-2-8-8 0,1 8-4 15,-1-8-11-15,0 7-2 0,0-7-7 0,0 7-5 16,0-7-3-16,-3 6-6 0,0-3 1 0,3-3-7 0,-5 4-2 16,1 0-3-16,1-3-5 0,-2 0 1 15,5-1-5-15,-11 2-3 0,5-3 2 0,-1 0-6 0,0 0 0 16,0 0-1-16,0-1-3 0,1-1-1 0,-1-1-1 15,1 1 6-15,0-1 14 0,1 1 5 0,2 0 11 16,-1-1 9-16,0 0 5 0,1 1 5 0,3 3 1 16,-5-7 3-16,2 5 0 0,3 2 3 0,-3-5 6 15,3 5-2-15,-4-4-3 0,4 4-2 0,0 0-9 16,-2-5-5-16,2 5-6 0,0 0-6 0,0 0-5 16,0 0-7-16,0 0-1 0,0 0-3 0,0 0-6 15,0 0 2-15,0 0 1 0,0 0-8 0,7 14-2 16,-5-10 0-16,0 0 0 0,0 0-4 0,1 0 8 0,-1 3-13 15,1-1 5-15,-2 0-2 0,-1-1 0 0,0 1 2 16,0-6 0-16,-1 10-6 0,-2-3-1 16,0-1 0-16,-3 0-6 0,1-1-4 0,-1-1-11 0,-1 1-15 15,1-1-10-15,-3 0-17 0,2 1-21 0,1-4-24 16,-1 1-20-16,1-1-16 0,1-1-24 0,1 2-35 16,4-2-34-16,0 0-200 0,-9-2-469 0,9 2 209 15</inkml:trace>
          <inkml:trace contextRef="#ctx0" brushRef="#br0" timeOffset="-104990.3467">-5759 10448 94 0,'0'0'326'0,"9"-5"-18"0,-9 5-22 16,3-4-21-16,-3 4-29 0,3-4-25 15,-3 4-19-15,1-4-30 0,-1 4-46 0,2-5-55 0,-2 5-68 16,0 0-74-16,0 0-75 0,0 0-180 0,-4-12-363 16,4 12 160-16</inkml:trace>
          <inkml:trace contextRef="#ctx0" brushRef="#br0" timeOffset="-104726.7411">-5986 10291 201 0,'0'0'271'0,"0"0"-23"0,0 0-5 16,0 0-18-16,0 0-8 0,0 0-18 0,0 0-13 15,0 0-17-15,0 0-12 0,0 0-5 0,0 0-9 16,7 17-8-16,-5-13-9 0,-2-4-2 0,3 9-5 15,-1-6-7-15,-1 2-7 0,1 0-6 0,-2-5 2 16,1 9-5-16,-1-4-7 0,-1 3-3 0,0-2-11 16,1-6 0-16,-1 10-6 0,-1-4-8 0,-1 0-9 15,1-1-2-15,0 2-13 0,-2-1-2 0,-1-1 6 16,1 0-4-16,0 1-2 0,-1-2-12 0,-1 1-1 16,1-1 0-16,-1-1-3 0,0 0 10 0,-1 0-15 0,0 0 0 15,0-3 3-15,-2 1-3 0,-2-1-4 16,0-1-2-16,0 1 0 0,-1-2-4 0,2 0-3 15,-3-2-1-15,2 1-3 0,0-1-8 0,2-1 5 0,2 1-6 16,0-2-8-16,1 0 3 0,2 0-1 0,0-2-11 16,1 2-1-16,1-1-16 0,2-1-10 0,0 0-20 15,2 1-22-15,0-2-37 0,-1 2-32 0,3 0-43 16,0-1-35-16,1 0-46 0,-2 0-194 0,1 2-524 16,0-1 232-16</inkml:trace>
          <inkml:trace contextRef="#ctx0" brushRef="#br0" timeOffset="-104539.2518">-6101 10203 236 0,'2'-3'289'0,"-2"3"-20"0,3-7-20 15,-1 4-22-15,-2 3-26 0,0 0-20 16,3-6-23-16,-3 6-38 0,0 0-48 0,0 0-67 0,0 0-63 15,0 0-72-15,0 0-174 0,0 0-328 0,0 0 145 16</inkml:trace>
          <inkml:trace contextRef="#ctx0" brushRef="#br0" timeOffset="-104195.5052">-6316 10332 16 0,'0'0'203'16,"-5"1"-20"-16,5-1-14 0,0 0-16 0,0 0-16 16,0 0-9-16,-10-5-14 0,10 5-6 0,-4-2-9 15,4 2-10-15,-6-4-6 0,6 4-9 0,-7-2-5 16,7 2-5-16,-5-4-7 0,1 1-1 0,4 3-3 15,-4-5-2-15,4 5 2 0,-2-7 1 0,2 7-6 16,-2-7-2-16,2 7-4 0,2-8-2 0,-2 8-1 16,3-8-2-16,0 5 0 0,1-2 3 0,-1 2 5 15,0-1 1-15,1 2 4 0,2-3-5 0,0 3 2 16,0-1 0-16,-1 2 0 0,0 0 3 0,0 0-4 16,-5 1-1-16,7 2-2 0,-3-1 3 0,-1 3 6 15,0 1-2-15,-1 2-2 0,0 0 0 0,-2 2-6 0,-2 0 0 16,0 3-2-16,-2 2-5 0,0-2-3 0,-2 3-3 15,-2-2-4-15,-2 1-18 0,1-2-40 0,-3 1-60 16,1-1-81-16,2-2-95 0,-2-4-195 0,0 0-501 16,0-1 221-16</inkml:trace>
          <inkml:trace contextRef="#ctx0" brushRef="#br0" timeOffset="-100632.2856">-7129 9918 22 0,'0'0'255'0,"0"0"-17"16,0 0-10-16,0 0-15 0,-10 13-13 0,5-5-11 0,-2 1-14 16,-1 1-13-16,0 1-14 0,-1-1-16 0,1 1-8 15,-4 2-16-15,0 1-10 0,0 1-7 16,1-6-33-16,-1 4-49 0,1-4-73 0,2-1-92 0,-1 0-216 16,-1-1-403-16,4-2 178 0</inkml:trace>
          <inkml:trace contextRef="#ctx0" brushRef="#br0" timeOffset="-101383.2341">-7172 10159 241 0,'0'0'255'0,"0"0"-20"0,0 0-18 15,0 0-11-15,-2-7-15 0,2 7-3 0,0 0-7 16,0 0-13-16,0 0-6 0,0 0-3 0,0 0-17 16,2 21-10-16,-2-13-4 0,1-2-16 0,-1 3-6 15,1 0-14-15,-3-1-8 0,2 2-3 0,0-1-9 16,0 1-10-16,-2-1-7 0,2 0-23 0,0-1-34 0,-2 1-48 16,0-2-54-16,0 0-60 0,1-2-70 0,-2 1-225 15,2-2-495-15,-1 0 219 0</inkml:trace>
          <inkml:trace contextRef="#ctx0" brushRef="#br0" timeOffset="-100633.2856">-7318 10145 228 0,'0'0'232'16,"0"0"-2"-16,0 0-5 0,0 0-9 0,0 0-14 16,11 9-11-16,-9-6-16 0,1 1-9 0,-1 1-8 15,1-2-8-15,0 4-5 0,0-1-16 0,-1 2-6 0,1-2-4 16,-1 3-3-16,2-3-10 0,-2 3-10 0,0-1-6 16,0-1-9-16,-1 0-1 0,-1 0-8 15,0-1-2-15,1 2-6 0,-1-8-2 0,-2 12-7 0,-1-5-9 16,0-2 2-16,0 0-2 0,-3 0-4 0,1-1-1 15,1 1-8-15,-3-2-1 0,1-1-2 0,-2 1-7 16,1-1 2-16,-4-2 5 0,1 0-18 0,-2 0 0 16,1-2-1-16,-1 1 5 0,0-2-4 0,1-1-3 15,-2 0-4-15,0-1-2 0,1 0-4 0,2 0-8 16,-1 0-3-16,1-2-6 0,4 2-8 0,-1 1-15 16,2-3-23-16,0-1-27 0,3 1-38 0,0-2-40 15,2-1-59-15,4 2-43 0,2-6-229 0,2 2-542 0,3-3 241 16</inkml:trace>
          <inkml:trace contextRef="#ctx0" brushRef="#br0" timeOffset="-99914.5909">-7622 10304 87 0,'0'0'184'0,"-6"0"-11"16,6 0-16-16,0 0-10 0,-5 2-23 0,5-2-5 16,0 0-19-16,0 0-4 0,-7 0-5 0,7 0-10 15,0 0-11-15,-7-4-7 0,7 4-12 0,0 0 3 0,-5-4-5 16,5 4-3-16,0 0-10 0,0 0 3 0,0-6-7 16,0 6 4-16,0 0-12 0,0 0 11 0,1-10-9 15,-1 10 2-15,4-5 3 0,-4 5-5 0,4-7 7 16,-1 4 1-16,-3 3 5 0,4-2 2 0,-4 2 1 15,6-4 3-15,-6 4 0 0,5-3-4 0,-5 3 7 16,0 0-2-16,7 1 6 0,-7-1-1 0,3 4 6 16,-3-4-4-16,4 6 3 0,-4-2-7 0,0-4 6 15,0 11-4-15,-1-4-2 0,-1 0 1 0,-1 1-2 16,0 0-3-16,-2-1-2 0,0 1-5 0,-4-1-3 16,0 1-8-16,-1-1-10 0,0 1-39 0,0-2-40 0,0 0-52 15,-1-2-61-15,2 1-105 0,-3-3-144 0,6-2-459 16,-3 0 203-16</inkml:trace>
          <inkml:trace contextRef="#ctx0" brushRef="#br0" timeOffset="-99445.8505">-7807 10084 138 0,'2'-5'301'0,"0"1"-14"0,1-1-16 16,-2 1-24-16,-1 4-24 0,4-7-19 15,-4 7-21-15,2-6-36 0,0 3-51 0,-2 3-65 0,0 0-72 16,0 0-75-16,0 0-213 0,0 0-356 0,0 0 158 16</inkml:trace>
          <inkml:trace contextRef="#ctx0" brushRef="#br0" timeOffset="-99633.3359">-7815 10242 166 0,'0'0'238'0,"5"4"-22"0,-5-4-10 16,4 4-20-16,-4-4-6 0,1 5-12 15,-1-5-13-15,0 7-9 0,0-7-8 0,-1 9-10 0,1-9-12 16,-4 8-13-16,1-3-5 0,0-2-13 0,0 2-17 16,0-1-5-16,-2-1-8 0,0 2-4 0,1-3-5 15,1 1-6-15,-3 0-2 0,2-1-3 0,0-1 1 16,4-1-8-16,-10 1-4 0,5-1-3 0,0-3 2 15,-1 1-4-15,2 0 3 0,0-4 4 0,2 2 6 16,-1-3 7-16,1 1 5 0,0-2 7 0,1-1 2 16,1 0 5-16,0-5-4 0,1 0-4 0,0 2-5 0,0-3-7 15,-1 1-3-15,2 0-1 0,-1 1-8 0,-1 3-4 16,2 2-10-16,-2 2-28 0,0 6-35 0,0-9-49 16,0 9-66-16,0-9-62 0,0 9-265 0,0-5-534 15,0 5 237-15</inkml:trace>
        </inkml:traceGroup>
        <inkml:traceGroup>
          <inkml:annotationXML>
            <emma:emma xmlns:emma="http://www.w3.org/2003/04/emma" version="1.0">
              <emma:interpretation id="{94263673-AAB0-4D7B-AE8C-45F9AF6A012D}" emma:medium="tactile" emma:mode="ink">
                <msink:context xmlns:msink="http://schemas.microsoft.com/ink/2010/main" type="inkWord" rotatedBoundingBox="5925,11289 5338,11290 5337,10942 5924,10941"/>
              </emma:interpretation>
              <emma:one-of disjunction-type="recognition" id="oneOf18">
                <emma:interpretation id="interp26" emma:lang="" emma:confidence="1">
                  <emma:literal/>
                </emma:interpretation>
              </emma:one-of>
            </emma:emma>
          </inkml:annotationXML>
          <inkml:trace contextRef="#ctx0" brushRef="#br0" timeOffset="-98632.4101">-8123 10236 232 0,'0'0'246'0,"0"0"-12"15,0 0-11-15,0 0-13 0,3-18-11 0,-3 18-18 16,2-6-18-16,-2 6-16 0,4-6-9 0,-4 6-16 15,3-5-5-15,-3 5-16 0,3-5-7 0,-3 5-10 16,4-2-9-16,0-1-9 0,-4 3-1 0,7 0-12 16,-7 0-1-16,6 0-13 0,-6 0 3 0,5 2-11 0,-5-2-3 15,5 3-1-15,-3 0-6 0,-2-3-4 0,5 4-6 16,-3-1 0-16,1 2-2 0,-2-1-8 0,1 0-2 16,2 0 0-16,-1 0-1 0,-3-4 0 0,5 5-2 15,-4 0 1-15,2-3 2 0,-3-2-4 0,4 5 2 16,-2-2-2-16,-2-3 3 0,3 5-1 0,-3-5 0 15,1 5 0-15,-1-5 1 0,3 5 4 0,-3-5 1 16,0 0-8-16,0 0 1 0,-7 8 0 0,7-8 4 16,-6 4 3-16,3-3-1 0,0 2 1 0,3-3-4 15,-9 2-12-15,5 0-2 0,-1 0-6 0,-2 0-3 16,0-1-4-16,-2 1 0 0,1 0 2 0,-1-1 1 16,1 1-4-16,0-2 5 0,-1 0 4 0,-3 0 0 0,1 0 3 15,4 0 3-15,-1 0 0 0,2 0 1 0,0 0 7 16,6 0 2-16,-7-2 10 0,7 2 9 0,-7 0 6 15,7 0 2-15,0 0-3 0,-5-1 3 0,5 1-3 16,0 0 3-16,0 0-4 0,0 0 6 0,0 0 1 16,0 0 6-16,0 0 2 0,0 0 3 0,0 0-3 15,0 0 1-15,0 0-2 0,6 13-3 0,-6-13 2 16,6 7 7-16,-3-3-3 0,1-1 7 0,0 1-12 0,-1 1 0 16,0 0-3-16,-1-1 0 0,-1 1-2 15,2 0-1-15,-3-5-1 0,1 10 5 0,-1-5-3 16,0-5-1-16,0 9 2 0,0-9 2 0,-1 8 0 0,1-8-4 15,-3 9 0-15,-2-4-5 0,1-3 0 0,-3 2 2 16,2-1-5-16,-2 0-3 0,0 0-8 0,-1-1 8 16,0 0-2-16,-2-1 1 0,0 0-7 0,-1 0-4 15,3-1 1-15,-3 0-3 0,1-1 0 0,-2-2 6 16,3 1-6-16,0 0-1 0,0-1 5 0,2 0-4 16,-2-2-1-16,3 2 11 0,-1-3-9 0,1 0-3 15,1-2-3-15,1 2-6 0,1-1-9 0,1-1-6 0,0 1-26 16,0 1-24-16,2-2-24 0,-2 1-23 0,2 7-31 15,2-10-40-15,-1 5-25 0,-1 5-59 16,3-11-153-16,-3 6-464 0,2 2 205 0</inkml:trace>
          <inkml:trace contextRef="#ctx0" brushRef="#br0" timeOffset="-98180.3306">-8142 10086 16 0,'0'0'342'15,"1"-3"-25"-15,-1 3-21 0,2-5-27 0,-2 5-23 16,0 0-26-16,2-6-23 0,-2 6-28 0,0 0-49 0,0 0-66 15,2-4-74-15,-2 4-83 0,0 0-95 0,0 0-124 16,0 0-347-16,-10-2 154 0</inkml:trace>
          <inkml:trace contextRef="#ctx0" brushRef="#br0" timeOffset="-98367.8256">-8318 10197 213 0,'0'0'305'0,"4"-9"-4"0,-2 5-21 16,0-1-17-16,1 1-20 0,0 1-24 0,-3 3-18 0,3-7-24 16,-2 3-14-16,-1 4-21 0,2-5-24 0,-2 5-35 15,0 0-43-15,0 0-55 0,3-5-58 16,-3 5-67-16,3-3-95 0,-3 3-147 0,5-3-412 0,-5 3 183 16</inkml:trace>
          <inkml:trace contextRef="#ctx0" brushRef="#br0" timeOffset="-97305.4069">-8558 10302 165 0,'0'0'182'0,"-8"-1"-14"0,8 1-15 0,0 0-8 15,-6-3-5-15,6 3-9 0,0 0-6 0,-6-4-9 16,6 4-6-16,-2-3-10 0,2 3-10 0,0 0-6 16,-1-8-8-16,1 8-7 0,0 0-7 0,0 0-5 15,4-10-3-15,-4 10-11 0,5-5 2 0,-3 3-2 16,-2 2-6-16,3-5 3 0,-3 5-1 0,4-4-5 15,-4 4 8-15,5-2-2 0,-5 2 1 0,4-1-2 0,-4 1-1 16,6 0-5-16,-6 0 2 0,0 0-4 0,8 1-1 16,-6 1-1-16,-2-2 0 0,6 4-5 0,-6-4-2 15,3 5 7-15,-2-1 0 0,1 0 9 0,-2-4 13 16,0 13 6-16,-2-6 4 0,0 0 0 0,-1 1-11 16,-2-1 3-16,1 0-9 0,-1 0 2 0,-2 3-10 15,2-4-1-15,-2 0-4 0,3 0-10 0,-2-1-31 16,-1 1-44-16,1-3-42 0,-1 1-61 0,2-2-60 15,-3 0-259-15,3-2-513 0,-1 0 227 0</inkml:trace>
        </inkml:traceGroup>
        <inkml:traceGroup>
          <inkml:annotationXML>
            <emma:emma xmlns:emma="http://www.w3.org/2003/04/emma" version="1.0">
              <emma:interpretation id="{65E2F7C6-6560-4A2C-8916-051C313DDD90}" emma:medium="tactile" emma:mode="ink">
                <msink:context xmlns:msink="http://schemas.microsoft.com/ink/2010/main" type="inkWord" rotatedBoundingBox="5150,11346 3143,11351 3142,10907 5149,10903"/>
              </emma:interpretation>
              <emma:one-of disjunction-type="recognition" id="oneOf19">
                <emma:interpretation id="interp27" emma:lang="" emma:confidence="1">
                  <emma:literal/>
                </emma:interpretation>
              </emma:one-of>
            </emma:emma>
          </inkml:annotationXML>
          <inkml:trace contextRef="#ctx0" brushRef="#br0" timeOffset="-94695.2193">-9557 10223 59 0,'0'0'199'0,"0"0"-8"0,3-3-14 0,-3 3-8 0,0 0-13 16,6-3-5-16,-6 3-6 0,5-2-13 0,-5 2-1 16,4-2-8-16,-4 2-14 0,8-3-3 0,-5 1-7 15,-3 2-5-15,5-2-12 0,-2 1-11 0,-3 1-2 16,0 0-9-16,6-2-4 0,-6 2-6 0,0 0-5 16,0 0-3-16,6 2-6 0,-6-2-2 0,0 0-3 0,3 6-7 15,-3-6 1-15,1 4-3 0,-1-4-2 0,2 5-3 16,-2-5-4-16,1 7 2 0,-1-7-2 15,2 5 1-15,-2-5-2 0,3 7-4 0,-3-7-4 0,1 7 2 16,-1-7 2-16,2 6-1 0,-2-6-3 0,2 7 2 16,-1-3-1-16,-1-4-1 0,0 0-2 0,0 8-10 15,0-8-1-15,0 4 1 0,0-4-1 0,0 0-2 16,2 7-3-16,-2-7-5 0,2 3 4 0,-2-3 0 16,3 2 1-16,-3-2-2 0,0 0 2 0,0 0 3 15,5 3 1-15,-5-3 3 0,0 0-1 0,0 0 0 16,4 0 2-16,-4 0 0 0,0 0 0 0,0 0-2 15,0 0 1-15,0 0-5 0,0 0-2 0,6-4-4 0,-6 4-2 16,0 0-4-16,0 0 5 0,0 0-2 16,0 0 4-16,0 0 2 0,0 0-1 0,-19 1-1 0,13-1 4 15,-3 0 2-15,1 0 3 0,-3 2 1 0,-1-1-2 16,2 0 0-16,-2-1 4 0,1 1-3 0,-2 1 2 16,2-2 4-16,0 1-3 0,1-2 1 0,1 1-4 15,0 0-6-15,2-2-4 0,-1 1-5 0,1 1 2 16,1 0-1-16,1-1 6 0,5 1-2 0,-7-3 3 15,7 3-4-15,-3-2 6 0,3 2-1 0,0 0 1 16,-3-5 2-16,3 5 8 0,0 0 5 0,0 0 8 16,0 0 14-16,7-7 4 0,-7 7 9 0,5-4 5 0,-5 4 0 15,7-2 3-15,-7 2-2 0,8 0 3 0,-8 0-2 16,7 2-2-16,-3 0 10 0,-1 1 2 16,1-2 2-16,-4-1 2 0,5 7-4 0,-1-3 3 0,-1 1 1 15,-2-2 1-15,0 4-2 0,-1 0-2 0,0-7-1 16,-1 13-4-16,-2-7-4 0,-2 3-3 0,1-2-2 15,-1 0-2-15,-3 2-6 0,0 1-4 0,-1-3 0 16,-2 0-11-16,2 0-16 0,3-1-30 0,-1-2-38 16,0 0-43-16,0-1-43 0,2-3-55 0,-1 0-276 15,6 0-523-15,-7-4 231 0</inkml:trace>
          <inkml:trace contextRef="#ctx0" brushRef="#br0" timeOffset="-94446.2407">-9519 10076 268 0,'2'-5'297'0,"0"2"-14"0,-2 3-21 0,4-8-21 15,-3 6-19-15,-1 2-24 0,2-6-21 0,-2 6-21 16,3-4-22-16,-3 4-36 0,0 0-49 0,0 0-56 15,0 0-79-15,0 0-81 0,0 0-188 0,0 0-383 0,-20 7 170 16</inkml:trace>
          <inkml:trace contextRef="#ctx0" brushRef="#br0" timeOffset="-93696.2924">-9805 10239 157 0,'0'0'212'0,"0"0"-20"0,0 0-11 0,0 0-10 0,0 0-15 16,0 0-10-16,0 0-10 0,0 0-11 0,0 0-11 15,0 0-10-15,-1 21-12 0,1-21-9 0,-2 8-7 16,1-3-8-16,1-5-6 0,-2 9-6 0,0-5-5 16,2-4-6-16,-4 6-3 0,2-2-5 0,0 0-4 15,-1-1-10-15,3-3-7 0,-7 6-21 0,4-4-10 16,3-2-6-16,-8 3-5 0,3-2-10 0,1 0-1 16,4-1-6-16,-10-1-1 0,10 1 1 0,-10-3-1 15,7 1 5-15,-1 1 7 0,4 1 2 0,-6-6 1 16,4 2 12-16,2 4 8 0,-3-8 0 0,2 2 15 15,1 6 10-15,-2-8 6 0,2 8 9 0,-2-9 8 0,2 9 1 16,0-5 8-16,0 5-4 0,0 0-2 0,-1-7-5 16,1 7-4-16,0 0-4 0,0 0-1 0,0 0-3 15,0 0-5-15,0 0 0 0,0 0-3 0,0 0-3 16,0 0 0-16,0 0 0 0,0 0 0 0,0 0-3 16,0 0-1-16,-4 16 0 0,4-16-4 0,-3 7-7 15,0-4-7-15,2 1-6 0,-3 0-11 0,1 0-7 16,-2-1-3-16,1 0-5 0,-2 1 3 0,0-2-9 15,1 0-1-15,-1-1 2 0,-1 1 5 0,2-1 2 0,1 0 6 16,-3-1-3-16,7 0 9 0,-8 0 2 16,8 0 10-16,-7-2 6 0,7 2 12 0,-6-2 11 15,6 2 6-15,-4-5 6 0,4 5 14 0,0 0 8 0,-4-3 11 16,4 3 5-16,0 0 10 0,-3-5 5 0,3 5 7 16,0 0 0-16,0 0 1 0,-2-5-5 0,2 5-4 15,0 0-8-15,0 0-6 0,0 0-1 0,0 0-11 16,0 0 1-16,0 0-4 0,0 0-1 0,0 0 5 15,0 0-3-15,0 0-8 0,0 0 0 0,0 0-4 16,0 0 1-16,5 15-3 0,-5-15-3 0,5 5 1 16,-4-2 1-16,2 1-6 0,0 0 4 0,-1 0-3 15,-2-4 0-15,4 7-1 0,-1-4 4 0,-1 1-2 16,0 1-7-16,-2-5 9 0,4 6-5 0,-3-2 1 16,-1-4 1-16,3 8 2 0,-2-5 1 0,-1-3-5 0,2 8 2 15,-2-8-4-15,1 6 0 0,-1-6-4 0,0 6 1 16,0-6 3-16,-1 7-3 0,1-7-4 0,-5 8-4 15,3-3 3-15,-1-2-4 0,0 0-1 0,-2 2 7 16,1-2-3-16,-2 1-5 0,0 0-5 0,0-1 2 16,-1 1-1-16,-1-1 4 0,1 1-8 0,-1-2 3 15,-2 3 0-15,0-3 1 0,-1 0-7 0,0-1 1 16,1 0 1-16,-1-1-4 0,0 0 5 0,0-1-3 16,0 0 7-16,2-2-4 0,1 1-7 0,1-2 2 0,0 0 0 15,0-1-3-15,2-2-9 0,-1 1-10 0,2-2-6 16,0 0-6-16,2-1-6 0,0 0-14 15,1-1-21-15,2 1-8 0,1 2-18 0,-1-2-25 0,2 0-30 16,0 1-28-16,2 0-39 0,1-3-38 0,-3 4-257 16,2-1-560-16,0-3 248 0</inkml:trace>
          <inkml:trace contextRef="#ctx0" brushRef="#br0" timeOffset="-93290.0627">-9903 10130 71 0,'0'0'202'0,"0"0"-14"16,0 0-13-16,0 0-7 0,0 0-12 0,-14 0-4 15,14 0-9-15,-8 1-8 0,8-1-12 0,-10 0-9 0,5 1-10 16,0-1-8-16,-1 0-9 0,6 0-5 0,-8 0-12 16,8 0-2-16,-8-2-9 0,8 2-6 15,-5-2-7-15,5 2-12 0,-5-3-19 0,5 3-8 0,-3-3-9 16,3 3-1-16,-3-5-1 0,3 5-6 0,0-7 1 15,0 7 1-15,0 0 2 0,3-10 0 16,-2 5 0-16,-1 5 1 0,3-9-1 0,-1 3 2 0,1 1 5 16,-2 1-1-16,1-2 2 0,-2 6 0 0,2-9 1 15,-1 6-6-15,-1 3 4 0,1-6-5 0,-1 6-33 16,0 0-48-16,0-9-66 0,0 9-184 0,-5-5-363 16,2 2 161-16</inkml:trace>
          <inkml:trace contextRef="#ctx0" brushRef="#br0" timeOffset="-96179.4629">-8832 10215 179 0,'0'0'233'0,"0"0"-19"16,0 0-10-16,0 0-20 0,11 8-10 0,-11-8-14 15,4 3-15-15,-4-3-11 0,2 5-9 0,-2-5-12 16,3 7-10-16,-3-7-8 0,2 7-9 0,-2-7-8 16,2 9-2-16,-2-9-8 0,-2 7-3 0,-1-2-2 15,1 0-8-15,0-1-1 0,0 0-11 0,-2 1 2 0,-1 0-6 16,1 0-4-16,-1-2-2 0,-1 2-15 16,3-3-5-16,-3 0-4 0,2 1-9 0,0-1-10 0,-1-1-13 15,0 1-3-15,5-2-8 0,-9-1-4 0,4 1-1 16,5 0-3-16,-9-4 1 0,5 3-1 0,4 1 5 15,-5-7 0-15,1 4 3 0,4 3 5 0,-4-7 4 16,2 3 1-16,2 4 5 0,-1-5 4 0,1 5 11 16,-1-7 5-16,1 7 5 0,-2-5 2 0,2 5 1 15,0 0-2-15,0 0 3 0,0 0 3 0,0 0 4 16,0 0 7-16,0 0 2 0,7-4-5 0,-7 4 0 16,0 0 0-16,8 5 0 0,-5-2 0 0,-3-3 6 15,5 6 1-15,-2-2 3 0,-2 1 0 0,0 0 2 16,0 2 2-16,-2 0 1 0,-1 1 2 0,-1-1 3 15,-1 0-3-15,0 1-5 0,-1-1 0 0,-3 2-5 0,2-4 1 16,-1 2-5-16,1-1-7 0,0-1-20 0,1 1-30 16,0-3-36-16,-1 1-48 0,2-1-44 0,0 0-45 15,0-1-205-15,4-2-444 0,-6 3 196 0</inkml:trace>
          <inkml:trace contextRef="#ctx0" brushRef="#br0" timeOffset="-96164.8649">-8852 10471 88 0,'5'-4'361'16,"-3"1"-20"-16,-2 3-19 0,4-5-30 0,-2 1-16 15,-2 4-36-15,4-7-22 0,-3 2-21 0,-1 5-38 16,2-6-54-16,-2 6-68 0,1-6-75 0,-1 6-90 15,0 0-96-15,-4-9-151 0,-1 6-406 0,1 0 181 16</inkml:trace>
          <inkml:trace contextRef="#ctx0" brushRef="#br0" timeOffset="-95789.8884">-9078 10232 73 0,'-3'3'183'15,"3"-3"-9"-15,-8 4-16 0,4-1-6 0,1 0-13 16,-3 1-4-16,0-1-11 0,-1 1-7 0,3 0-10 15,-1 1-10-15,-1-2-5 0,3 1-9 0,-1-1-8 16,0 0-4-16,1-1-5 0,3-2-9 0,-6 5-1 16,4-3-3-16,2-2 1 0,0 0-1 0,-3 5 3 0,3-5 4 15,0 0 8-15,0 0-1 0,0 0 4 0,6 7-6 16,-6-7-1-16,8 2-2 0,-8-2 0 16,6 3 5-16,-1-3-12 0,-1 0 1 0,-4 0 0 0,7 2 0 15,-7-2 0-15,6 2-2 0,-2-1 0 0,-4-1-2 16,4 2-6-16,-4-2-1 0,3 3-7 0,-3-3 1 15,3 4 0-15,-3-4-3 0,0 8-2 0,0-8-4 16,0 0-4-16,-3 10 0 0,0-6 0 0,0 0-1 16,-2 0 1-16,-1 2-1 0,-1-1-1 0,0-1 2 15,-2 1-2-15,-1-1-2 0,-1 2-4 0,-3-2 7 16,3 0-4-16,-2-1 1 0,0 0-5 0,1 0 0 0,0-2 1 16,1 0-2-16,1-1 0 0,2 0-4 0,0-3 1 15,0 1 3-15,1-1 0 0,1-3-4 0,1 0-3 16,0 1 4-16,0-3-5 0,2 1 0 0,0 0-5 15,0-1-12-15,2-1-13 0,-1-1-20 0,1 2-23 16,2-3-42-16,1 3-33 0,0 1-36 0,0-2-53 16,3 1-62-16,-2 2-202 0,0-1-534 0,0-1 237 15</inkml:trace>
          <inkml:trace contextRef="#ctx0" brushRef="#br0" timeOffset="-92212.0143">-10338 10309 42 0,'-4'2'138'0,"4"-2"-8"0,0 0-11 0,0 0-13 0,0 0-8 15,-7 0-9-15,7 0-4 0,0 0-11 0,-7-1-5 16,7 1-1-16,0 0-6 0,0 0-3 0,-6-2-13 16,6 2-3-16,0 0 1 0,-5-4-9 0,5 4 3 15,0 0-4-15,-2-6-1 0,2 6-2 0,0 0-5 16,0 0-3-16,2-8 1 0,-2 8-1 0,2-8 9 15,-2 8-2-15,3-5-3 0,0 1 2 0,-3 4 4 16,3-5 4-16,-3 5-2 0,4-5-2 0,-4 5 0 16,4-3 4-16,-4 3 1 0,5-4 1 0,-5 4 0 0,4-2-1 15,-4 2 4-15,0 0 5 0,7 0 3 0,-7 0 3 16,0 0 1-16,5 3 2 0,-2 0 1 0,-3-3-11 16,3 7-1-16,-1-2 6 0,-1 0 0 0,-1 0 0 15,0 0-1-15,-1 4-7 0,-1-1 4 0,-1 1-4 16,0-1-4-16,-1 1-17 0,-3 0 6 0,-1-1-9 15,1 2-3-15,1-4-14 0,-5 1-28 0,3-1-32 16,-1 1-52-16,-1-1-68 0,0-1-249 0,3-2-462 16,-1-1 204-16</inkml:trace>
          <inkml:trace contextRef="#ctx0" brushRef="#br0" timeOffset="-91837.0536">-10538 10279 225 0,'0'0'275'16,"-3"-4"-20"-16,3 4-17 0,0 0-21 0,0 0-20 15,0 0-17-15,0 0-16 0,0 0-19 0,-2-6-18 16,2 6-15-16,0 0-34 0,0 0-37 0,0 0-41 0,-7-1-39 16,7 1-41-16,0 0-42 0,-9 1-49 0,9-1-136 15,-6 2-334-15,2-1 148 0</inkml:trace>
          <inkml:trace contextRef="#ctx0" brushRef="#br0" timeOffset="-91618.2977">-10667 10285 197 0,'0'0'208'0,"0"0"-4"0,-7-1-2 0,7 1-2 16,0 0-6-16,-7-1-7 0,7 1-18 0,0 0-10 15,-5-1-14-15,5 1-14 0,0 0-15 0,-6-2-13 16,6 2-3-16,0 0-14 0,-5-2-15 0,5 2-24 16,-7 0-32-16,7 0-35 0,-6 2-35 0,6-2-22 0,-6 3-24 15,0-3-26-15,3 2-20 0,3-2-10 0,-11 2-13 16,4 2-110-16,1-3-304 0,1 1 135 15</inkml:trace>
          <inkml:trace contextRef="#ctx0" brushRef="#br0" timeOffset="-91617.2977">-10781 10303 381 0,'-6'1'33'0,"6"-1"30"0,-6 2 6 16,6-2 5-16,0 0 12 0,0 0 16 15,-7-2 4-15,7 2 1 0,0 0 6 0,-5-2 3 0,5 2 1 16,0 0-2-16,0 0-6 0,-3-5-5 0,3 5-12 16,0 0-10-16,0 0-7 0,0 0-9 0,-3-5-20 15,3 5-33-15,0 0-45 0,0 0-57 0,0 0-76 16,0 0-133-16,-4-2-321 0,4 2 142 0</inkml:trace>
        </inkml:traceGroup>
        <inkml:traceGroup>
          <inkml:annotationXML>
            <emma:emma xmlns:emma="http://www.w3.org/2003/04/emma" version="1.0">
              <emma:interpretation id="{6A55FAEE-DF79-40B1-AA7A-E982305C25AC}" emma:medium="tactile" emma:mode="ink">
                <msink:context xmlns:msink="http://schemas.microsoft.com/ink/2010/main" type="inkWord" rotatedBoundingBox="2964,11204 2930,11204 2929,11166 2964,11165"/>
              </emma:interpretation>
              <emma:one-of disjunction-type="recognition" id="oneOf20">
                <emma:interpretation id="interp28" emma:lang="" emma:confidence="1">
                  <emma:literal/>
                </emma:interpretation>
              </emma:one-of>
            </emma:emma>
          </inkml:annotationXML>
          <inkml:trace contextRef="#ctx0" brushRef="#br0" timeOffset="-91290.1789">-11028 10329 284 0,'0'0'394'0,"6"-8"-16"0,-6 8-13 16,4-6-18-16,-1 2-18 0,0 2-27 0,1-3-27 0,-1 2-30 15,-1-1-21-15,-2 4-37 0,7-5-72 0,-5 3-106 16,-2 2-128-16,0 0-170 0,0 0-219 0,0 0-550 16,0 0 244-16</inkml:trace>
        </inkml:traceGroup>
      </inkml:traceGroup>
    </inkml:traceGroup>
    <inkml:traceGroup>
      <inkml:annotationXML>
        <emma:emma xmlns:emma="http://www.w3.org/2003/04/emma" version="1.0">
          <emma:interpretation id="{A6287646-0E63-4FD2-9F9B-19F4011A9D68}" emma:medium="tactile" emma:mode="ink">
            <msink:context xmlns:msink="http://schemas.microsoft.com/ink/2010/main" type="paragraph" rotatedBoundingBox="14650,10209 7815,10236 7814,9783 14648,975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BB94F004-2FA4-49C8-AFBE-0BCFC33B0CEB}" emma:medium="tactile" emma:mode="ink">
              <msink:context xmlns:msink="http://schemas.microsoft.com/ink/2010/main" type="line" rotatedBoundingBox="14650,10209 7815,10236 7814,9783 14648,9755"/>
            </emma:interpretation>
          </emma:emma>
        </inkml:annotationXML>
        <inkml:traceGroup>
          <inkml:annotationXML>
            <emma:emma xmlns:emma="http://www.w3.org/2003/04/emma" version="1.0">
              <emma:interpretation id="{BC286010-412C-42EE-801F-6F7031A79BEA}" emma:medium="tactile" emma:mode="ink">
                <msink:context xmlns:msink="http://schemas.microsoft.com/ink/2010/main" type="inkWord" rotatedBoundingBox="14649,10095 14490,10096 14489,9914 14648,9913"/>
              </emma:interpretation>
              <emma:one-of disjunction-type="recognition" id="oneOf21">
                <emma:interpretation id="interp29" emma:lang="" emma:confidence="0">
                  <emma:literal>W</emma:literal>
                </emma:interpretation>
                <emma:interpretation id="interp30" emma:lang="" emma:confidence="0">
                  <emma:literal>*</emma:literal>
                </emma:interpretation>
                <emma:interpretation id="interp31" emma:lang="" emma:confidence="0">
                  <emma:literal>X</emma:literal>
                </emma:interpretation>
                <emma:interpretation id="interp32" emma:lang="" emma:confidence="0">
                  <emma:literal>,</emma:literal>
                </emma:interpretation>
                <emma:interpretation id="interp33" emma:lang="" emma:confidence="0">
                  <emma:literal>N</emma:literal>
                </emma:interpretation>
              </emma:one-of>
            </emma:emma>
          </inkml:annotationXML>
          <inkml:trace contextRef="#ctx0" brushRef="#br1" timeOffset="143893.1455">691 9082 90 0,'0'0'230'0,"0"0"-15"0,0 0-14 0,0 0-13 16,0 0-7-16,0 0-8 0,0 0-12 15,0 0-4-15,0 0-1 0,-15 7-20 0,8-7-10 16,0 3-12-16,1-3-9 0,-2 1-16 0,2-1-5 15,-3 0-7-15,3 0-14 0,0 0-22 0,0 0-30 0,-1 0-30 16,7 0-43-16,-11-1-38 0,8-1-51 16,3 2-40-16,-7-4-156 0,7 4-373 0,-4-3 165 0</inkml:trace>
          <inkml:trace contextRef="#ctx0" brushRef="#br1" timeOffset="143596.2717">685 9149 137 0,'0'0'227'0,"0"0"-8"0,0 0-8 16,0 0-6-16,6-2-7 0,-6 2-21 0,0 0-7 15,0 0-14-15,0 0-12 0,0 0-13 0,0 0-10 16,0 0-11-16,0 0-1 0,0 0-9 0,0 0-5 15,0 0-8-15,-19-4-6 0,12 7-9 0,0-3-11 16,1 0-4-16,-1 0-3 0,-1 0-6 0,2 0-11 16,1 0-15-16,-2 0-22 0,1 0-20 0,0 0-20 15,0-3-32-15,1 3-22 0,0-1-26 0,5 1-29 16,-8-3-32-16,8 3-21 0,-5-3-157 0,3-1-388 16,2 4 172-16</inkml:trace>
          <inkml:trace contextRef="#ctx0" brushRef="#br1" timeOffset="144158.7321">607 9038 149 0,'0'0'176'0,"0"0"-14"16,0 0-6-16,0 0-3 0,0 0-2 0,0 0 1 15,0 0 0-15,0 0-1 0,0 0-2 0,0 0 0 16,0 0-2-16,0 0-2 0,0 0-6 0,0 0-6 16,-9 10-4-16,9-10-11 0,-5 6-5 0,3-3 1 15,-1 2-14-15,0-2-4 0,-1 0-1 0,1 3-9 16,-1-3-6-16,-1 3-6 0,1-2-7 0,1 1 1 15,-1-1-6-15,0 0-8 0,0 1-6 0,0 1-4 16,2-3-2-16,-1 2-8 0,1-2-6 0,-1 1 6 16,3-4-6-16,-3 7-1 0,2-3-8 0,1-4 0 15,1 8 1-15,-1-8-3 0,3 9 1 0,-1-5-1 16,1 1-16-16,0 1-13 0,0-1-13 0,3 2-19 16,-3-3-18-16,1 2-37 0,1 0-45 0,-1 0-64 15,-1-3-59-15,-2 2-243 0,1-1-551 0,1 1 244 0</inkml:trace>
        </inkml:traceGroup>
        <inkml:traceGroup>
          <inkml:annotationXML>
            <emma:emma xmlns:emma="http://www.w3.org/2003/04/emma" version="1.0">
              <emma:interpretation id="{A6514C22-6A1B-44D4-A3A5-AAC72ED2A927}" emma:medium="tactile" emma:mode="ink">
                <msink:context xmlns:msink="http://schemas.microsoft.com/ink/2010/main" type="inkWord" rotatedBoundingBox="14232,10129 14119,10130 14118,9948 14231,9947"/>
              </emma:interpretation>
              <emma:one-of disjunction-type="recognition" id="oneOf22">
                <emma:interpretation id="interp34" emma:lang="" emma:confidence="1">
                  <emma:literal/>
                </emma:interpretation>
              </emma:one-of>
            </emma:emma>
          </inkml:annotationXML>
          <inkml:trace contextRef="#ctx0" brushRef="#br0" timeOffset="-203966.3239">274 9083 159 0,'0'0'207'0,"0"0"-13"0,0 0-17 0,0 0-8 15,0 0-12-15,0 0-13 0,0 0-11 0,0 0-11 16,0 0-8-16,0 0-10 0,0 0-5 0,0 20-1 0,0-20-4 16,-2 7-7-16,2-7-6 0,-2 5-5 0,2-5 1 15,-2 6-7-15,2-6 0 0,-2 5-2 0,2-5-7 16,-4 4-4-16,4-4 1 0,-5 4-6 0,5-4-4 15,0 0-3-15,-5 0-2 0,5 0-2 0,0 0-2 16,0 0-2-16,-11-6-5 0,11 6-2 0,-3-3-4 16,0-1-1-16,3 4 2 0,-4-6-4 0,1 2 3 15,3 4-1-15,-2-5 1 0,2 5 3 0,-3-7-2 16,3 7 2-16,-2-8 1 0,0 4-2 0,2 4 3 16,-5-6 5-16,4 2-6 0,1 4-3 0,0 0-6 15,-5-5-2-15,5 5-2 0,0 0 2 0,-7 0-3 16,7 0-4-16,0 0 3 0,-7 5-5 0,3-2 0 15,1 0-12-15,-1 1-13 0,2 1-21 0,-2-1-25 16,1 1-43-16,-1 0-64 0,1-1-75 0,0 1-257 16,0-2-542-16,3-3 241 0</inkml:trace>
          <inkml:trace contextRef="#ctx0" brushRef="#br0" timeOffset="-203747.5822">180 9254 174 0,'0'0'337'0,"7"-2"-24"0,-7 2-30 0,5-3-23 16,-5 3-28-16,0 0-18 0,6-1-31 0,-6 1-40 0,3-1-50 15,-3 1-72-15,0 0-89 0,0 0-98 0,0 0-171 16,0 0-365-16,0 0 163 0</inkml:trace>
        </inkml:traceGroup>
        <inkml:traceGroup>
          <inkml:annotationXML>
            <emma:emma xmlns:emma="http://www.w3.org/2003/04/emma" version="1.0">
              <emma:interpretation id="{E7DE9BDB-3E7D-4808-ACFD-02AD9353C14A}" emma:medium="tactile" emma:mode="ink">
                <msink:context xmlns:msink="http://schemas.microsoft.com/ink/2010/main" type="inkWord" rotatedBoundingBox="13920,10167 13343,10170 13341,9787 13919,9784"/>
              </emma:interpretation>
              <emma:one-of disjunction-type="recognition" id="oneOf23">
                <emma:interpretation id="interp35" emma:lang="" emma:confidence="1">
                  <emma:literal/>
                </emma:interpretation>
              </emma:one-of>
            </emma:emma>
          </inkml:annotationXML>
          <inkml:trace contextRef="#ctx0" brushRef="#br0" timeOffset="-196216.8859">-88 9292 133 0,'4'-3'363'16,"-4"3"-11"-16,5-4-24 0,-5 4-27 0,2-2-30 15,-2 2-28-15,0 0-26 0,4-4-24 0,-4 4-41 0,0 0-52 16,0 0-59-16,4-3-74 0,-4 3-84 0,0 0-88 15,0 0-186-15,0 0-421 0,1-5 187 16</inkml:trace>
          <inkml:trace contextRef="#ctx0" brushRef="#br0" timeOffset="-196466.8593">-48 9097 1 0,'2'6'149'0,"-2"-6"-9"0,2 5-18 16,-2-5-5-16,-1 7-6 0,1-7-11 0,0 0-2 15,-1 8-7-15,1-8-10 0,-2 7-5 0,2-7-8 16,-3 5 0-16,3-5-4 0,-4 4 1 0,4-4-9 0,-5 3 1 15,5-3-16-15,-6 3 5 0,6-3-9 16,-7 0-3-16,7 0-2 0,-6-1-4 0,6 1-1 0,-7-3-3 0,7 3 5 0,-7-4 3 0,3 2-2 0,1-1 7 16,0-2 8-16,0 1 0 0,0 1 3 0,3 3 3 31,-6-7 13-31,3 3 2 0,0-1 5 0,0 2 2 16,0-1 2-16,3 4 3 0,-4-7 0 0,2 3-3 15,2 4-2-15,-4-6-5 0,4 6 2 0,-2-4-8 0,2 4-6 0,0 0-4 0,0 0-8 0,0 0-5 16,-4-2-5-16,4 2-3 0,0 0-3 0,0 0 2 15,0 0-7-15,0 0-2 0,-1 12 3 0,1-12-6 16,0 0 0-16,1 10-3 0,-1-10-2 0,0 7 2 16,0-7-5-16,-1 10-3 0,1-10 2 0,0 7 0 15,0-7 0-15,-2 7 1 0,2-7 0 0,-3 7-3 16,0-5 2-16,-3 1-4 0,1-1-1 0,0 1 1 16,-3-1 0-16,1-2-1 0,0 1 2 0,-1-1-3 0,0-1-10 15,0 1-5-15,1-1-6 0,1-2-19 0,1 2-18 16,-1-1-23-16,1 0-24 0,5 2-39 0,-7-2-29 15,7 2-34-15,-5-3-238 0,5 3-480 0,0 0 213 16</inkml:trace>
          <inkml:trace contextRef="#ctx0" brushRef="#br0" timeOffset="-195670.0509">-40 9087 160 0,'0'0'166'16,"0"0"-4"-16,0 0 3 0,0 0 4 0,0 0 1 0,0 0 3 15,0 0-4-15,0 0 2 0,0 0-5 0,0 0-3 16,0 0-4-16,0 0-1 0,0 0-7 0,0 0-7 16,0 0-8-16,0 0-7 0,0 0-16 0,0 0-7 15,0 0-11-15,0 0-4 0,0 0-19 0,0 0 3 16,0 0-13-16,0 0-4 0,0 0-5 0,0 0-5 15,0 0-4-15,0 0-4 0,2 20-4 0,-2-20-4 16,-3 7-6-16,0-5-15 0,1 3-22 0,2-5-28 16,-4 6-44-16,1-1-61 0,-1-3-69 0,1 1-101 15,-1 0-165-15,-1-1-518 0,0 1 230 0</inkml:trace>
          <inkml:trace contextRef="#ctx0" brushRef="#br0" timeOffset="-193529.5797">-181 9228 119 0,'3'3'166'16,"-3"-3"-7"-16,0 0-4 0,0 0-6 0,0 0-5 15,3 4-4-15,-3-4-1 0,0 0-3 0,0 0-2 16,0 0-6-16,0 0-5 0,0 0 2 0,0 0-2 15,0 0 2-15,0 0-8 0,0 0-6 0,0 0-11 16,0 0-7-16,0 0-12 0,0 0-8 0,0 0-4 0,-20-5-8 16,16 6-6-16,-2-1-5 0,-1-1-12 15,1 1-21-15,0-1-36 0,0 2-42 0,6-1-58 16,-9-2-71-16,3 0-234 0,2 2-459 0,4 0 203 16</inkml:trace>
          <inkml:trace contextRef="#ctx0" brushRef="#br0" timeOffset="-195263.8323">-211 9216 157 0,'0'0'262'0,"0"0"-13"0,-8 6-13 15,8-6-17-15,-4 2-16 0,4-2-13 0,-8 1-23 0,8-1-15 16,-7 0-17-16,7 0-13 0,-7 1-13 0,7-1-24 15,-7-2-34-15,7 2-46 0,-6-1-53 0,6 1-57 16,-5-5-85-16,5 5-144 0,-4-6-360 0,4 6 159 16</inkml:trace>
          <inkml:trace contextRef="#ctx0" brushRef="#br0" timeOffset="-194153.5142">-289 9008 150 0,'0'0'255'0,"0"0"-12"0,0 0-13 0,0 0-15 15,0 0-15-15,0 0-13 0,-18-5-21 0,18 5-12 16,-8 0-11-16,3-1-11 0,5 1-15 0,-9-1-12 0,5-1-10 16,4 2-10-16,-7-2-9 0,3 0-6 0,-1-1-7 15,5 3-5-15,-6-6-7 0,4 3-5 0,0-2-5 16,2 5-2-16,-3-12-4 0,1 7-5 15,2-4-3-15,-1 5-10 0,1 4-12 0,0-11-21 0,1 4-27 16,-1 7-32-16,0-8-50 0,2 3-48 0,-2 5-262 16,4-6-469-16,-1 5 208 0</inkml:trace>
          <inkml:trace contextRef="#ctx0" brushRef="#br0" timeOffset="-194154.5142">-245 9068 126 0,'0'0'217'0,"0"0"-7"0,0 0-9 0,0 0-13 15,0 0-9-15,0 0-11 0,0 0-11 0,0 0-9 0,3 15-12 16,-3-15-11-16,0 0-9 0,-2 9-7 0,2-9-12 15,-2 8-8-15,0-4-7 0,2-4-4 0,-4 7-11 16,1-3-3-16,0-1-8 0,3-3-4 16,-5 4-9-16,2-1-1 0,0-1-10 0,3-2-7 0,-7 3-14 15,4-1-2-15,3-2-9 0,-6 0-6 0,6 0-1 16,0 0 3-16,-10-4-1 0,8 3 2 0,-2-3-4 16,4 4 3-16,-5-5 0 0,4 1 0 0,1 4 2 15,-4-8 0-15,4 8-4 0,-2-9 4 0,2 9 2 16,-1-9 3-16,0 6 2 0,1 3 0 0,0 0 6 0,-1-8-4 15,1 8 2-15,0 0-2 0,0 0-4 16,0 0 0-16,-2-4-1 0,2 4-3 0,0 0 5 16,0 0-1-16,0 0 1 0,0 0 0 0,0 0-3 0,0 0-3 15,0 0 1-15,-3 19-2 0,2-15 4 0,1-4-7 16,-1 7-1-16,-2-3-2 0,0 0-4 16,3-4-1-16,-6 5-5 0,0 0-7 0,2-4-2 0,-3 0-8 15,3 2-4-15,-2-2 0 0,-1 0-7 0,-1-1-2 16,1 0 5-16,0-1-2 0,0 0 12 0,3 0 4 15,-2-2 6-15,2 2-5 0,4 1 3 0,-6-5 6 16,2 4 12-16,4 1 12 0,-6-4 6 0,6 4 6 16,-5-2 10-16,5 2 8 0,-4-2 8 0,4 2 8 15,0 0 4-15,0 0 5 0,-4-4-1 0,4 4 0 16,0 0-5-16,0 0-2 0,-5-1-5 0,5 1 5 16,0 0-2-16,0 0 2 0,0 0-3 0,0 0-1 15,0 0 2-15,0 0-2 0,0 0 2 0,9 14 5 16,-7-10-7-16,-2-4-6 0,3 6 9 0,-1-2 0 15,2 0-7-15,-2-1-2 0,1 0-2 0,0 2-5 16,-2-2 0-16,2 2-6 0,-3-5 1 0,3 7 5 0,-2-3-1 16,1 0-9-16,-2-4 3 0,0 8 1 0,2-3-6 15,-2-5 3-15,0 7-2 0,0-7-3 16,-3 10-3-16,1-7 4 0,2-3 0 0,-3 7-1 0,0-3 3 16,0 0-4-16,-1-2 2 0,1 1-3 0,-2 1 0 15,2-3-7-15,-2 1 4 0,-2 1-3 0,2-1 2 16,-1 0-2-16,-2 1-5 0,1-3 6 0,-1 2-2 15,-1-2-8-15,1 2 4 0,-3-4-3 0,1 2 5 16,-1 0-4-16,0-2 5 0,1-1-6 0,-1 0 5 16,2-1-5-16,2 2 3 0,0-1-1 0,0-2-3 15,1-1 1-15,0 1 3 0,2-1-5 0,0 0 1 16,2-1-11-16,1 0 2 0,1-2-13 0,1 1-11 16,1-4-20-16,1 2-23 0,2 0-25 0,-1 1-33 0,4-1-55 15,-1 0-40-15,2-1-56 0,-1 2-247 16,1-1-572-16,0 0 254 0</inkml:trace>
        </inkml:traceGroup>
        <inkml:traceGroup>
          <inkml:annotationXML>
            <emma:emma xmlns:emma="http://www.w3.org/2003/04/emma" version="1.0">
              <emma:interpretation id="{68806864-8554-484A-8BE3-BF6494CFE329}" emma:medium="tactile" emma:mode="ink">
                <msink:context xmlns:msink="http://schemas.microsoft.com/ink/2010/main" type="inkWord" rotatedBoundingBox="13079,10184 12065,10188 12064,9843 13078,9838"/>
              </emma:interpretation>
              <emma:one-of disjunction-type="recognition" id="oneOf24">
                <emma:interpretation id="interp36" emma:lang="" emma:confidence="1">
                  <emma:literal/>
                </emma:interpretation>
              </emma:one-of>
            </emma:emma>
          </inkml:annotationXML>
          <inkml:trace contextRef="#ctx0" brushRef="#br0" timeOffset="-192669.2483">-896 9011 156 0,'2'-5'266'0,"-2"5"-15"0,0 0-17 0,4-3-13 16,-4 3-15-16,0 0-11 0,0 0-14 0,5 8-2 16,-5-8-6-16,2 9-5 0,-2-3-10 0,0-6-6 15,0 12-8-15,1-3-10 0,-2-1-13 0,2-1-5 0,-1 3-23 16,2-1 2-16,-2 4-13 0,0-4-7 16,1 1-10-16,-1-2-18 0,-1 3-31 0,1-1-34 15,-1-2-46-15,-1 1-60 0,0-1-70 0,2-3-79 0,-2-1-204 16,0 4-515-16,-1-4 229 0</inkml:trace>
          <inkml:trace contextRef="#ctx0" brushRef="#br0" timeOffset="-192310.8995">-1000 9073 264 0,'0'0'321'0,"4"-8"-20"0,-4 8-27 0,0-6-25 16,0 6-20-16,2-4-24 0,-2 4-24 0,0 0-23 16,2-7-43-16,-2 7-55 0,0 0-64 0,0 0-87 15,0 0-102-15,0-6-153 0,0 6-373 0,0 0 166 16</inkml:trace>
          <inkml:trace contextRef="#ctx0" brushRef="#br0" timeOffset="-192514.0326">-950 9170 161 0,'-6'7'237'0,"6"-7"-5"0,0 7-16 16,0-7-6-16,0 0-11 0,0 12-10 0,0-12-9 16,1 10-11-16,-3-4-9 0,0 2-5 0,1-2-12 0,-4 1-9 15,2 3-11-15,-1-3-11 0,-2 3-12 0,2-2-8 16,-3-2-5-16,1 1-7 0,-1 0-14 0,0-2-10 16,-1-1-24-16,0 1-25 0,0-3-30 0,1 1-37 15,1-2-38-15,-1 0-51 0,2-2-45 0,-1 0-242 16,1-2-473-16,0 1 209 0</inkml:trace>
          <inkml:trace contextRef="#ctx0" brushRef="#br0" timeOffset="-157269.4372">-1230 9177 140 0,'0'0'209'16,"3"4"-12"-16,-3-4-9 0,0 0-8 0,0 0-13 16,0 0-9-16,0 0-8 0,0 0-9 0,0 0-7 15,-7 9-11-15,7-9-12 0,-5 4-8 0,1-2-6 16,4-2-8-16,-9 2-6 0,5-2-8 0,0 0-8 15,4 0-7-15,-10 0-6 0,10 0-4 0,-8 0-6 16,3-2-6-16,5 2-2 0,-8-3 0 0,5 0-6 16,-1 0-5-16,4 3 1 0,-3-7-3 0,1 4-4 15,2 3 0-15,-2-10 0 0,2 10-6 0,2-10 0 16,0 5-4-16,-1 1 4 0,2-1-4 0,2-1 2 0,-1 1 3 16,1 2-3-16,0-1 0 0,1 1-2 0,-1 0 0 15,1 2-2-15,1 0 0 0,-7 1-5 16,7 1 6-16,-2 2-6 0,-2 1 2 0,0 2-11 0,-1-2-16 15,-2-4-23-15,-2 13-33 0,0-4-39 0,0-1-49 16,-3 4-91-16,-2-3-134 0,-1 1-422 0,1-1 186 16</inkml:trace>
          <inkml:trace contextRef="#ctx0" brushRef="#br0" timeOffset="-157580.8903">-1420 9223 149 0,'0'6'152'0,"0"-6"-8"0,0 0-9 0,0 0 0 15,0 0-11-15,0 0-5 0,0 0-5 0,0 0-14 16,0 0-11-16,0 0-10 0,0 0-6 0,0 0-3 16,-13-8-13-16,13 8-6 0,-7-3-6 0,2-1-2 0,1 3-7 15,4 1 1-15,-9-5-4 0,7 2 0 16,-1 0-2-16,3 3-2 0,-3-7 8 0,0 3-3 15,3 4 5-15,-2-8-3 0,1 3-2 0,1 5 0 0,0 0-3 16,2-12 4-16,0 8 6 0,0-1 1 0,-2 5 3 16,4-6 1-16,0 3 1 0,-1 0-5 0,-3 3-3 15,7-2-1-15,-7 2-1 0,6 0 2 0,-6 0-1 16,7 2-4-16,-5 1-3 0,-2-3-2 0,9 5-4 16,-7-2-3-16,0 1-2 0,0 0-8 0,-1 1-18 15,1-1-31-15,-2-4-31 0,2 10-43 0,-1-6-34 16,0 1-62-16,-1-5-162 0,2 7-399 0,-2-7 176 15</inkml:trace>
          <inkml:trace contextRef="#ctx0" brushRef="#br0" timeOffset="-158159.9969">-1550 9219 9 0,'0'0'202'0,"0"0"-10"0,-3 6-15 0,3-6-17 15,0 0-9-15,-6 1-13 0,6-1-16 0,-6 0-9 16,6 0-12-16,0 0-5 0,-8 0-10 0,8 0-3 16,-8 0-8-16,8 0-7 0,-6-3-3 0,6 3-4 0,-6-3-6 15,3 0-2-15,3 3 9 0,-5-4-6 0,3 1-2 16,2 3-8-16,-3-8-2 0,0 4 1 16,3 4 4-16,-2-8-1 0,1 4-4 0,1 4-6 0,0 0 1 15,3-13-3-15,-1 10-3 0,-2 3 5 0,5-8-1 16,-2 6-3-16,2-4 2 0,-1 4-4 15,-1-1 0-15,1 0-5 0,-4 3-3 0,8-2 1 0,-8 2-2 16,6 4-1-16,-2-2 0 0,-4-2-7 0,4 7 6 16,-2-3-3-16,-1 1 0 0,-1-5-5 0,1 11-12 15,-1-5-45-15,-2 1-45 0,0 1-61 0,0-3-75 16,-2 3-198-16,1-2-456 0,0 1 202 0</inkml:trace>
          <inkml:trace contextRef="#ctx0" brushRef="#br0" timeOffset="-158613.0901">-1740 9189 163 0,'2'4'189'15,"-2"-4"-12"-15,0 0-8 0,0 0-13 16,0 0-18-16,0 0-8 0,0 0-10 0,-9 5-11 16,9-5-9-16,-6 0-11 0,6 0-7 0,-6 1-10 0,6-1 2 15,-5 0-9-15,5 0-18 0,0 0 6 0,-9-1-6 16,9 1-2-16,-7-3 2 0,7 3-4 0,-7-3-1 15,5 0 0-15,2 3-1 0,-4-5-6 0,4 5-1 16,-1-5 2-16,1 5-4 0,0 0-2 0,3-10-2 16,-3 10 2-16,3-7-4 0,0 3 3 0,-1 1 1 15,2-1 2-15,-1 1 1 0,-3 3-2 0,7-4-3 16,-4 3 2-16,-3 1-5 0,6-2 2 0,-6 2 0 16,7 0-6-16,-7 0-1 0,5 2-9 0,-1 0-6 15,-4-2-25-15,3 4-27 0,-3-4-41 0,3 6-61 16,-3-6-75-16,0 7-162 0,0-7-417 0,0 0 184 15</inkml:trace>
          <inkml:trace contextRef="#ctx0" brushRef="#br0" timeOffset="-158988.0501">-1891 8971 99 0,'0'0'236'16,"0"0"-18"-16,-3-4-9 0,3 4-14 0,0 0-8 15,0 0-9-15,0 0-8 0,0 0-5 0,0 0-11 16,0 0-3-16,0 0-1 0,6 16-2 0,-6-11 1 16,2 3-7-16,-1-1-11 0,0 1-3 0,0-1-9 15,-1 1-8-15,-1 1-6 0,2 1-7 0,-2 2-7 0,0-2-11 16,1 0-9-16,-1-1-4 0,0 3-8 16,0-3-4-16,1 1-9 0,0-1-29 0,-1 1-25 15,1-2-33-15,0 1-42 0,-2-2-43 0,2 2-55 0,0-9-60 16,0 10-268-16,-1-5-550 0,1-5 244 0</inkml:trace>
        </inkml:traceGroup>
        <inkml:traceGroup>
          <inkml:annotationXML>
            <emma:emma xmlns:emma="http://www.w3.org/2003/04/emma" version="1.0">
              <emma:interpretation id="{597415F8-A297-41D0-A7CA-93EADB884741}" emma:medium="tactile" emma:mode="ink">
                <msink:context xmlns:msink="http://schemas.microsoft.com/ink/2010/main" type="inkWord" rotatedBoundingBox="11851,10220 10369,10226 10367,9772 11849,9767"/>
              </emma:interpretation>
              <emma:one-of disjunction-type="recognition" id="oneOf25">
                <emma:interpretation id="interp37" emma:lang="" emma:confidence="1">
                  <emma:literal/>
                </emma:interpretation>
              </emma:one-of>
            </emma:emma>
          </inkml:annotationXML>
          <inkml:trace contextRef="#ctx0" brushRef="#br0" timeOffset="-181639.8271">-2444 8935 40 0,'0'0'185'0,"0"0"-10"0,7 4-12 0,-7-4-11 15,0 0-10-15,1 6-8 0,-1-6-4 0,0 0-8 16,0 0-6-16,-4 10-8 0,4-10-4 0,-7 3-6 16,3-1-5-16,-1-1-6 0,5-1-2 0,-9 5-7 15,1-4-3-15,3 1-4 0,-2 0-3 0,2-2-6 16,-1 1-2-16,1-1-7 0,5 0 4 0,-9-1-7 0,4 1 4 16,0-4 6-16,-1 1-6 0,0 0 0 0,0 0-2 15,2 1-1-15,0-2 0 0,-1 1-2 16,1 1-3-16,1 0-4 0,3 2-2 0,-8-5-3 0,6 4-3 15,2 1-8-15,-5-3-3 0,5 3 0 0,0 0-1 16,-8 1-22-16,8-1-20 0,-6 4-46 0,1 2-42 16,1-3-59-16,0 2-42 0,0 1-234 0,-2 0-480 15,-1 1 213-15</inkml:trace>
          <inkml:trace contextRef="#ctx0" brushRef="#br0" timeOffset="-182030.3988">-2625 9070 222 0,'0'0'246'0,"0"0"-17"0,0 0-11 16,0 0-5-16,0 0-11 0,0 0-8 15,0 0-11-15,0 0-4 0,0 15-7 0,0-15-17 0,0 10-12 16,0-3-10-16,0-1-12 0,0 4-9 0,-1-3-12 16,1 0-12-16,0 2-9 0,-1-2-5 0,1 1-9 15,-1-2-20-15,2 1-33 0,-1-7-47 0,-1 9-52 16,-1-4-62-16,2-5-65 0,0 0-236 0,0 9-488 16,0-9 216-16</inkml:trace>
          <inkml:trace contextRef="#ctx0" brushRef="#br0" timeOffset="-181014.8609">-2790 9198 239 0,'5'6'245'0,"-5"-6"-11"0,4 2-13 0,-4-2-10 15,6 2-16-15,-3 0-12 0,-3-2-9 0,8 2-12 16,-5-1-20-16,0 2-14 0,-3-3-8 0,7 1-12 15,-7-1-7-15,3 5-10 0,-1-2-8 0,-2-3-7 16,0 0-10-16,2 3-6 0,-2-3-1 0,0 0-8 16,0 0-5-16,0 0-8 0,0 0 3 0,0 0-7 15,-5 10-6-15,5-10-12 0,-5 0-15 0,5 0-8 16,0 0-11-16,-9-1-7 0,9 1-11 0,-7-4-12 16,4 1-1-16,0 1-1 0,0-2-7 0,1-1 3 0,2 5 9 15,-6-8 4-15,4 1 4 0,0 2 2 0,2-1 8 16,0 6 4-16,-1-12 9 0,0 6 10 15,1 6 10-15,1-10 6 0,-1 4 10 0,0 6 4 0,2-9 4 16,-1 5-1-16,-1 4 0 0,2-5-1 0,-2 5-4 16,0 0-6-16,0-6 1 0,0 6-2 0,0 0 0 15,0 0-4-15,0 0 3 0,0 0-3 0,0 0 3 16,0 0-5-16,0 0-1 0,-7 15 0 0,7-15-2 16,-4 6 2-16,0-3-1 0,0 1-1 0,1-1 1 15,-2 0-3-15,0 0-3 0,0-1-3 0,0 1-8 16,-2 0-11-16,0-2-8 0,0 1-6 0,0-2 0 15,1-1-22-15,-2 1 6 0,1 0-6 0,1-2 3 0,-2-1-3 16,1 1-4-16,0 1 4 0,2-2 0 0,-1 0 1 16,2-1 1-16,1 2 11 0,-1-3-1 15,0 3 6-15,4 2-1 0,-3-7 6 0,3 7 6 0,-1-7-2 16,1 7 3-16,0 0 6 0,1-9 8 0,-1 9 6 16,0 0 5-16,4-6 7 0,-4 6 10 0,0 0 9 15,3-4 9-15,-3 4 5 0,0 0 2 0,0 0 8 16,0 0 3-16,9 6 5 0,-7-2 4 0,1 0 0 15,-1 1-4-15,-2-5 5 0,3 9 4 0,-3-3 1 16,0 0 0-16,0 1-6 0,0 0-6 0,-2 0 1 16,1 0-7-16,-2 2-6 0,-1-1-1 0,0 0-8 15,-1-1-2-15,0 0-16 0,-4 2-27 0,2-3-33 0,-1 1-39 16,-2 0-46-16,-1-3-41 0,4-2-56 0,-4-2-200 16,4 1-461-16,0-1 203 0</inkml:trace>
          <inkml:trace contextRef="#ctx0" brushRef="#br0" timeOffset="-180577.3806">-3055 9056 123 0,'3'-1'279'0,"-3"1"-11"0,4-8-21 15,-3 5-21-15,-1 3-19 0,4-4-22 0,-4 4-20 16,0 0-17-16,2-5-28 0,-2 5-37 0,0 0-36 15,0 0-42-15,0 0-45 0,0 0-48 0,0 0-39 16,0 0-181-16,-12 9-334 0,7-7 147 0</inkml:trace>
          <inkml:trace contextRef="#ctx0" brushRef="#br0" timeOffset="-180780.5129">-3061 9162 50 0,'0'0'256'15,"0"0"-11"-15,0 0-19 0,7 12-11 0,-6-6-8 16,0-2-5-16,-2 4-12 0,1 0-10 0,0 0-14 15,-1 0-11-15,-1 2-15 0,0-3-13 0,-3 4-11 16,2-3-9-16,-2 1-12 0,-1 2-10 0,0-1-6 16,1-5-11-16,0 3-15 0,-2-1-24 0,2-5-29 0,-1 2-35 15,-1-1-42-15,1 0-34 0,1-3-40 0,5 0-49 16,-10-3-204-16,4 1-435 0,3-2 192 0</inkml:trace>
          <inkml:trace contextRef="#ctx0" brushRef="#br0" timeOffset="-182045.0223">-2123 8986 9 0,'3'-2'311'0,"-3"2"-14"0,1-8-8 0,-1 8-23 0,4-5-23 15,0 3-23-15,-4 2-23 0,0 0-21 0,3-6-18 16,-3 6-41-16,0 0-44 0,0 0-54 0,0 0-60 16,0 0-67-16,0 0-94 0,0 0-136 0,0 0-365 15,-19 11 161-15</inkml:trace>
          <inkml:trace contextRef="#ctx0" brushRef="#br0" timeOffset="-182811.6032">-2141 9095 170 0,'0'0'218'0,"0"0"-21"0,0 0-12 0,0 0-15 15,0 0-10-15,0 0-10 0,0 0-10 0,8 8-4 16,-8-8-4-16,3 6-5 0,-2-4-6 0,-1-2-8 0,0 10 2 16,2-8-9-16,-2-2-12 0,0 11-1 0,0-11-4 15,0 7-4-15,0-7-3 0,-2 8-12 0,2-8-2 16,-2 8-9-16,2-8-3 0,-1 7-8 16,0-3-4-16,1-4-5 0,-2 6-1 0,2-6-1 0,-4 4-6 15,4-4-4-15,-6 3 0 0,3-2-13 0,3-1 0 16,-5 2-6-16,-1-2-11 0,6 0-2 0,-9-2-6 15,2 2-4-15,0-2-6 0,1 0-3 0,-1 0-11 16,-1-2-10-16,1 1-4 0,0-1-1 0,1 1-5 16,-1-1-1-16,3 1-5 0,-3-1-5 0,4 1-2 15,1 0-3-15,2 3 8 0,-4-9 9 0,2 5 4 16,2 4 3-16,0-9 6 0,0 9 2 0,0 0 7 16,2-10 4-16,-2 10 14 0,2-6 5 0,-2 6 9 0,3-4 4 15,-3 4 4-15,2-4 9 0,-2 4-2 0,0 0 3 16,6-2 3-16,-6 2 2 0,0 0 2 15,0 0 0-15,9 4-1 0,-9-4 3 0,5 2-3 0,-3 1 3 16,0 2-2-16,-2-5 2 0,4 5-3 0,-2 0 1 16,-2-5-3-16,1 6 2 0,-1-6-4 0,0 0 4 15,-2 9-1-15,2-9-2 0,-5 6-2 0,2-2 1 16,-2-2-4-16,-1 2 1 0,-1 0-4 0,1-2 1 16,-5 2-5-16,3-1 5 0,0-1-4 0,0 0-1 15,-3 1-3-15,2-3-2 0,2 0 2 0,1 2-2 16,1-2 2-16,5 0-1 0,-9 0-1 0,9 0 1 15,-8 0-1-15,8 0 2 0,-5 0 1 0,5 0 8 16,0 0 10-16,-7 0 11 0,7 0 1 0,0 0 5 0,0 0 1 16,0 0-2-16,-3-2-4 0,3 2-2 15,0 0-1-15,0 0 4 0,0 0 3 0,0 0-5 16,0 0 2-16,0 0-5 0,3 16 2 0,-3-16-2 0,1 10-4 16,-1-2 2-16,-1-1-3 0,1 1-3 0,-2 0-2 15,0 1-6-15,-2 0 2 0,0 2 3 16,-1-3-7-16,0 2-3 0,-3 0 0 0,1 1-5 0,-1-1 0 15,1-5-17-15,-1 4-12 0,-1-2-22 0,-1 0-22 16,5-4-30-16,-2 2-33 0,1-3-43 0,1-1-56 16,0-1-276-16,0 0-545 0,5 0 241 0</inkml:trace>
          <inkml:trace contextRef="#ctx0" brushRef="#br0" timeOffset="-182561.6354">-2232 9032 64 0,'0'0'313'0,"4"-7"-16"0,-1 4-17 0,0 0-26 16,-1-1-24-16,-2 4-22 0,5-5-23 0,-5 5-15 15,4-3-19-15,-4 3-30 0,3-4-43 0,-3 4-40 16,0 0-51-16,3-3-52 0,-3 3-53 0,0 0-50 16,0 0-170-16,0 0-366 0,5-2 162 0</inkml:trace>
          <inkml:trace contextRef="#ctx0" brushRef="#br0" timeOffset="-179638.9681">-3226 9123 52 0,'0'0'222'0,"0"0"-17"0,0 0-13 0,0 0-11 16,0 0-14-16,0 0-10 0,0 0-9 0,0 0-12 0,0 7-8 16,0-7-2-16,0 0-13 0,0 0-3 0,0 8-11 15,0-8-7-15,-2 6-10 0,2-6-7 0,-1 6-9 16,1-6-3-16,-2 6-11 0,2-6-1 0,-3 6-6 15,3-6-4-15,-4 3-9 0,4-3-1 0,-4 2-13 16,4-2-2-16,0 0-7 0,-8-3 1 0,8 3-6 16,-6-2 1-16,6 2-2 0,-7-5-3 0,4 3 5 15,3 2-4-15,-6-4 2 0,4 1-4 0,2 3 4 16,-5-7-2-16,3 4-2 0,2 3 5 0,-3-6-3 16,3 6 2-16,-2-5 1 0,2 5 4 0,-2-6 0 15,2 6 5-15,0 0-2 0,0 0 2 0,0-7-4 16,0 7 2-16,0 0-4 0,0 0-3 0,0 0-4 0,0 0 5 15,0 0 1-15,0 0 0 0,0 0-3 0,0 0 1 16,0 0-1-16,0 0 0 0,5 16-1 0,-5-16 4 16,0 0-5-16,-5 12 3 0,2-9-6 0,0-1 5 15,-2 3-12-15,1-2-9 0,1-1-13 0,-3 1-9 16,1-1-8-16,1 0-8 0,-2 0-11 0,1-2-1 16,0 1-5-16,5-1 8 0,-10-1 3 0,5-1 3 15,0 0 8-15,1-1-5 0,4 3 14 0,-8-4 2 16,5 1 8-16,-1 0 8 0,4 3 6 0,-5-5 19 15,3 1-1-15,2 4 11 0,-4-5 5 0,4 5 10 16,0 0 3-16,-2-5 1 0,2 5 3 0,0 0 4 16,-3-5-5-16,3 5 6 0,0 0 1 0,0 0-1 0,0-5-4 15,0 5 2-15,0 0-2 0,0 0 3 0,0 0-1 16,0 0 5-16,0 0-1 0,0 0 3 16,0 0 3-16,0 0 7 0,14 7-4 0,-10-4 1 0,-1 1-2 15,-1-2-1-15,1 2-2 0,-3-4-1 0,5 6-3 16,-2-2 3-16,-1 0-3 0,0-1 2 0,-2-3-2 15,2 9-3-15,-1-4-3 0,0 0 2 0,-1-5-2 16,-1 10 0-16,1-4-5 0,0-6-1 0,-1 10-5 16,-1-5 1-16,2-5-3 0,-1 10-3 0,-1-5 0 15,2-1 3-15,-3 2-5 0,0-1-1 0,0-2-3 16,-2 3 6-16,0-1-4 0,-1 0-4 0,-2 0 1 16,0 1 5-16,0-2-5 0,-2-1 3 0,0 2-2 15,2-1 0-15,-3-4-2 0,0 2 1 0,3-1-3 0,-3-3 3 16,1 1-5-16,-2-3-3 0,2 0 3 15,0 1 3-15,2-1-1 0,-1-2-9 0,1 2 4 16,1-4 6-16,-1 0-6 0,0-1-1 0,2 2 1 0,1 0-3 16,2-2-7-16,-2-2-13 0,3 1-14 0,0 2-17 15,1-1-26-15,2 0-32 0,1 1-41 0,0-1-42 16,3-3-38-16,1 1-278 0,1 1-547 0,2 0 242 16</inkml:trace>
          <inkml:trace contextRef="#ctx0" brushRef="#br0" timeOffset="-179483.7109">-3248 8985 175 0,'0'0'240'0,"0"0"-17"16,0 0-14-16,0 0-15 0,0 0-13 0,0 0-11 15,-11-7-11-15,3 7-2 0,2-2-18 0,-2 1-4 0,-1-1-15 16,1 1-7-16,1-2-14 0,-1 0-3 0,1 1-15 16,1-1-3-16,2-1-8 0,-1 2-1 0,2-3-10 15,3 5-8-15,-3-7-3 0,3 2-5 0,0 5-16 16,0-11-15-16,2 6-23 0,-2-1-32 0,0 6-45 16,0-9-54-16,0 9-71 0,-1-8-196 0,-2 5-443 15,3 3 197-15</inkml:trace>
        </inkml:traceGroup>
        <inkml:traceGroup>
          <inkml:annotationXML>
            <emma:emma xmlns:emma="http://www.w3.org/2003/04/emma" version="1.0">
              <emma:interpretation id="{6F825BEC-EB60-4898-9632-5316F7715B24}" emma:medium="tactile" emma:mode="ink">
                <msink:context xmlns:msink="http://schemas.microsoft.com/ink/2010/main" type="inkWord" rotatedBoundingBox="10160,10166 8572,10173 8570,9821 10159,9815"/>
              </emma:interpretation>
              <emma:one-of disjunction-type="recognition" id="oneOf26">
                <emma:interpretation id="interp38" emma:lang="" emma:confidence="1">
                  <emma:literal/>
                </emma:interpretation>
              </emma:one-of>
            </emma:emma>
          </inkml:annotationXML>
          <inkml:trace contextRef="#ctx0" brushRef="#br0" timeOffset="-177607.8468">-4006 9154 57 0,'0'0'242'0,"0"0"-14"0,0 0-8 15,0 0-10-15,0 0-9 0,0 0-9 0,0 0-7 16,5 18 0-16,-3-10-11 0,-2-8-14 0,0 9-8 16,0-2-12-16,0 3-9 0,-1-4-7 0,-1 3-10 15,0-2-5-15,-2 1-14 0,0-1-10 0,-1 0-13 16,-3 3-3-16,3-5-10 0,-1 2-9 0,1-2-21 0,-2 0-24 15,1-2-36-15,0 0-41 0,-1 0-49 16,2-2-52-16,0-2-52 0,5 1-220 0,-10-3-481 16,6-1 213-16</inkml:trace>
          <inkml:trace contextRef="#ctx0" brushRef="#br0" timeOffset="-177606.8468">-4013 9037 154 0,'1'-5'290'0,"1"0"-15"0,-2 5-21 0,3-7-20 15,0 2-28-15,-3 5-20 0,1-4-24 0,-1 4-16 16,0 0-33-16,0 0-48 0,0 0-51 0,0 0-69 0,0 0-89 16,0 0-173-16,0 0-344 0,0 0 153 15</inkml:trace>
          <inkml:trace contextRef="#ctx0" brushRef="#br0" timeOffset="-177077.66">-4197 9139 111 0,'-7'2'148'15,"3"-1"-5"-15,4-1-11 0,-8 4-13 0,5-2 0 16,0 1-13-16,3-3-5 0,-7 5-9 0,5-3-11 16,2-2-10-16,-5 6-2 0,2-3-8 0,3-3-1 15,-3 5-5-15,3-5-2 0,-2 5 0 0,2-5-3 0,0 0-2 16,0 7-1-16,0-7 5 0,0 0 1 0,4 8 1 15,-4-8 2-15,2 3 3 0,-2-3 5 16,0 0 2-16,4 5-3 0,-1-4-2 0,-3-1-5 0,3 2-5 16,-3-2 8-16,5 3-7 0,-5-3-3 0,5 2 0 15,-5-2-5-15,5 3 1 0,-5-3-3 0,4 2 1 16,-4-2-4-16,4 3-4 0,-4-3-5 0,3 3-3 16,-3-3-1-16,0 0-6 0,4 4 0 0,-4-4 0 15,0 0-1-15,0 5 3 0,0-5 6 0,0 0-1 16,0 0 6-16,-4 8-2 0,4-8 2 0,-5 4 0 15,3-1-4-15,2-3 2 0,-6 4-5 0,2-2-4 16,1 0 2-16,3-2-6 0,-8 4-3 0,3-3 1 0,0-1-1 16,-1 2-1-16,-1-2 0 0,1 1-4 0,-1 0 2 15,-1-1-3-15,0 0-1 0,1 0 0 0,-1 0-4 16,-1 0 0-16,1-1 3 0,0 1-4 0,0-3 2 16,1 2-4-16,-2-2 4 0,3 0-2 0,1 0-2 15,0-1 5-15,0-1-5 0,2 1 3 0,0 0 0 16,0 0-1-16,2-2-3 0,1 6-8 0,0-11-12 15,0 5-14-15,1-1-28 0,1 2-27 0,2-1-30 16,-1 2-39-16,0-2-39 0,0 0-59 0,1 2-171 16,-2 0-462-16,1 1 204 0</inkml:trace>
          <inkml:trace contextRef="#ctx0" brushRef="#br0" timeOffset="-178390.0401">-3805 9092 149 0,'0'0'191'0,"0"0"-13"0,0 0-15 0,0 0-19 0,0 0-7 16,0 0-15-16,5 17-12 0,-5-17-5 15,2 7-4-15,-2-2-6 0,0-5-1 0,0 7-6 0,0-7-4 16,-2 7-7-16,2-7-7 0,-4 7-3 0,3-3-3 16,-3-2-9-16,0 1-3 0,4-3-4 0,-6 5-6 15,2-3-4-15,0-1-3 0,0 2-4 0,-1-3-3 16,0 2-1-16,5-2-4 0,-9-1-2 0,9 1 0 16,-8-1-5-16,4-1 1 0,4 2-4 0,-7-4 5 15,4 0-5-15,0 0-2 0,3 4 8 0,-2-9-1 16,1 2 6-16,1 0 7 0,0 0 13 0,1-2 3 15,1 0 4-15,1 0 5 0,0-5 0 0,1 1 3 0,-1 0 0 16,3 2-6-16,-3-2 1 0,3 3-8 16,-2-1 0-16,-1 2-6 0,0 2-6 0,-1 2-2 15,0 0-3-15,0 1-18 0,-2 4-26 0,3-5-23 0,-3 5-27 16,0 0-26-16,0 0-36 0,0 0-44 0,0 0-39 16,2 13-230-16,-2-13-477 0,-1 11 210 0</inkml:trace>
          <inkml:trace contextRef="#ctx0" brushRef="#br0" timeOffset="-178202.5754">-3891 9275 274 0,'0'0'293'0,"0"0"-23"0,0 0-20 0,0 0-24 16,0 0-26-16,0 0-21 0,7-13-30 0,-7 13-42 0,0 0-59 15,1-7-62-15,-1 7-65 0,0-6-90 0,0 6-120 16,0 0-314-16,-6-7 139 0</inkml:trace>
          <inkml:trace contextRef="#ctx0" brushRef="#br0" timeOffset="-176123.5787">-4488 9110 126 0,'0'0'210'0,"0"0"-16"16,0 0-11-16,0 0-10 0,0 0-9 0,0 0-15 15,0 0-2-15,7 13-7 0,-7-13-11 0,0 0-8 16,0 9-8-16,0-9-15 0,-1 7-10 0,1-7-9 16,-1 7-6-16,1-7-7 0,-4 7-7 0,3-3-5 15,1-4-6-15,-4 7-16 0,2-4-3 0,2-3-12 0,-6 4-12 16,6-4-6-16,-6 3-1 0,6-3-3 0,-5 1-5 16,5-1-2-16,-5-1 3 0,5 1-2 0,0 0-4 15,-8-4 1-15,6 0 2 0,2 4-1 0,-4-6 1 16,3 3 4-16,1 3-6 0,-4-9 6 0,4 9 1 15,-2-7 7-15,0 3 4 0,2 4-1 0,-1-7 2 16,1 7 12-16,0-8 3 0,0 8 0 0,0 0-1 16,1-7 5-16,-1 7-5 0,0 0-2 0,0 0 0 15,1-5-3-15,-1 5-2 0,0 0 3 0,0 0-5 0,0 0 0 16,0 0-4-16,0 0 3 0,0 0-3 16,0 0 1-16,4 13-2 0,-4-13 1 0,0 0-1 15,-3 14-1-15,1-9-4 0,-1 0-2 0,2-1 0 0,-1 1-8 16,-1-2-4-16,-2 1-6 0,0 1-2 0,1-3-8 15,-1 0-2-15,2 1-2 0,-1-2-5 0,-1 0-3 16,5-1 0-16,-8 0 1 0,8 0 2 0,-7-2 11 16,7 2-2-16,-6-1 4 0,2-2 3 0,4 3 0 15,-4-6 4-15,1 3 10 0,3 3 4 0,-5-7 3 16,3 3 10-16,0 0-6 0,2 4 15 0,-5-7 8 16,4 3 2-16,1 4 5 0,-3-6 2 0,3 6 3 15,-1-4 1-15,1 4 0 0,0 0-4 0,-2-6 2 16,2 6-4-16,0 0-2 0,-1-5-2 0,1 5-7 15,0 0 0-15,0 0-3 0,0 0-2 0,0 0-1 16,0 0-3-16,0 0 2 0,0 0-4 0,0 0 1 0,0 0-3 16,0 0 2-16,0 0-4 0,-4 15 2 15,3-10-1-15,1-5-2 0,-3 7-1 0,0-3 4 16,0-2-3-16,0 2-1 0,-1 1-1 0,1-3 3 0,-2 2 0 16,0 0 1-16,0-2-6 0,-1 0 0 0,0-1 5 15,0 1 0-15,0-1-7 0,-1-1 0 0,2 1 1 16,-3-2 0-16,2 0 0 0,0-1 0 0,0 1-1 15,0-2 0-15,0-1 1 0,1 0 2 0,1 1-1 16,4 3 4-16,-6-7 0 0,3 3 7 0,2-1 5 16,-1-1 2-16,-1-1 1 0,3-1 0 0,0-2 2 15,0-3 5-15,2-1-1 0,-1-5 0 0,1-1-6 16,2 1 0-16,-2 1 2 0,1 5 1 0,-1 0 0 0,-1 4-1 16,0 1 0-16,0 0-6 0,0 3-1 0,-1 5-2 15,1-8-21-15,-1 8-27 0,0 0-42 16,0 0-53-16,0 0-55 0,0 0-265 0,0 0-488 0,-6 23 216 15</inkml:trace>
          <inkml:trace contextRef="#ctx0" brushRef="#br0" timeOffset="-170940.3124">-4906 9144 177 0,'0'0'183'16,"0"0"-10"-16,0 0-10 0,0 0-3 0,0 0-2 15,0 0-6-15,0 0-10 0,-5 12-6 0,5-12-1 0,-1 8-6 16,0-3-4-16,1-5-4 0,-2 11-3 0,0-5-14 16,0 1-1-16,-2 1-5 0,0-2-8 15,0 3-1-15,0-2-9 0,-1 0-7 0,-1 3-5 0,-1-3-8 16,1 0-1-16,0-1-8 0,-3 2-2 0,3-4-10 15,-4 3-5-15,3-3-14 0,-1-1-23 0,1-1-26 16,1 0-32-16,-2-1-27 0,2-1-44 0,1 0-48 16,-2 0-55-16,0-4-159 0,1 1-427 0,1-1 190 15</inkml:trace>
          <inkml:trace contextRef="#ctx0" brushRef="#br0" timeOffset="-170705.9565">-4968 9044 153 0,'0'0'303'0,"2"-4"-11"16,-2 4-14-16,0 0-18 0,0 0-12 0,4-5-20 15,-4 5-17-15,2-3-16 0,-2 3-18 0,0 0-17 0,4-5-16 16,-4 5-15-16,0 0-13 0,3-1-17 15,-3 1-41-15,0 0-29 0,0 0-40 0,0 0-53 16,0 0-59-16,0 0-66 0,-9 12-261 0,6-9-486 0,0 2 216 16</inkml:trace>
          <inkml:trace contextRef="#ctx0" brushRef="#br0" timeOffset="-170143.4731">-5151 9139 188 0,'-3'-4'194'0,"3"4"-13"0,0 0-15 0,-6 0-11 16,6 0-9-16,-7 0-8 0,7 0-10 0,0 0-8 0,-9 0-11 15,5 2-6-15,4-2-5 0,-9 2-12 0,6 0-6 16,-1-1-4-16,-2 3-6 0,2-4-8 0,0 3-3 16,-1 1-7-16,1 0-2 0,1-3-5 0,-1 3-6 15,1-1-2-15,3-3-3 0,-6 5-5 0,5-3 1 16,1-2 2-16,-4 4 2 0,4-4-2 0,0 6-1 16,0-6 1-16,0 0-1 0,4 8 8 0,-1-5-7 15,-3-3 0-15,4 6-1 0,-2-4-3 0,1 1 1 0,-3-3-1 16,7 6-1-16,-4-4 0 0,0 2-1 0,-3-4-1 15,6 3 3-15,-3-1-6 0,-3-2 0 16,5 3-5-16,-5-3 3 0,0 0-3 0,5 4-2 0,-5-4 3 16,1 2 3-16,-1-2-1 0,0 0 4 0,0 0 3 15,2 8 1-15,-2-8 1 0,0 0 5 0,-4 8-3 16,4-8 0-16,-5 5-2 0,1-2 1 0,0-1 1 16,-1 2-1-16,-1 1-2 0,-1-2-1 0,0 0-4 15,0-1-1-15,0 1-2 0,-1 0-3 0,1-2 0 16,-2 1-4-16,-1-1 1 0,1-1-1 0,-1 1 0 15,-1-2-2-15,2 1-2 0,-1-3 1 0,1-1 0 16,0 1-1-16,1 0-1 0,1-2-2 0,0 0 4 0,1 0-4 16,2-2-3-16,1 1 4 0,1-1-1 0,1-2-2 15,-1 0-2-15,4 0-8 0,-1 2-15 16,1-2-19-16,1 1-26 0,1 0-29 0,0 3-30 0,1-2-45 16,-1 0-49-16,2 0-69 0,-1 1-178 0,-1-1-505 15,-1 0 225-15</inkml:trace>
        </inkml:traceGroup>
        <inkml:traceGroup>
          <inkml:annotationXML>
            <emma:emma xmlns:emma="http://www.w3.org/2003/04/emma" version="1.0">
              <emma:interpretation id="{5836B061-F2DA-4419-BA5B-4EB08A5A405F}" emma:medium="tactile" emma:mode="ink">
                <msink:context xmlns:msink="http://schemas.microsoft.com/ink/2010/main" type="inkWord" rotatedBoundingBox="8356,10156 7815,10158 7814,9891 8355,9889"/>
              </emma:interpretation>
              <emma:one-of disjunction-type="recognition" id="oneOf27">
                <emma:interpretation id="interp39" emma:lang="" emma:confidence="1">
                  <emma:literal/>
                </emma:interpretation>
              </emma:one-of>
            </emma:emma>
          </inkml:annotationXML>
          <inkml:trace contextRef="#ctx0" brushRef="#br0" timeOffset="-169409.1508">-5621 9072 81 0,'0'0'242'0,"0"0"-11"0,0 0-14 0,0 0-13 15,0 0-15-15,8 1-8 0,-8-1-14 0,0 0-16 16,5 3-10-16,-5-3-8 0,3 4-11 0,-3-4-13 15,2 6-9-15,-2-6-9 0,1 6-11 0,-1-6-5 16,0 7-5-16,0-7-5 0,0 7-8 0,0-7-3 16,-3 8-9-16,2-4-1 0,1-4-7 0,-4 5-1 0,1-1-3 15,-1-1-4-15,1 2-2 0,3-5-3 16,-10 4-3-16,5-2 0 0,-2-1-1 0,1 2-6 0,0-2-2 16,0-1 3-16,-1 0-4 0,7 0-1 0,-11-1 1 15,8-2-3-15,-1 1 0 0,-1-1 2 0,1 0-1 16,1-1 6-16,-1 1 11 0,0-2 3 0,0-1 1 15,1 3 1-15,0-2 5 0,-1 0 11 0,1 1 4 16,1 0-7-16,-2 0 3 0,4 4-4 0,-4-7-1 16,2 4 2-16,2 3-2 0,-3-5 6 0,3 5-15 15,0 0-3-15,-4-4-5 0,4 4-2 0,0 0-2 16,0 0-2-16,0 0 0 0,0 0 1 0,0 0-2 0,0 0-5 16,0 0 0-16,7 13-4 0,-5-10 0 15,-2-3 1-15,2 8 2 0,-1-3-3 0,-1-5-2 16,1 8 2-16,-2-2-4 0,1-6 4 0,-2 8-6 0,2-8 6 15,-3 9-3-15,2-6-3 0,-2 2 2 0,-2-1-8 16,3-1 1-16,-3 1-13 0,1-1-8 0,-3-1-10 16,2-1-15-16,-1 2-22 0,1-1-20 0,1-1-17 15,-2 1-18-15,6-2-28 0,-7 1-36 0,7-1-37 16,-5 0-58-16,5 0-175 0,-7 1-496 0,7-1 219 16</inkml:trace>
          <inkml:trace contextRef="#ctx0" brushRef="#br0" timeOffset="-169206.0654">-5718 9276 92 0,'0'0'324'16,"0"0"-14"-16,0 0-17 0,0 0-15 0,0 0-16 15,0 0-19-15,0 0-25 0,8-11-17 0,-8 11-22 16,0-5-15-16,0 5-25 0,1-6-42 0,-1 6-52 15,2-6-66-15,-2 6-72 0,0 0-88 0,-2-10-244 16,2 10-461-16,-4-7 203 0</inkml:trace>
          <inkml:trace contextRef="#ctx0" brushRef="#br0" timeOffset="-168659.2316">-5935 9059 173 0,'0'0'185'0,"2"-8"-3"0,-2 8-10 15,2-4-9-15,-2 4-8 0,1-6-16 0,-1 6-7 16,4-6-12-16,0 3-6 0,-4 3-5 0,4-5-4 16,-1 2-9-16,-3 3-7 0,6-4-6 0,-6 4-3 15,5-2 1-15,-1 1-3 0,-4 1-7 0,5-2-2 16,-5 2-6-16,7 0-2 0,-7 0-1 0,0 0-8 16,6 2-3-16,-6-2-2 0,4 3-1 0,-4-3 0 15,3 4-5-15,-1-1-2 0,-2-3-5 0,1 8 2 16,-1-8-6-16,0 6 0 0,0-6 2 0,-3 6-6 0,3-6 3 15,-6 7-4-15,3-5 1 0,-2 1-3 16,-1 0 1-16,0 2-3 0,0-4-3 0,-2 2-1 16,1 0 2-16,0-2-1 0,0 1-4 0,-1 0 0 0,2-1-2 15,1 1-1-15,0-1 2 0,5-1 0 0,-9 2-3 16,6-1 4-16,3-1-5 0,-6 1 2 0,6-1 4 16,-4 4 2-16,4-4 4 0,-4 4 3 0,4-4-1 15,-2 6 4-15,2-6 1 0,-2 8 0 0,2-8 12 16,1 9-15-16,-1-9 8 0,1 12-4 0,1-7-4 15,-2 2 0-15,2 1-4 0,-1 1 7 0,1 0 1 16,-1-1-7-16,-1 2 0 0,2-2 0 0,-2 1-7 16,1 0-2-16,-1-2-9 0,0 2-23 0,0-2-28 15,-1 1-27-15,1-1-27 0,-1-1-36 0,0-1-32 16,-1 0-35-16,2-5-35 0,-2 10-258 0,-1-8-536 16,0 2 238-16</inkml:trace>
          <inkml:trace contextRef="#ctx0" brushRef="#br0" timeOffset="-168362.3773">-6141 9156 105 0,'0'0'393'0,"-2"-7"-13"16,2 7-21-16,0 0-16 0,0 0-1 0,0 0-20 16,3-10-27-16,-3 10-27 0,0 0-21 0,0 0-30 15,0 0-21-15,0 0-34 0,1-9-61 0,-1 9-80 16,0 0-93-16,0 0-122 0,0 0-152 0,0 0-178 15,-4-4-567-15,4 4 252 0</inkml:trace>
        </inkml:traceGroup>
      </inkml:traceGroup>
    </inkml:traceGroup>
    <inkml:traceGroup>
      <inkml:annotationXML>
        <emma:emma xmlns:emma="http://www.w3.org/2003/04/emma" version="1.0">
          <emma:interpretation id="{1218692D-759A-49C1-9E1C-863B432791DB}" emma:medium="tactile" emma:mode="ink">
            <msink:context xmlns:msink="http://schemas.microsoft.com/ink/2010/main" type="paragraph" rotatedBoundingBox="8363,8475 14689,8497 14687,9149 8361,9128" alignmentLevel="4"/>
          </emma:interpretation>
        </emma:emma>
      </inkml:annotationXML>
      <inkml:traceGroup>
        <inkml:annotationXML>
          <emma:emma xmlns:emma="http://www.w3.org/2003/04/emma" version="1.0">
            <emma:interpretation id="{5AF4E920-0754-4F48-9CD1-A6EB1A7AF16A}" emma:medium="tactile" emma:mode="ink">
              <msink:context xmlns:msink="http://schemas.microsoft.com/ink/2010/main" type="line" rotatedBoundingBox="8363,8475 14689,8497 14687,9149 8361,9128"/>
            </emma:interpretation>
          </emma:emma>
        </inkml:annotationXML>
        <inkml:traceGroup>
          <inkml:annotationXML>
            <emma:emma xmlns:emma="http://www.w3.org/2003/04/emma" version="1.0">
              <emma:interpretation id="{336B0BB9-8CB0-4EC3-8AA6-ECCFA0780342}" emma:medium="tactile" emma:mode="ink">
                <msink:context xmlns:msink="http://schemas.microsoft.com/ink/2010/main" type="inkWord" rotatedBoundingBox="8363,8475 10176,8481 10174,9134 8361,9128"/>
              </emma:interpretation>
              <emma:one-of disjunction-type="recognition" id="oneOf28">
                <emma:interpretation id="interp40" emma:lang="" emma:confidence="1">
                  <emma:literal/>
                </emma:interpretation>
              </emma:one-of>
            </emma:emma>
          </inkml:annotationXML>
          <inkml:trace contextRef="#ctx0" brushRef="#br0" timeOffset="-247839.0383">-4299 7836 150 0,'3'-3'328'0,"-3"3"-18"0,5-6-23 16,-2 3-22-16,0 1-20 0,-3 2-23 0,5-4-22 15,-5 4-20-15,4-3-19 0,-4 3-25 0,2-3-22 16,-2 3-34-16,0 0-48 0,0 0-48 0,0 0-52 16,0 0-55-16,0 0-69 0,0 0-194 0,0 0-417 0,-13 6 185 15</inkml:trace>
          <inkml:trace contextRef="#ctx0" brushRef="#br0" timeOffset="-248042.1495">-4271 7961 202 0,'0'0'243'0,"0"0"-18"16,0 0-15-16,0 0-10 0,0 0-12 0,0 0-17 15,0 0-16-15,0 0-13 0,9 10-14 0,-9-10-10 16,2 8-11-16,-2-2-9 0,0 0-6 0,0-6-9 15,-2 12-10-15,1-8-5 0,-1 2-5 0,1-1-7 16,-1 0-5-16,-1 2-4 0,0-3 1 0,1 0-10 16,-1-1-6-16,3-3-5 0,-7 4 2 0,4-3-3 15,3-1-1-15,-8-1-6 0,8 1 1 0,-12-2-3 16,6-2 1-16,0-1-3 0,-1 2-3 0,2-2-1 16,-1 1-1-16,1-1 3 0,1-1-5 0,-1 1 13 15,3 2 4-15,-2-2 5 0,2 0-1 0,2 5 7 0,-3-6 3 16,3 6-4-16,-3-6 1 0,3 6-2 0,-2-4 0 15,2 4-8-15,0 0 1 0,0 0-5 0,0 0 6 16,0 0-10-16,0 0-1 0,0 0-3 0,0 0-3 16,0 0 3-16,0 0-6 0,0 0 3 0,8 18-4 15,-6-10 1-15,-1-1-3 0,1-3 7 0,0 4-12 16,-1-3 5-16,-1 3 2 0,0-2-1 0,-1 2-3 16,0-1-1-16,-2-1 5 0,0-1-4 0,-1 2-4 15,0-3-12-15,-1 1-20 0,-1-2-23 0,-1-1-26 16,2-1-36-16,0 1-36 0,5-2-42 0,-10-2-49 15,7-1-217-15,-1 2-500 0,-1-4 221 0</inkml:trace>
          <inkml:trace contextRef="#ctx0" brushRef="#br0" timeOffset="-248369.2386">-4193 7832 6 0,'0'0'253'0,"0"0"-21"16,0 0-15-16,0 0-15 0,0 0-8 0,0 0-3 15,0 0-5-15,0 0-12 0,8 10-8 0,-8-5-4 0,1 1-6 16,-1 0 0-16,1 3 4 0,-1-2-5 15,-1 2-10-15,1 2-15 0,-1-2-5 0,1 0-10 0,0 0-9 16,-1 3-12-16,-1 0-11 0,1-2-13 0,1 1 0 16,0-1-14-16,0-1-43 0,0 0-49 0,0 0-56 15,-2-3-65-15,2 0-77 0,0 0-283 0,0-6-559 16,-2 9 248-16</inkml:trace>
          <inkml:trace contextRef="#ctx0" brushRef="#br0" timeOffset="-248901.4745">-3998 7967 78 0,'0'0'226'15,"0"0"-17"-15,0 0-13 0,0 0-13 0,0 0-8 16,0 0-9-16,0 0-7 0,10 8-15 0,-10-8-11 16,5 6-12-16,-4-2-4 0,1 0-11 0,-2-4-9 15,3 6-10-15,-3-6-2 0,0 9-8 0,0-9-7 16,2 7-8-16,-2-2 0 0,0-5-8 0,1 6-2 16,-1-6-9-16,-2 9-1 0,2-9-4 0,-1 6-1 15,1-6-4-15,0 0-2 0,-4 5-5 0,4-5-3 16,-5 1-2-16,5-1-2 0,-6 0-1 0,6 0 1 15,0 0-4-15,-10-4-1 0,7 3 1 0,3 1-5 0,-8-5 1 16,5 2-1-16,0 0-2 0,-1-1 2 0,4 4-1 16,-5-6-3-16,3 2 1 0,2 4-1 15,-2-7-3-15,2 7-3 0,0 0-9 0,2-9-24 0,-2 9-30 16,5-7-40-16,-1 2-24 0,0 1-39 0,0-1-56 16,1 0-180-16,0 0-435 0,0 1 192 0</inkml:trace>
          <inkml:trace contextRef="#ctx0" brushRef="#br0" timeOffset="-249401.4374">-3792 8046 94 0,'0'0'255'0,"0"0"-18"0,0 0-13 0,0 0-7 16,0 0-3-16,0 0-11 0,0 0-11 0,0 0-7 15,0 0-12-15,7 14-13 0,-5-9-14 0,-2 1-9 16,0 1-9-16,0 0-8 0,0 0-7 0,-2 2-5 16,1 0-10-16,-2-1-5 0,0 3-6 0,-1-3-11 0,1 1-3 15,-3 2-7-15,1-3-8 0,0-1-6 0,0 1-1 16,-1-1-13-16,0-3-18 0,0 1-23 0,0 1-27 16,-1-4-36-16,1 2-44 0,-1-2-53 0,2-2-52 15,-1-1-87-15,1-2-154 0,-1 0-492 0,-1-1 219 16</inkml:trace>
          <inkml:trace contextRef="#ctx0" brushRef="#br0" timeOffset="-249213.9275">-3862 7794 126 0,'0'0'259'0,"0"0"-14"16,0 0-6-16,6 9-9 0,-5-4-12 0,0 2-9 16,0 0-14-16,-1 1-13 0,2 1-11 0,-1 0-15 15,0 0-13-15,-1 3-12 0,-1 0-13 0,0 1-9 16,1-4-16-16,-2 1-3 0,0-1-15 0,0 0-21 16,-1 0-36-16,0-2-49 0,0 1-54 0,0-1-64 15,-1-1-55-15,1-3-228 0,-1 3-468 0,1-3 207 16</inkml:trace>
          <inkml:trace contextRef="#ctx0" brushRef="#br0" timeOffset="-246853.7467">-3883 8029 106 0,'-4'1'128'15,"4"-1"-2"-15,0 0-9 0,0 0 1 0,0 0 0 16,0 0-4-16,0 0 5 0,0 0 6 0,0 0 3 16,0 0 4-16,0 0 2 0,0 0-3 0,0 0-1 15,0 0-4-15,0 0-1 0,0 0-3 0,0 0-1 16,0 0-4-16,0 0-1 0,0 0-7 0,-2-11-8 0,2 11-8 15,0 0-13-15,2-9 0 0,-2 9-12 0,3-9-4 16,0 5-10-16,-1-2-27 0,-1 0-40 0,2 0-48 16,-1-2-63-16,1-1-72 0,-2 1-261 0,2-1-493 15,-2-1 219-15</inkml:trace>
          <inkml:trace contextRef="#ctx0" brushRef="#br0" timeOffset="-245948.565">-4482 7840 55 0,'0'0'215'0,"0"0"-6"0,0 0-2 16,0 0-14-16,0 0-9 0,0 0-12 16,0 0-8-16,0 0-7 0,0 0-5 0,2 22-6 15,-2-15-8-15,-1 2-4 0,2 0-12 0,-1-1-6 16,-1 2-11-16,1-1-7 0,-1 2-11 0,0 1-7 0,0-2-7 15,0-1-8-15,-1 3-3 0,-1-2-13 16,1 2-28-16,-2-1-33 0,1-2-41 0,0 0-48 0,0-1-51 16,2-1-51-16,-2 0-212 0,-1-1-447 0,2-2 198 15</inkml:trace>
          <inkml:trace contextRef="#ctx0" brushRef="#br0" timeOffset="-245714.208">-4594 8035 106 0,'0'0'223'0,"0"0"-4"15,-1 10-8-15,1-6-4 0,0-4-4 0,0 11-6 16,-2-3-18-16,1 0-10 0,0 2-16 0,-4 1-13 16,3-2-10-16,-2 1-12 0,-1-1-14 0,0-1-6 15,0 1-9-15,-2 0-11 0,0 0-11 0,0 0 1 16,-3-2-32-16,2 1-25 0,-2-2-30 0,3-1-29 15,-3-1-27-15,3-1-48 0,1-1-42 0,0-1-64 16,-1-3-130-16,3 1-386 0,0-2 170 0</inkml:trace>
          <inkml:trace contextRef="#ctx0" brushRef="#br0" timeOffset="-245260.1022">-4654 7920 93 0,'3'-4'304'16,"0"1"-10"-16,-3 3-16 0,4-6-17 0,-4 6-28 15,3-5-23-15,-3 5-21 0,1-4-21 0,-1 4-30 16,0 0-41-16,0 0-56 0,0 0-59 0,0 0-66 16,0 0-73-16,0 0-185 0,0 0-369 0,0 0 163 15</inkml:trace>
          <inkml:trace contextRef="#ctx0" brushRef="#br0" timeOffset="-244979.884">-4795 8014 112 0,'0'0'172'0,"-7"3"-14"0,4-2-4 16,3-1-12-16,-6 4-12 0,6-4-10 0,-7 3-2 16,4-1-8-16,0 1-5 0,3-3-12 0,-5 4-4 15,5-4-9-15,-5 4-9 0,5-4-5 0,-2 4-5 0,2-4-1 16,0 0-2-16,-2 6-4 0,2-6-3 0,0 0-3 16,-1 5-1-16,1-5 1 0,0 0-5 15,0 0-2-15,5 6-1 0,-5-6 0 0,4 3-7 0,-4-3 1 16,5 3-2-16,-5-3 4 0,3 1 0 0,-3-1-1 15,4 4 0-15,-4-4 0 0,4 3 1 0,-4-3-2 16,3 4 0-16,-3-4-4 0,0 0 0 0,3 5-1 16,-3-5 3-16,0 0 1 0,1 3 0 0,-1-3-2 15,0 0 4-15,0 0-3 0,0 0 4 0,-1 7-7 16,1-7-1-16,0 0 2 0,-4 5-1 0,4-5-1 16,-7 3 0-16,7-3 0 0,-8 2-4 0,4-1 0 15,-1 2-6-15,1-3 0 0,-1 3-1 0,0-1-2 0,-1-2-1 16,0 3-3-16,-1-1 0 0,1-2 3 15,-1 2-3-15,1 0 1 0,-2-2-5 0,1 0 0 16,-1 0-1-16,0 1-3 0,-1-4 4 0,1 1-3 0,-2 0-1 16,-1-3-1-16,3 2 2 0,0 0 1 0,1 1 0 15,-1-4 0-15,4 2-1 0,-2-1-3 0,1 1 3 16,1 1-2-16,1 0 1 0,1-2-1 0,0-1-1 16,2 6 2-16,-1-10-2 0,2 3 0 0,0 1-5 15,2-2-2-15,-1 4-11 0,2-3-22 0,1 2-22 16,-1 0-27-16,0-2-36 0,1 2-33 0,0-1-48 15,-1 2-55-15,0-2-160 0,1 0-455 0,-3 2 201 16</inkml:trace>
          <inkml:trace contextRef="#ctx0" brushRef="#br0" timeOffset="-243120.6433">-5592 8037 340 0,'0'0'382'0,"0"0"-12"0,0 0-4 0,0 0-18 16,-4-6-12-16,4 6-25 0,0 0-26 0,0 0-28 15,0 0-27-15,0 0-23 0,0 0-25 0,0 0-62 16,0 0-81-16,0 0-108 0,10-5-144 0,-10 5-370 16,0 0-629-16,0 0 279 0</inkml:trace>
          <inkml:trace contextRef="#ctx0" brushRef="#br0" timeOffset="-243714.3391">-5255 7878 143 0,'1'-4'336'16,"-1"4"-19"-16,4-5-19 0,-2 1-21 0,-2 4-29 0,3-7-15 15,-3 7-23-15,3-4-24 0,-3 4-20 16,2-3-25-16,-2 3-41 0,0 0-58 0,2-5-66 0,-2 5-75 16,0 0-85-16,3-4-215 0,-3 4-432 0,3-4 193 15</inkml:trace>
          <inkml:trace contextRef="#ctx0" brushRef="#br0" timeOffset="-243853.9431">-5118 7852 242 0,'0'0'236'0,"0"0"-10"0,0 0-11 15,0 0-10-15,0 0-13 0,0 0-7 0,0 0-11 16,5 14-13-16,-5-14-9 0,0 12-13 0,-1-7-8 15,2 2-13-15,-1 1-6 0,-1 1-8 0,1-1-10 0,-1-1-3 16,0 3-11-16,1-2 1 0,-2-1-10 16,2 2-7-16,-3 0-9 0,2-3-4 0,-2 2-5 0,1-1-5 15,-1 0-4-15,1-2 0 0,-2-1-4 0,1 1 0 16,0-1 2-16,0-1-10 0,3-3-3 0,-7 4-3 16,3-3-8-16,4-1-2 0,-8 0-6 0,8 0-3 15,-7-3-5-15,3 1-4 0,-1-1 1 0,0-2 3 16,1 1 3-16,0-2 0 0,1 2-5 0,-1 0 1 15,2-1 3-15,-1 1-1 0,1-1 0 0,2 5 2 16,-4-7-2-16,2 2 3 0,2 5 1 0,-2-5-4 16,2 5 11-16,-1-7-10 0,1 7-2 0,0 0 3 0,-3-5 0 15,3 5-3-15,0 0 3 0,0 0-1 0,0 0 0 16,0 0 2-16,0 0-3 0,0 0 1 16,0 0 0-16,0 0 1 0,0 0 0 0,0 0 0 0,0 0 1 15,3 20-4-15,-3-20 4 0,-2 6 2 0,2-6-2 16,-4 8 1-16,2-5 1 0,2-3 1 0,-5 7-1 15,3-3 2-15,-2-1 0 0,1 0-3 0,-1 0 0 16,0 0 0-16,-1-2 0 0,1 0 0 0,-3 2-1 16,3-3 1-16,-2 1 2 0,-1-2 0 0,7 1-5 15,-9 0 4-15,9 0-4 0,-7-2 7 0,7 2-1 16,-5-2 1-16,5 2-4 0,-4-2 2 0,4 2 1 16,0 0 0-16,-6-2-3 0,6 2 2 0,-3-3-6 15,3 3 5-15,0 0-3 0,0 0 0 0,0 0-2 16,0 0 5-16,0 0-3 0,0 0 1 0,3 15-2 15,-3-15 7-15,1 8-8 0,0-4 4 0,0 1-4 0,-1-5 1 16,1 11 0-16,-1-6 1 0,2 2 2 0,-2-2 1 16,0-5-1-16,1 8 1 0,-1-8-11 0,-1 7-4 15,1-7-4-15,-2 4-8 0,2-4-3 0,-4 4-5 16,4-4-2-16,-6 0 4 0,6 0-1 0,0 0 1 16,-10-4 0-16,6 2 5 0,0-1-3 0,4 3 1 15,-8-4 8-15,4 0-1 0,1 1 1 0,-1 0 3 16,-1-3 6-16,2 3-1 0,0-1-1 0,3 4 2 15,-5-7 3-15,1 3 0 0,2 0 4 0,-1 1-4 16,3 3 0-16,-5-6 4 0,2 3-2 0,3 3 1 16,-4-5 0-16,0 4 3 0,4 1-2 0,-5-5 0 15,5 5 2-15,-8-2 2 0,8 2 1 0,-7 0 0 0,7 0 1 16,-5 0 2-16,5 0-1 0,-7 4 2 0,4-3-1 16,3-1-1-16,-6 5 1 0,2-2 4 15,1 1 0-15,0 3 2 0,0-3 1 0,1 0 6 0,-2 3-4 16,1 0 3-16,2 1 4 0,-2 0 2 0,3 0 5 15,-2 1-2-15,1-2 4 0,0 1 4 0,1 1-1 16,0 0 1-16,2 1 2 0,-2-2 1 0,2 1 1 16,1-1 1-16,-3 2 0 0,3-1-7 0,0 2-4 15,-1-2-5-15,0-2 9 0,-1 1-3 0,1-1-7 0,1 2-4 16,-2-3-15-16,2 0-25 0,-1 0-33 16,0-3-34-16,0 1-35 0,-2-4-31 0,3 4-53 15,-3-4-57-15,0 0-159 0,4 1-461 0,-4-1 205 0</inkml:trace>
          <inkml:trace contextRef="#ctx0" brushRef="#br0" timeOffset="-243511.2372">-4897 7604 205 0,'3'-2'241'0,"-3"2"-11"16,0 0 0-16,0 0-10 0,0 0 4 0,0 0-14 16,-9 17-7-16,2-8-18 0,0-1-14 0,-3 2-12 15,-2 3-8-15,-2-1-11 0,0 1-21 0,0 0-7 16,-1 0-11-16,0-1-10 0,2 0-14 0,-2 0-41 16,1-2-53-16,4-1-72 0,-1-1-75 0,2 1-100 15,-2-3-165-15,2 1-464 0,2-2 205 0</inkml:trace>
        </inkml:traceGroup>
        <inkml:traceGroup>
          <inkml:annotationXML>
            <emma:emma xmlns:emma="http://www.w3.org/2003/04/emma" version="1.0">
              <emma:interpretation id="{63690EE5-34D3-4816-981F-5660FF5CE433}" emma:medium="tactile" emma:mode="ink">
                <msink:context xmlns:msink="http://schemas.microsoft.com/ink/2010/main" type="inkWord" rotatedBoundingBox="10398,8692 10555,8693 10554,9048 10397,9047"/>
              </emma:interpretation>
              <emma:one-of disjunction-type="recognition" id="oneOf29">
                <emma:interpretation id="interp41" emma:lang="" emma:confidence="1">
                  <emma:literal/>
                </emma:interpretation>
              </emma:one-of>
            </emma:emma>
          </inkml:annotationXML>
          <inkml:trace contextRef="#ctx0" brushRef="#br0" timeOffset="-250276.3607">-3410 8020 58 0,'0'0'257'0,"0"0"-10"0,0 0-14 16,0 0-14-16,-1-7-14 0,1 7-14 0,0 0-10 15,0 0-10-15,0 0-9 0,0 0-14 0,0 0-8 0,0 0-9 16,0 0-3-16,0 0-1 0,6 14-3 0,-6-14-6 15,2 7-2-15,-2-1-6 0,0-6-6 0,0 13 5 16,0-5-18-16,-1 0-3 0,-2 1-10 0,1-1-6 16,0 1-6-16,-3 2-4 0,1-2-6 0,1-1-13 15,-3 0 2-15,1-1-16 0,-1 0-22 0,-1-3-33 16,1 3-39-16,-1-2-48 0,1 0-44 0,-1-2-48 16,3-2-54-16,-3 1-257 0,-2-2-558 0,2 0 248 15</inkml:trace>
          <inkml:trace contextRef="#ctx0" brushRef="#br0" timeOffset="-249822.258">-3506 7826 171 0,'0'0'240'16,"0"0"-20"-16,-1-9-16 0,1 9-15 0,0 0-6 16,0 0-8-16,0 0-7 0,0 0-7 0,0 0-6 15,0 0-8-15,-5 22-4 0,2-15-10 0,0 1-9 16,2 1-4-16,-4 3-8 0,4-3-4 0,-2 3-15 0,1-1-5 16,1 1-10-16,-1 0-6 0,-1 1-1 0,1 0-18 15,1-3-27-15,-2 1-42 0,0-1-54 0,0-3-69 16,2 0-82-16,-3 1-244 0,2 1-504 0,-3-2 223 15</inkml:trace>
        </inkml:traceGroup>
        <inkml:traceGroup>
          <inkml:annotationXML>
            <emma:emma xmlns:emma="http://www.w3.org/2003/04/emma" version="1.0">
              <emma:interpretation id="{13225D88-E3F1-48EC-A2D6-8FC71620477E}" emma:medium="tactile" emma:mode="ink">
                <msink:context xmlns:msink="http://schemas.microsoft.com/ink/2010/main" type="inkWord" rotatedBoundingBox="10740,8638 13331,8646 13330,9099 10739,9090"/>
              </emma:interpretation>
              <emma:one-of disjunction-type="recognition" id="oneOf30">
                <emma:interpretation id="interp42" emma:lang="" emma:confidence="1">
                  <emma:literal/>
                </emma:interpretation>
              </emma:one-of>
            </emma:emma>
          </inkml:annotationXML>
          <inkml:trace contextRef="#ctx0" brushRef="#br0" timeOffset="-259025.7315">-1691 7870 99 0,'0'0'208'0,"0"0"-10"0,0 0-2 0,0 0-5 16,0 0-8-16,0 0-8 0,0 0-6 16,0 0-2-16,0 0-5 0,0 0-5 0,0 0-7 0,-5 18-5 15,2-14-9-15,-3-1-3 0,1 0-7 0,-1 2-10 16,0-1-3-16,-1 0-10 0,2-1-9 0,0 1-3 15,1-1-2-15,-2 1-12 0,3-3-3 0,0 3-9 16,3-4-5-16,-6 5 0 0,4-2-6 0,2-3-9 16,-2 6 0-16,2-6-4 0,0 0-4 0,1 10-3 15,-1-10-4-15,4 8-13 0,-1-4-22 0,2 0-38 16,0 1-34-16,1-1-46 0,-1-1-60 0,1 1-62 16,0-1-283-16,1 0-571 0,0-2 253 0</inkml:trace>
          <inkml:trace contextRef="#ctx0" brushRef="#br0" timeOffset="-259289.3167">-1765 7810 121 0,'0'0'245'0,"0"0"-11"16,-4 17-9-16,4-17-11 0,0 13-9 16,-4-5-13-16,4 0-6 0,0 5-8 0,-1-1-13 0,0 1-11 15,0-1-14-15,-1 1-14 0,0-3-5 0,0 2-19 16,-1 2-5-16,0 0-11 0,2-4-22 0,-1-1-33 15,-1-1-31-15,1 0-47 0,1-2-50 0,-1 0-53 16,2-6-49-16,-2 6-201 0,2-6-431 0,-2 3 191 16</inkml:trace>
          <inkml:trace contextRef="#ctx0" brushRef="#br0" timeOffset="-259290.3167">-1932 7886 169 0,'0'0'194'0,"-7"3"-16"0,3-2-13 0,4-1-10 16,-7 5-15-16,3-2-10 0,1 1 0 16,-1 0-11-16,-2 0-1 0,4 1-6 0,0 0-3 0,-1 0-10 15,2-1 1-15,-2 1-3 0,2 1-4 0,-1 0-5 16,2-6-4-16,0 8-5 0,-1-3-3 0,1-5-8 16,0 8-3-16,0-8-6 0,3 4-7 0,-3-4-1 15,1 5-7-15,-1-5-2 0,6 3-1 0,-6-3-5 16,7 1-3-16,-7-1 0 0,8-1 0 0,-8 1-3 15,9-1 0-15,-5-2-1 0,-1 1 3 0,0-2 0 16,2 2 0-16,-2-3 4 0,-1 2 3 0,2-1-3 16,-1-1-3-16,1 1-2 0,-3 0-6 0,2 0 0 15,-1-3 0-15,2 4-3 0,-4 3-4 0,4-8-3 0,-3 5 0 16,-1 3-4-16,0 0 3 0,1-6 2 16,-1 6-6-16,0 0-2 0,0 0-3 0,0 0-1 15,0 0 4-15,0 0-4 0,0 0 3 0,-4 20 0 0,4-14-2 16,-2 1-1-16,1 1-2 0,-1-1 2 0,2 0-2 15,-1 0-4-15,1 0 4 0,-1 0 0 0,1-7-18 16,-1 11-28-16,1-6-31 0,0-5-50 0,0 7-52 16,0-7-68-16,3 3-243 0,-3-3-529 0,7 1 233 15</inkml:trace>
          <inkml:trace contextRef="#ctx0" brushRef="#br0" timeOffset="-260056.9056">-2132 7846 157 0,'0'0'251'0,"0"0"-12"0,0 0-10 15,0 0-8-15,0 0-18 0,3 11-11 0,-3-11-15 0,0 11-13 16,0-11-4-16,0 13-6 0,-1-7-7 0,0 2-9 16,0 0-7-16,0 2-8 0,-1-2-8 0,1-1-9 15,0 0 0-15,0 1-8 0,-1-2-11 0,1-2-5 16,1-4-13-16,-1 9-7 0,0-4-2 0,1-5-6 15,-2 7 3-15,2-7-13 0,-1 5-7 0,1-5 1 16,0 0 2-16,0 0-8 0,-2 5 2 0,2-5-9 16,0 0 0-16,0 0-4 0,0 0-3 0,0 0 10 15,0 0-17-15,0 0 8 0,3-20-6 0,-1 15-3 16,0 0-1-16,2-2 5 0,0 1-11 0,-1-1 12 16,0 1-10-16,1-2 1 0,-1 1-3 0,2 2 1 15,-1-1-3-15,-1 3 1 0,0-1 0 0,0 2 4 16,-3 2-6-16,7-4-5 0,-7 4 0 0,4-1 8 0,-4 1-11 15,0 0 6-15,9 5 1 0,-7-2-1 0,0 1-3 16,0 2 6-16,0-2-4 0,-2 3 2 16,2 1 2-16,-1-1-3 0,0 2-28 0,-1 0-19 0,0 0-48 15,-1 0-65-15,0-1-53 0,1-1-72 0,-1 1-243 16,0-2-574-16,1-6 254 0</inkml:trace>
          <inkml:trace contextRef="#ctx0" brushRef="#br0" timeOffset="-253619.8804">-2274 8055 46 0,'0'0'173'0,"-7"0"-10"16,7 0-15-16,0 0-8 0,-8 0-11 0,8 0-17 15,-7-1-10-15,7 1-14 0,-6 0-18 0,6 0-35 0,-8-1-61 16,4-1-84-16,4 2-69 0,-9-2-193 0,5 0 85 15</inkml:trace>
          <inkml:trace contextRef="#ctx0" brushRef="#br0" timeOffset="-252869.9098">-2374 7922 20 0,'0'0'175'0,"0"0"-13"0,0 0-20 0,0 0-8 0,0 0-16 15,0 0-12-15,10-14-15 0,-8 12-36 0,-2 2-53 16,5-6-54-16,-2 2-108 0,0 1-171 0,0-1 76 15</inkml:trace>
          <inkml:trace contextRef="#ctx0" brushRef="#br0" timeOffset="-254729.1633">-2367 7925 89 0,'0'-14'172'0,"0"14"-8"15,4-4-5-15,-1 1-9 0,-1-1-9 0,-2 4-4 16,4-5-5-16,-1 2-7 0,0 0-8 0,0 0-9 15,-3 3-2-15,7-5-8 0,-4 2-3 0,0 2-7 0,-3 1-5 16,6-3-4-16,-6 3-7 0,5-1-8 0,-5 1 2 16,0 0-3-16,8 2-5 0,-8-2-5 0,5 3-4 15,-3 0 0-15,-2-3-8 0,4 5 1 0,-3-2 3 16,-1-3 4-16,2 9 2 0,-2-9-3 0,-2 10 2 16,2-5 1-16,-2 2 2 0,-1-1 8 0,-1 1-2 15,1 1-5-15,-1 0 2 0,-2-1 0 0,1 4-3 16,0-4 0-16,0-2-2 0,1 2-3 0,-2-1 1 15,0-1-4-15,2 2-2 0,-1-1 1 0,-1-2-3 16,3 1-1-16,-1 1-12 0,-1-2 5 0,2 0-2 16,-1-3-3-16,1 3 0 0,3-4-8 0,-3 5 1 15,3-5 0-15,-3 4-4 0,3-4 1 0,0 0-2 16,-3 3-7-16,3-3 6 0,0 0-2 0,0 0-2 0,0 0-11 16,0 0 11-16,0 0-1 0,0 0-2 0,9 4-13 15,-5-2-19-15,2-3-21 0,0 2-25 0,2-1-18 16,-1-1-24-16,0-1-27 0,1 2-35 0,2-1-43 15,1 0-35-15,-3 0-234 0,0 0-526 0,-1 1 233 16</inkml:trace>
          <inkml:trace contextRef="#ctx0" brushRef="#br0" timeOffset="-261259.9422">-2581 7906 239 0,'0'0'234'0,"0"0"-11"0,0 0-9 0,0 0-10 16,0 0-9-16,0 0-13 0,14 10-12 0,-11-6-11 15,2 1-17-15,-3-1-8 0,3 1-16 0,0-1-10 16,-2 2-12-16,-1-1-9 0,1-1-13 0,-1 1-21 16,2-1-29-16,-3 0-44 0,2-1-49 0,-2 2-55 0,-1-5-58 15,2 5-196-15,-2-5-408 0,4 3 182 0</inkml:trace>
          <inkml:trace contextRef="#ctx0" brushRef="#br0" timeOffset="-255432.2425">-2447 7883 41 0,'0'0'184'0,"0"0"-6"16,-11 10 0-16,11-10-5 0,-4 5-6 0,2-1-8 16,-1 1-6-16,-1 1-3 0,-1 0-2 0,-1 1-8 15,1 1 0-15,-3 0-9 0,1 3-8 0,1-2-8 16,-3 3-5-16,0-1-7 0,3 0-13 0,-4 0-1 15,2 1-11-15,0-2-6 0,0 1-3 0,-1-1-14 16,0 0-1-16,3-4-8 0,0 1-2 0,-1-2-17 16,2 0-20-16,0 0-24 0,1-2-26 0,2 0-39 15,2-3-50-15,-4 3-60 0,4-3-235 0,0 0-462 0,0 0 205 16</inkml:trace>
          <inkml:trace contextRef="#ctx0" brushRef="#br0" timeOffset="-261478.6757">-2751 7922 196 0,'0'0'196'0,"6"0"-13"16,-2 1-16-16,-4-1-18 0,9 2-14 0,-6-2-11 16,-3 0-11-16,9 1-16 0,-4-1-8 0,-5 0-6 0,8 0-6 15,-4 0-8-15,-4 0-10 0,9-1-5 0,-5 1-4 16,-4 0 0-16,7-3-6 0,-7 3-1 0,5-3 0 16,-5 3-1-16,4-3-2 0,-4 3-2 0,5-5 3 15,-5 5-3-15,1-4 3 0,-1 4-2 0,1-6 0 16,-1 6 1-16,0 0-6 0,0 0 4 0,-4-9 1 15,4 9 0-15,-6-3 2 0,2 2 2 0,4 1 2 16,-9-2-2-16,1 2 1 0,3 0 1 0,-3 0 4 16,1 0 1-16,2 1-8 0,-3 1-1 0,2-1-4 15,-2 2-5-15,4 0-2 0,-1 0-2 0,-1 1-4 16,2 1 1-16,-1 0-4 0,1 1 3 0,1 0-2 16,1 0 3-16,0 0-5 0,1 1 3 0,1-2-8 15,0-5 2-15,1 12 0 0,1-6 0 0,3-2-4 16,1 2-23-16,1-3-28 0,2 0-40 0,1 1-44 15,2-1-54-15,1-1-57 0,0-2-219 0,-2 1-487 16,3-2 215-16</inkml:trace>
          <inkml:trace contextRef="#ctx0" brushRef="#br0" timeOffset="-261900.5268">-2956 7763 106 0,'1'11'252'0,"-1"-11"-5"15,-2 11-11-15,2-5-8 0,0 1-7 0,0 2-7 0,0-1-9 16,0 1-11-16,0 1-5 0,0 2-15 0,0 1-8 16,0-1-8-16,0 0-16 0,0-2-6 0,0 0-14 15,1 1 0-15,0 1-7 0,-1 0-15 0,0-3-5 16,0 0-9-16,0-1-9 0,-1 1-7 0,0-1-11 15,1 0 2-15,0-2-8 0,0-6-9 0,-2 11-5 0,2-11-2 16,0 7-1-16,0-7-3 0,0 6 0 0,0-6-5 16,0 0-3-16,0 0 0 0,0 0-4 15,0 0-7-15,0 0 0 0,0 0 0 0,0 0-4 0,0 0-3 16,0 0-9-16,0 0 4 0,2-26 0 0,-1 21-9 16,0-3 3-16,2-1 0 0,-1 4-3 0,1-3 6 15,1 2-5-15,0-2 1 0,-1 2-1 0,1 1-3 16,0 0 1-16,0 0-1 0,1 1 0 0,-2 1 5 15,1 1-4-15,0 1 1 0,-4 1 3 0,8-3-4 16,-3 3 3-16,-5 0-6 0,9 3 4 0,-5 0 0 16,-1 0 2-16,1 0-1 0,-1 1 1 0,-1 1 4 15,0 2-3-15,0-2 2 0,0 2-3 0,-2-1-15 0,0 0-22 16,0-6-31-16,-2 9-40 0,1-2-44 0,0-1-66 16,-1-2-82-16,0 1-215 0,-1-2-561 15,3-3 249-15</inkml:trace>
          <inkml:trace contextRef="#ctx0" brushRef="#br0" timeOffset="-251369.0459">-3216 8018 48 0,'0'0'149'0,"0"0"-5"0,0 0-7 15,0 0-9-15,-2 7-5 0,2-7-8 0,0 0-6 16,0 0-1-16,0 0-4 0,0 0 3 0,0 0-5 16,0 0-4-16,0 0-4 0,5 9-1 0,-5-9-5 15,4 4 1-15,-4-4-5 0,5 1-7 0,-5-1-8 16,6 1-5-16,-2 0-7 0,-4-1-5 0,6 1-6 0,-2 0-27 16,-4-1-39-16,8-1-54 0,-8 1-67 0,6-3-205 15,-3 2-373-15,-3 1 166 0</inkml:trace>
          <inkml:trace contextRef="#ctx0" brushRef="#br0" timeOffset="-262336.97">-3109 7883 105 0,'0'0'166'0,"0"0"-15"0,-9 3-22 0,9-3-7 16,-8 1-12-16,5 1-9 0,3-2-17 0,-8 3 1 0,3-2-12 15,5-1-3-15,-7 3-6 0,3-1-4 0,0 2-4 16,0-2-3-16,1 1-5 0,3-3 1 0,-8 6-13 16,6-4 1-16,-2 2-2 0,4-4-3 0,-5 6-4 15,2-3-2-15,3-3-3 0,-2 6 1 0,2-6-1 16,0 0 1-16,1 7-1 0,-1-7 1 0,5 6-6 15,-3-4 6-15,3 1-7 0,-2-2 6 0,2 1-1 16,1 1-2-16,0-2 4 0,1 2 4 0,-1 0-2 16,0-1 5-16,-2 0 0 0,-1 0-5 0,2 1 2 0,-5-3 0 15,4 4 1-15,-4-4 3 0,3 4-6 0,-3-4 0 16,3 5-3-16,-3-5 1 0,0 0-1 0,-4 10-6 16,2-6 2-16,-2-1-4 0,-1-1-3 0,0 2-9 15,-2 0-19-15,0-1-23 0,0 0-42 0,0 0-33 16,2-1-53-16,1-1-174 0,4-1-367 0,-7 1 163 15</inkml:trace>
          <inkml:trace contextRef="#ctx0" brushRef="#br0" timeOffset="-250854.4523">-3077 7895 72 0,'0'0'133'0,"0"0"-4"0,0 0-12 0,0 0 3 16,-6-1-7-16,6 1 0 0,0 0-9 0,0 0 3 15,0 0-3-15,0 0 2 0,0 0-7 0,0 0 0 0,0 0-2 16,0 0-5-16,0 0-4 0,0 0 0 0,-4-4 0 16,4 4-7-16,0 0-4 0,0 0-4 0,-2-4-4 15,2 4-6-15,0 0-5 0,0 0-3 0,-4-3-4 16,4 3-6-16,0 0-3 0,0 0-3 0,-5-2-5 16,5 2-5-16,0 0-3 0,-8 0-2 0,8 0-1 15,0 0-5-15,-9 1-7 0,6 1-17 0,3-2-22 16,-8 2-25-16,3-1-33 0,-1 1-33 0,-2-1-26 15,2-1-39-15,-1 4-161 0,0-3-373 0,-1 0 165 16</inkml:trace>
          <inkml:trace contextRef="#ctx0" brushRef="#br0" timeOffset="-263836.8603">-1043 8215 77 0,'0'0'227'0,"0"0"-19"16,0 0-16-16,0 0-7 0,0 0-13 0,0 0-18 16,-17-1-12-16,11 2-19 0,0-1-11 0,-1 0-24 0,0-1-30 15,-1 1-56-15,1 0-79 0,1-3-201 0,2 2-300 16,4 1 133-16</inkml:trace>
          <inkml:trace contextRef="#ctx0" brushRef="#br0" timeOffset="-264650.2954">-747 8223 185 0,'0'0'257'0,"0"0"-17"16,0 0-18-16,0 0-19 0,0 0-18 0,0 0-19 16,0 0-14-16,0 0-17 0,0 0-11 0,-17-5-11 15,10 5-14-15,-2-1-7 0,1 1-15 0,-2 0-16 0,2-2-35 16,1 2-45-16,0-1-61 0,1 1-65 0,1-1-205 16,5 1-377-16,-7-4 168 0</inkml:trace>
          <inkml:trace contextRef="#ctx0" brushRef="#br0" timeOffset="-267571.987">-630 7914 205 0,'0'0'261'0,"0"0"-18"0,0 0-15 0,0 0-14 0,0 0-20 16,0 0-17-16,0-6-19 0,0 6-14 0,0 0-13 15,0 0-10-15,0 0-10 0,0 0-8 16,0 0-6-16,0 0-8 0,0 0-6 0,3 21-5 0,-3-16-10 16,0-5-6-16,0 12-4 0,0-4-1 0,0-1-5 15,0 1-7-15,0-2-7 0,-2 0-4 0,2 0-2 16,-1 1-1-16,-1 1-7 0,1-4 3 0,-1 3-5 16,-1-1-2-16,2-2-3 0,-2 1 2 0,3-5-4 15,-3 7 1-15,-1-3-5 0,1-1 2 0,-1-2-6 16,0 3-5-16,0-2-11 0,4-2-9 0,-9 2-13 15,5-2-10-15,-3 0-10 0,2 0-6 0,-2-1-8 16,1 0-3-16,0-1-3 0,-1-2-2 0,2 2 6 16,0-1 3-16,-1-1 7 0,2 1 0 0,0-1 8 0,2 0 9 15,-1 0 3-15,3 4-5 0,-5-6 20 16,2 1 2-16,3 5 11 0,-2-6 9 0,2 6 11 16,-3-7 6-16,3 7 4 0,-1-6 2 0,1 6 6 0,0 0 1 15,-1-8-3-15,1 8-1 0,0 0-2 0,0 0-1 16,0 0-6-16,0 0 3 0,0 0-4 0,0 0 2 15,0 0-7-15,0 0 3 0,0 0-3 0,0 0 1 16,0 0-1-16,0 0 0 0,-6 14-1 0,3-8-2 16,2-3 0-16,-2 0 0 0,1 1-1 0,2-4 0 15,-6 8 1-15,3-5-3 0,-1 1 1 0,-2-1-3 16,1-1 3-16,-1 1-5 0,-2-2-3 0,1 2 5 16,0-2-5-16,-4 1 1 0,3-1-4 0,-2-1 0 0,4 0 0 15,-2 0 1-15,1 0 1 0,7 0 1 16,-7 0-1-16,2 0 0 0,5 0 0 0,-6-2 7 15,6 2-5-15,0 0 1 0,-5-2-1 0,5 2-1 0,0 0 1 16,0 0 0-16,0 0-2 0,0 0 3 0,0 0 4 16,0 0 7-16,0 0-3 0,0 0 2 0,0 0 1 15,9 14-7-15,-7-11 1 0,-2-3-2 0,3 5 0 16,-1 0 2-16,-2-5-1 0,2 8-1 0,0-4 0 16,-2 1 0-16,0-5 1 0,2 7-2 0,-2-7-1 15,-1 8 0-15,1-8-2 0,-1 6 7 0,1-6-3 16,-4 6 0-16,4-6-2 0,-5 2 0 0,1 0-10 15,4-2 3-15,-8 2-7 0,8-2-9 0,-8 0 9 16,8 0-2-16,-8-2 0 0,4 1-2 0,0-2 3 16,0 0-2-16,4 3 1 0,-7-3 0 0,2 0 3 15,4 0 5-15,-3-2-4 0,2 1 3 0,2 4 0 16,-3-10 1-16,1 5 3 0,1-1-3 0,1 6 6 0,-1-10-1 16,1 10 2-16,2-11 3 0,-2 6 3 0,0 5 6 15,0-8 4-15,2 4 3 0,-2 4 0 16,0-7-3-16,0 7 4 0,0 0-1 0,1-6-1 0,-1 6-5 15,0 0-3-15,2-6-2 0,-2 6 2 0,0 0-2 16,0 0-7-16,0 0 6 0,0 0 0 0,0 0 0 16,0 0-4-16,0 0 2 0,0 0-3 0,0 0 3 15,-8 13-3-15,5-9 1 0,3-4 1 0,-4 8-1 16,2-5-1-16,-1 0 2 0,0-1 0 0,3-2 2 16,-7 6-3-16,3-3-1 0,-2-1-5 0,1 0-3 15,-1 0-1-15,1-1-4 0,-1 0-2 0,1 1 3 16,-1-2-2-16,6 0-7 0,-8 0 4 0,8 0-1 15,-9 0 0-15,4-2 1 0,2-1 2 0,3 3-2 16,-6-4 4-16,3 1 2 0,3 3 1 0,-5-7 0 16,5 7 2-16,-5-4 0 0,3 0 0 0,2 4-1 0,-3-7 4 15,3 7 8-15,-2-6 7 0,2 6 6 0,-1-7-3 16,1 7 5-16,-2-4-2 0,2 4 3 0,0 0-2 16,0 0-3-16,-2-6 2 0,2 6-2 0,0 0-3 15,0 0 0-15,0 0-4 0,0 0-3 0,-1-4-3 16,1 4 5-16,0 0 1 0,0 0-4 0,0 0-1 15,0 0 4-15,0 0-2 0,0 0 0 0,0 0 2 16,-3 14-3-16,3-14 2 0,0 0 3 0,-1 8-4 16,1-8 2-16,-1 8-2 0,1-8-6 0,-1 7 3 15,1-7 2-15,-1 5-2 0,1-5 3 0,-2 5-1 16,2-5-1-16,-3 5 1 0,3-5-1 0,-4 5-1 16,2-3 2-16,2-2-3 0,-9 4-2 0,5-3 1 15,-2 0 2-15,0 1-3 0,0-1 0 0,-1 0-2 0,2-1-2 16,5 0-1-16,-10 0-2 0,5 0-4 0,5 0 2 15,-8-3 0-15,4 1 1 0,4 2-3 16,-6-3 2-16,3 0 4 0,0-1-1 0,3 4 0 0,-4-5 0 16,1 2-2-16,3 3 3 0,-4-8-1 0,2 3 8 15,-1 1-4-15,3 4 1 0,-4-7 4 0,3 3 5 16,1 4-1-16,-3-6 7 0,3 6 0 0,-2-7 0 16,2 7 5-16,-2-5 4 0,2 5-2 0,0 0 9 15,0 0-6-15,-1-7 0 0,1 7 4 0,0 0 0 16,0 0-1-16,0 0-3 0,0 0-1 0,0 0-4 15,0 0-3-15,0 0 0 0,0 0-4 0,0 0 2 16,0 0-1-16,0 0-1 0,0 0-5 0,0 0 1 16,0 0-3-16,0 0-1 0,0 0 0 0,0 0 1 15,0 0-2-15,0 0 3 0,0 0-4 0,0 0 3 16,0 0-3-16,0 0 5 0,0 0 1 0,0 0 5 16,0 0-2-16,0 0 5 0,0 0 3 0,0 0-4 0,0 0-1 15,0 0-5-15,0 0 5 0,0 0 0 0,0 0 0 16,0 0-3-16,-2-6-3 0,2 6 2 15,0 0-9-15,-2-5 6 0,2 5 0 0,0 0 9 0,0 0-6 16,-2-5 0-16,2 5-3 0,0 0 1 0,0 0 3 16,0 0-2-16,0 0-3 0,0 0 0 0,0 0-4 15,0 0 5-15,0 0 4 0,0 0-9 0,0 0 1 16,0 0-1-16,0 0-2 0,0 0 1 0,0 0-2 16,0 0 3-16,0 0-3 0,0 0 0 0,0 0-2 15,0 0 3-15,0 0 0 0,0 0-2 0,0 0-3 16,0 0 6-16,0 0-3 0,0 0 2 0,0 0 0 15,3 17-3-15,-3-17 3 0,0 0 4 0,0 0-5 16,2 6-2-16,-2-6 4 0,0 0-1 0,0 0 2 0,0 0-1 16,0 6 7-16,0-6-1 0,0 0-8 15,-1 7 3-15,1-7-2 0,-3 6-1 0,3-6 2 16,-3 5-4-16,3-5 3 0,-2 4-1 0,2-4 2 0,-3 4 3 16,3-4-2-16,-2 5-3 0,2-5 1 0,-4 3-2 15,4-3-2-15,-5 2 2 0,5-2-6 0,-7 3-4 16,3-2 4-16,4-1 1 0,-11 1-7 0,5-1 0 15,0 0 1-15,-1-1 1 0,1-1 8 0,0 0-4 16,1 2-6-16,5 0 3 0,-9-4 2 0,5 2 0 16,-2-1 0-16,6 3 1 0,-7-4 0 0,4 0-4 15,0 1 4-15,3 3 2 0,-6-7 0 0,3 4 1 16,-1-4-2-16,2 3-2 0,-1-1 5 0,0 0 1 16,0-2-3-16,1 1 1 0,-1-2-1 0,2 2 3 15,-1-2 2-15,1 1-4 0,0 0 3 0,0-2-1 16,1 4-2-16,0-3 5 0,0 1-1 0,-1-1 2 15,1 0-1-15,0 0-1 0,0 8 2 0,-1-13 0 0,2 8-3 16,-1-1 0-16,0-1 5 0,0 7-1 0,0-7 4 16,0 7 2-16,0 0 2 0,0-8-6 15,0 8-2-15,0 0-1 0,0 0 5 0,0 0-3 0,0 0 2 16,0 0-1-16,0 0 6 0,0 0 2 0,0 0-1 16,0 0 4-16,0 0-2 0,0 22 8 0,0-17-9 15,1 1 3-15,0-1 5 0,0 3-4 0,1 0 4 16,-1 1-6-16,-1-2 2 0,3 1-3 0,-3 0 6 15,0 0-7-15,1-1 2 0,-1 1 1 0,0-2-7 16,-1 3 3-16,2-2 5 0,-1-7-7 0,-1 12-6 16,-2-5 15-16,2 0-11 0,-2-2 6 0,0 2-6 15,0 0-2-15,-2 0 3 0,1-1-2 0,-2-1 0 16,1-1 3-16,-2 1-1 0,-1-1-2 0,-2-1 2 16,0 1 0-16,0-1-4 0,-2-2-2 0,0 2 6 15,-2-2-2-15,2-1-1 0,0 0-4 0,0-1 2 16,0 1 9-16,0-3-8 0,3 0 2 0,-2-1-3 0,4 0-3 15,0 0 3-15,1-2-5 0,2-1-17 0,1-1-19 16,0 0-19-16,1 1-31 0,0-1-34 0,2-1-57 16,2 0-50-16,1-3-82 0,2 1-177 0,1 1-528 15,1-1 234-15</inkml:trace>
        </inkml:traceGroup>
        <inkml:traceGroup>
          <inkml:annotationXML>
            <emma:emma xmlns:emma="http://www.w3.org/2003/04/emma" version="1.0">
              <emma:interpretation id="{DB2909C8-F6A7-44D1-AA49-FA6E8ACF8E43}" emma:medium="tactile" emma:mode="ink">
                <msink:context xmlns:msink="http://schemas.microsoft.com/ink/2010/main" type="inkWord" rotatedBoundingBox="13519,8730 14688,8733 14687,9103 13518,9099"/>
              </emma:interpretation>
              <emma:one-of disjunction-type="recognition" id="oneOf31">
                <emma:interpretation id="interp43" emma:lang="" emma:confidence="1">
                  <emma:literal/>
                </emma:interpretation>
              </emma:one-of>
            </emma:emma>
          </inkml:annotationXML>
          <inkml:trace contextRef="#ctx0" brushRef="#br0" timeOffset="-270118.667">-368 7962 153 0,'0'-5'194'0,"0"5"-14"0,0 0-18 16,0-8-4-16,0 8-10 0,4-7-8 0,-1 5-19 16,-1-3-7-16,-2 5-17 0,4-6-3 0,-4 6-7 15,4-4-7-15,0 1-9 0,-4 3-7 0,3-2-6 16,-3 2-4-16,6-2-2 0,-6 2-8 0,0 0-5 15,7 0-2-15,-7 0-8 0,0 0 4 0,8 2-8 16,-8-2 3-16,5 2-8 0,-5-2 4 0,5 4-3 16,-3-1 2-16,-2-3-5 0,4 4-4 0,-4-4 3 0,3 5 2 15,-3-5 7-15,0 0 2 0,0 0 1 16,-6 12 4-16,3-9-6 0,0-1 2 0,-1 1-5 16,0 0 2-16,-3 0-4 0,0 0-4 0,0-2 2 0,-3 2-2 15,1 0-3-15,3 0-4 0,-1-2-2 0,0 0 5 16,1 1-5-16,-1 0 1 0,0 0-2 0,0 1-3 15,3-1 3-15,-3-1-6 0,5 1 1 0,2-2 1 16,-6 2 1-16,3 1 3 0,3-3 10 0,-3 6 10 16,2-2 5-16,1 4 5 0,-2-4 7 0,2-4 1 15,1 14 2-15,0-7 0 0,0 2 0 0,0-1 3 16,1 0-1-16,-1 4-1 0,1-2-7 0,-1-1-1 16,1 3-7-16,-1 0-3 0,1 0-2 0,-2-3-1 15,1 0-3-15,0 0-20 0,-1 0-29 0,0-1-36 16,0-1-50-16,-2 1-62 0,2-2-76 0,-2 0-244 15,0-2-533-15,-2 1 235 0</inkml:trace>
          <inkml:trace contextRef="#ctx0" brushRef="#br0" timeOffset="-271024.8603">376 8164 167 0,'0'0'230'15,"0"0"-20"-15,0 0-17 0,-15 0-21 0,15 0-18 16,-8-1-13-16,3 1-23 0,5 0-30 0,-8 1-39 16,4 0-52-16,4-1-53 0,-9 0-70 0,4 1-98 15,5-1-240-15,-9 0 106 0</inkml:trace>
          <inkml:trace contextRef="#ctx0" brushRef="#br0" timeOffset="-271946.6448">347 7979 205 0,'0'0'198'0,"0"0"-5"0,0 0-13 16,0 0-8-16,0 0-8 0,0 0-5 0,0 0-6 16,0 0-9-16,0 0-5 0,0 0-6 0,0 0-5 15,1 17-7-15,-1-17-7 0,0 0-6 0,0 10-10 16,0-10-7-16,0 0-14 0,0 8-5 0,0-8-7 0,-2 5-3 16,2-5-4-16,-2 6-8 0,2-6-2 0,-2 6-5 15,-1-3-6-15,3-3-1 0,-5 6-1 16,2-5-6-16,3-1-3 0,-6 2-2 0,2 0-2 0,4-2-2 15,-9 1-7-15,9-1-7 0,-8-1-8 0,8 1-4 16,-8-3-8-16,3 1-6 0,5 2-4 0,-8-5-4 16,3 1-2-16,0-1-5 0,1-1-1 0,1 1 1 15,0-2 2-15,1 1 4 0,-1 0 3 0,1-1 1 16,0-3 5-16,0 2-2 0,1-1 5 0,1 0 2 16,0 0 0-16,1-1 5 0,0-3 2 0,0 0 5 15,-1 4 11-15,0 2 6 0,1-2 5 0,0 3 1 16,-1 0 1-16,0 6 2 0,1-7 2 0,-1 7-6 15,0-7 0-15,0 7 1 0,0 0 2 0,0 0-5 16,0 0 0-16,0 0 4 0,0 0-2 0,-3 19-4 16,3-14 0-16,-2 3 5 0,1-1 4 0,0 2-3 15,-1-1 2-15,1 1 8 0,1-1 6 0,-2 0-1 16,1-1-2-16,-1 1 2 0,1 1-6 0,-1-2 5 16,1 2-6-16,-1-3-3 0,-1 3 2 0,1-1-6 0,-2-2 6 15,1 1-11-15,-1-2 8 0,1 2-6 0,-1-3-6 16,-1 0 3-16,1 0-4 0,0-2 4 15,1 1 1-15,3-3-5 0,-7 3-1 0,7-3-4 0,-7 0 1 16,3 1 2-16,4-1-6 0,-7-4-5 0,7 4-4 16,-7-3-2-16,3 1 0 0,1-2 3 0,0 1-4 15,3 3 5-15,-4-8-1 0,-1 3-1 0,4 1 2 16,1 4-1-16,-3-8 1 0,1 3 1 0,2 5-5 16,-3-9 3-16,3 9 3 0,-1-9-2 0,0 5 1 15,1 4-1-15,-2-8 0 0,2 8 5 0,0 0-3 16,-1-5-2-16,1 5-1 0,0 0 0 0,0 0 1 15,-2-5-1-15,2 5-2 0,0 0 1 0,0 0 4 16,0 0-1-16,0 0 1 0,-3 14-1 0,3-14-1 16,-1 7 3-16,1-7-1 0,0 7-1 0,-2-3 2 15,2-4-2-15,-2 8 1 0,2-8 1 0,-3 9 3 16,2-5-4-16,-2 0 0 0,0-2 2 0,-1 3 0 16,1-2 1-16,-2 0-2 0,0 0 1 0,1 1-2 15,-3-3-4-15,1 3 0 0,0-1-3 0,0-1-1 16,0 0-5-16,-1-1 0 0,1 1-2 0,-2-1-5 15,2-2-2-15,-1 1 6 0,3 0-9 0,-3 1-2 16,7-1 2-16,-11-4-10 0,6 2-3 0,1 0-8 16,-2-2 1-16,-1 1-1 0,2-1 1 0,1 0-1 0,1 1-6 15,0 0 4-15,-2-2 5 0,5 5 6 16,-4-7 0-16,2 1 1 0,2 6 10 0,-2-6 0 16,2 6 2-16,0-8 0 0,0 8 2 0,2-5 4 0,-2 5 2 15,4-4 5-15,-4 4-5 0,3-4 5 0,-3 4 2 16,5-2-2-16,-5 2 2 0,0 0-3 0,5-1 6 15,-5 1 1-15,0 0-2 0,0 0 7 16,6 3-1-16,-6-3 8 0,1 7-1 0,-1-7 3 0,1 7-2 16,-1-7 3-16,-1 8-1 0,1-8 0 0,-1 9 1 15,-2-5-1-15,1 0 0 0,-1 2-2 0,-1-3-1 16,-1 2 2-16,-1 0-3 0,0-2 2 0,-2-1-3 16,0 2 4-16,1-3-2 0,-2 1 0 0,-1-1-2 15,0 1-2-15,2-2 4 0,-1 0 0 0,1 1-2 16,1-2-2-16,2 0 2 0,5 1 2 0,-9-2 0 15,5 2 1-15,4 0 9 0,-6 0 0 0,6 0 9 16,-5-3 1-16,5 3 7 0,0 0 2 0,0 0 2 16,-6-2 1-16,6 2-4 0,0 0-5 0,0 0-3 15,0 0-1-15,0 0 0 0,0 0 0 0,-1 8-3 0,1-8 2 16,0 0 3-16,2 9 5 0,-2-9-4 16,1 11-4-16,0-7 2 0,-1 5 1 0,1-1-4 15,-2 1 3-15,-1 0-5 0,0 0 3 0,-1 0-4 16,0-1-2-16,-2 2-5 0,1-1 4 0,-3 2-1 0,2-4-4 15,-1-1-3-15,1 0 0 0,-1 0-12 0,0-3-16 16,2 3-17-16,-1-5-25 0,2 1-35 16,3-2-39-16,-9 0-38 0,9 0-38 0,-7-3-247 0,3 0-498 15,1 0 220-15</inkml:trace>
          <inkml:trace contextRef="#ctx0" brushRef="#br0" timeOffset="-270806.1026">257 8226 239 0,'0'0'284'0,"0"0"-31"0,0 0-22 16,8-12-30-16,-8 12-46 0,0 0-67 0,2-6-86 15,-2 6-102-15,0 0-126 0,0 0-245 0,-4-9 110 0</inkml:trace>
          <inkml:trace contextRef="#ctx0" brushRef="#br0" timeOffset="-271195.6987">145 7856 97 0,'0'0'198'0,"0"0"-18"0,-17 3-19 16,11-3-15-16,-1 2-14 0,-1-1-17 0,1 1-27 15,0-1-48-15,-1 0-56 0,2 1-175 0,1-2-206 16,5 0 92-16</inkml:trace>
          <inkml:trace contextRef="#ctx0" brushRef="#br0" timeOffset="-271681.0635">-33 7896 306 0,'0'0'339'16,"4"-4"-14"-16,-2 1-24 0,-2 3-27 0,4-6-21 15,-1 3-30-15,-3 3-14 0,4-4-27 0,-1 1-20 16,-3 3-17-16,0 0-38 0,3-4-45 0,-3 4-56 16,0 0-63-16,0 0-69 0,4-3-67 0,-4 3-227 15,0 0-455-15,0 0 201 0</inkml:trace>
          <inkml:trace contextRef="#ctx0" brushRef="#br1" timeOffset="142800.4607">591 7924 130 0,'0'-6'234'0,"0"6"-18"0,0 0-17 0,0 0-12 16,0 0-11-16,0 0-4 0,0 0-8 0,0 0-10 16,0 0-19-16,0 0-1 0,0 0-8 0,0 0 2 15,0 0-8-15,-4 19-5 0,2-16-6 0,2-3-8 16,-2 6-2-16,0-2-11 0,2-4-6 0,-3 6-6 15,-1 0-4-15,1-2-1 0,1 1-5 0,-4 0-8 16,3-2-4-16,-1 2-3 0,-1 0-7 0,2-1-3 16,-1 1-2-16,1 3-3 0,0-3-9 0,1-1-1 15,2-4 0-15,-2 9-3 0,2-9 2 0,0 9-3 16,2-4-5-16,1 1-11 0,-1-2-7 0,3 0-19 16,0 1-18-16,0 1-14 0,1-2-37 0,-1 2-39 15,-1 0-48-15,2 1-55 0,-2-3-255 0,0 3-526 16,-1-3 233-16</inkml:trace>
          <inkml:trace contextRef="#ctx0" brushRef="#br1" timeOffset="142799.4607">702 7971 11 0,'0'0'192'0,"0"0"-2"16,0 0 3-16,0 0-10 0,0 0-10 0,0 0-9 15,-17 3-12-15,17-3-21 0,-11 2-6 0,6-2-17 16,0 1-8-16,-2-1-13 0,-1-1-10 0,1 4-27 16,-1-3-30-16,1 1-38 0,1-1-46 0,-1-1-38 0,1-1-58 15,0 1-109-15,6 1-292 0,-11-2 130 16</inkml:trace>
          <inkml:trace contextRef="#ctx0" brushRef="#br1" timeOffset="142784.8347">720 8041 123 0,'0'0'231'0,"7"-1"-12"0,-7 1-17 0,0 0-11 0,3 1-12 16,-3-1-13-16,0 0-13 0,0 0-11 0,0 0-11 15,0 0-7-15,0 0-3 0,0 0-9 0,0 0-7 16,0 0-1-16,0 0-13 0,0 0-8 0,-15 4-7 16,10-4-5-16,-1 0-6 0,0 0-9 0,-1 0-5 15,-1 0-2-15,1 0-17 0,-1 0-8 0,-2-2-18 16,1 0-11-16,2 2-18 0,-1-2-29 0,1 0-23 16,0 1-42-16,1 1-31 0,1-2-40 0,5 2-196 15,-8 0-415-15,8 0 185 0</inkml:trace>
        </inkml:traceGroup>
      </inkml:traceGroup>
    </inkml:traceGroup>
    <inkml:traceGroup>
      <inkml:annotationXML>
        <emma:emma xmlns:emma="http://www.w3.org/2003/04/emma" version="1.0">
          <emma:interpretation id="{8F15C3DA-FCD0-4CDE-9C07-50CDF622A5FA}" emma:medium="tactile" emma:mode="ink">
            <msink:context xmlns:msink="http://schemas.microsoft.com/ink/2010/main" type="paragraph" rotatedBoundingBox="13521,8773 12617,8684 12641,8448 13544,8537" alignmentLevel="2"/>
          </emma:interpretation>
        </emma:emma>
      </inkml:annotationXML>
      <inkml:traceGroup>
        <inkml:annotationXML>
          <emma:emma xmlns:emma="http://www.w3.org/2003/04/emma" version="1.0">
            <emma:interpretation id="{0D88A930-D756-4A77-84E2-BF252EEC1398}" emma:medium="tactile" emma:mode="ink">
              <msink:context xmlns:msink="http://schemas.microsoft.com/ink/2010/main" type="line" rotatedBoundingBox="13521,8773 12617,8684 12641,8448 13544,8537"/>
            </emma:interpretation>
          </emma:emma>
        </inkml:annotationXML>
        <inkml:traceGroup>
          <inkml:annotationXML>
            <emma:emma xmlns:emma="http://www.w3.org/2003/04/emma" version="1.0">
              <emma:interpretation id="{5E955F19-E491-4182-8EA6-5DC548136EFE}" emma:medium="tactile" emma:mode="ink">
                <msink:context xmlns:msink="http://schemas.microsoft.com/ink/2010/main" type="inkWord" rotatedBoundingBox="12832,8705 12617,8684 12641,8448 12856,8469"/>
              </emma:interpretation>
            </emma:emma>
          </inkml:annotationXML>
          <inkml:trace contextRef="#ctx0" brushRef="#br0" timeOffset="-267306.3771">-1153 7827 172 0,'3'-4'355'0,"0"1"-2"0,0 0-16 16,0 0-17-16,1-1-12 0,-1 1-18 0,-3 3-21 15,4-6-27-15,-4 6-27 0,2-4-16 0,-2 4-23 16,4-4-32-16,-4 4-44 0,0 0-59 0,3-5-65 16,-3 5-74-16,0 0-80 0,0 0-78 0,0 0-239 15,-8-6-535-15,8 6 238 0</inkml:trace>
          <inkml:trace contextRef="#ctx0" brushRef="#br0" timeOffset="-266883.5132">-1114 7592 33 0,'0'0'235'0,"0"0"-13"16,0 0-9-16,0 0-8 0,0 0-7 15,0 0-12-15,0 0-12 0,0 0-7 0,0 0-17 0,-6 17-4 16,3-10-9-16,-2 1-10 0,0 0-14 0,-3 1-1 15,-1 0-18-15,0 1-6 0,-2-2-11 0,-3 2-6 16,3-2-9-16,0-1-4 0,0 1-19 0,-1-1-24 16,1-1-23-16,1-2-32 0,2 0-33 0,1-1-41 15,0 1-34-15,1-4-32 0,1 3-214 0,-1-1-425 16,6-2 188-16</inkml:trace>
          <inkml:trace contextRef="#ctx0" brushRef="#br0" timeOffset="-265993.9719">-1301 7756 180 0,'0'0'199'0,"0"0"-10"0,5-1-10 0,-5 1-4 16,0 0-11-16,5-5-8 0,-3 2-16 0,-2 3-16 15,6-5-14-15,-4 1-6 0,3 0-20 0,-1 1-36 16,0-2-50-16,1 1-75 0,0-1-219 0,1 0-320 0,0 0 142 15</inkml:trace>
          <inkml:trace contextRef="#ctx0" brushRef="#br0" timeOffset="-266525.1868">-1266 7636 11 0,'0'0'229'0,"0"0"-13"0,-10 13-14 16,6-9-16-16,1-2-16 0,-2 3-17 0,1-3-15 16,0 2-14-16,-1 1-11 0,0-2-14 0,0 2-31 15,2-2-35-15,-3 1-62 0,4-1-71 0,-2-2-170 16,4-1-291-16,-3 5 130 0</inkml:trace>
        </inkml:traceGroup>
        <inkml:traceGroup>
          <inkml:annotationXML>
            <emma:emma xmlns:emma="http://www.w3.org/2003/04/emma" version="1.0">
              <emma:interpretation id="{C004518A-95ED-4100-AF4A-C85575167C6B}" emma:medium="tactile" emma:mode="ink">
                <msink:context xmlns:msink="http://schemas.microsoft.com/ink/2010/main" type="inkWord" rotatedBoundingBox="13525,8737 13334,8718 13351,8551 13541,8570"/>
              </emma:interpretation>
            </emma:emma>
          </inkml:annotationXML>
          <inkml:trace contextRef="#ctx0" brushRef="#br0" timeOffset="-265369.0243">-420 7694 135 0,'0'0'220'0,"0"0"-1"0,0 0-11 16,3 7-11-16,-3-7-17 0,0 0-14 16,-7 15-2-16,3-9-8 0,0 1-8 0,-2 1-13 0,0 1-10 15,0-2-9-15,-2 2-8 0,-1 2-9 0,0-3-9 16,-1 2-10-16,0-1-9 0,-1-3-5 0,1 3-8 16,0-3-15-16,0 0-20 0,-1-1-25 0,1-1-38 0,3 0-34 15,-1-2-37-15,3 0-54 0,-1-1-238 16,1 0-436-16,5-1 193 0</inkml:trace>
          <inkml:trace contextRef="#ctx0" brushRef="#br0" timeOffset="-265197.1591">-554 7746 25 0,'0'0'211'0,"0"0"-5"15,-10 10-10-15,10-10-16 0,-5 8-15 0,2-3-25 16,-1 0-3-16,-1 0-17 0,0 0-16 0,0-1-38 16,0 1-54-16,1-1-79 0,-2-1-183 0,0 2-269 15,-2-1 119-15</inkml:trace>
        </inkml:traceGroup>
      </inkml:traceGroup>
    </inkml:traceGroup>
    <inkml:traceGroup>
      <inkml:annotationXML>
        <emma:emma xmlns:emma="http://www.w3.org/2003/04/emma" version="1.0">
          <emma:interpretation id="{D0CF4471-55F7-4359-B967-2ED7E19AD023}" emma:medium="tactile" emma:mode="ink">
            <msink:context xmlns:msink="http://schemas.microsoft.com/ink/2010/main" type="paragraph" rotatedBoundingBox="14672,7938 9148,7960 9146,7519 14670,749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0407A684-D287-4AD0-8A19-2F24DBEAEC2C}" emma:medium="tactile" emma:mode="ink">
              <msink:context xmlns:msink="http://schemas.microsoft.com/ink/2010/main" type="line" rotatedBoundingBox="14672,7938 9148,7960 9146,7519 14670,7497"/>
            </emma:interpretation>
          </emma:emma>
        </inkml:annotationXML>
        <inkml:traceGroup>
          <inkml:annotationXML>
            <emma:emma xmlns:emma="http://www.w3.org/2003/04/emma" version="1.0">
              <emma:interpretation id="{2FD6B0CD-C7F0-4138-9950-3E454F11BF60}" emma:medium="tactile" emma:mode="ink">
                <msink:context xmlns:msink="http://schemas.microsoft.com/ink/2010/main" type="inkWord" rotatedBoundingBox="14672,7906 13948,7909 13947,7500 14670,7497"/>
              </emma:interpretation>
              <emma:one-of disjunction-type="recognition" id="oneOf32">
                <emma:interpretation id="interp44" emma:lang="" emma:confidence="1">
                  <emma:literal/>
                </emma:interpretation>
              </emma:one-of>
            </emma:emma>
          </inkml:annotationXML>
          <inkml:trace contextRef="#ctx0" brushRef="#br0" timeOffset="-290101.5944">381 6623 106 0,'0'0'211'0,"0"5"-4"0,0-5-10 16,0 0-6-16,-6 13-14 0,1-6-8 0,-3 0-8 15,-1 2-21-15,0 0-10 0,-1-2-15 0,-1 1-10 16,0 1-12-16,-1-2-24 0,1 1-37 0,0 0-57 15,2-1-60-15,-1 1-67 0,1 0-156 0,2-2-331 16,2 0 146-16</inkml:trace>
          <inkml:trace contextRef="#ctx0" brushRef="#br0" timeOffset="-290351.5759">328 6853 76 0,'0'0'226'0,"0"0"-6"0,0 0-10 16,0 0-8-16,-1-6-9 0,1 6-10 0,0 0-4 15,0 0-10-15,0 0-12 0,0 0-15 0,0 0-8 16,0 0-14-16,0 0-11 0,0 0-14 0,0 0-9 16,0 0-10-16,0 0-6 0,0 0-2 0,0 0-12 15,0 0-3-15,0 0-5 0,0 0-4 0,0 0-8 16,-2 16-1-16,2-16-7 0,0 0 0 0,0 8-3 16,0-8-2-16,0 0 0 0,-2 6 0 0,2-6-6 15,-1 7-3-15,1-7 3 0,-2 4-5 0,2-4-5 16,-2 5-3-16,2-5-8 0,0 0-5 0,-3 6-5 15,3-6-3-15,0 0-5 0,-4 5-1 0,4-5 2 16,0 0-3-16,-7 0 0 0,7 0-2 0,0 0-3 16,-10-3-1-16,6 2-2 0,4 1-3 0,-9-7-8 15,2 4-5-15,2 0-5 0,-1-3-6 0,1 2 5 0,0-1 3 16,0-1 5-16,2 1 5 0,-1 1 4 16,1 0 6-16,1-1 0 0,2 5 1 0,-4-9 7 15,2 4 11-15,2 5 15 0,-2-9 13 0,1 5 6 16,1 4 12-16,-2-6 3 0,2 6 11 0,0 0 7 0,1-9 6 15,-1 9 4-15,-2-6 3 0,2 6 2 0,0 0-2 16,0 0 1-16,0 0-8 0,2-8-2 0,-2 8-4 16,0 0-10-16,0 0-2 0,0 0-6 0,0 0 1 15,0 0-5-15,0 0-6 0,0 0 0 0,0 0 1 16,0 0-4-16,0 0 0 0,0 0 0 0,0 0-4 16,0 0 5-16,0 0 1 0,2 22 1 0,-2-18-1 15,0-4 1-15,1 9-5 0,-1-3 0 0,0-6 1 16,-1 9-3-16,0-5 0 0,0 3 1 0,-1-1 1 15,1-2 1-15,1-4-9 0,-4 10 6 0,3-5-5 16,-1 0 2-16,-2-1-3 0,0 1 4 0,0 1-1 16,-2-3 1-16,0 3 2 0,0-2-7 0,-1-2 1 15,-4-1-3-15,-1 1 2 0,0-1-3 0,-1 0-1 16,-3 0 1-16,4-1 5 0,-1-1-10 0,0-1 0 16,0 2 10-16,2-3-12 0,0-2 3 0,0 1-1 15,2-1-4-15,0 2 3 0,3-2-10 0,1-2-15 16,1 2-19-16,1-1-17 0,1 1-30 0,0-3-25 0,1 1-43 15,1 7-51-15,5-15-63 0,-1 5-256 0,1 0-567 16,2-1 252-16</inkml:trace>
          <inkml:trace contextRef="#ctx0" brushRef="#br0" timeOffset="-289709.9979">301 7031 152 0,'0'0'282'0,"0"0"-18"15,0 0-19-15,0 0-9 0,0 0-15 0,0 0-22 16,0 0-16-16,-17 1-22 0,11-2-13 0,-1-1-15 16,1 2-25-16,-1-1-47 0,-1-1-69 0,1 1-87 15,0-1-115-15,2 0-137 0,-2-1-376 0,7 3 167 16</inkml:trace>
          <inkml:trace contextRef="#ctx0" brushRef="#br1" timeOffset="140924.6249">708 6889 101 0,'0'0'218'0,"0"0"-2"16,0 0 10-16,0 0-7 0,6 0-5 0,-6 0-8 15,0 0-10-15,0 0-9 0,0 0-11 0,0 0-6 0,0 0-13 16,0 0-8-16,0 0-9 0,0 0-7 0,0 0-8 16,0 0-9-16,0 0 2 0,0 0-9 0,0 0-8 15,0 0-5-15,0 0-12 0,0 0-5 16,-16 3-6-16,10-3-12 0,-1 0-5 0,1 0-4 0,-2-1-12 15,-1 1-6-15,2 0-19 0,-2-1-13 0,-1-1-33 16,-2 1-29-16,4 0-35 0,1 0-46 0,1 0-49 16,-1 0-45-16,2 1-56 0,-2-3-180 15,3 2-511-15,4 1 226 0</inkml:trace>
          <inkml:trace contextRef="#ctx0" brushRef="#br1" timeOffset="141268.3212">660 6837 16 0,'0'0'244'0,"5"-2"-10"0,-5 2-9 16,0 0-10-16,0 0-6 0,0 0-13 0,0 0-17 16,0 0-15-16,0 0-11 0,0 0-12 0,0 0-13 15,0 0-13-15,0 0-9 0,0 0-13 0,-16 3-10 16,10-3-8-16,0 2-20 0,0-2-27 0,-1-2-24 15,0 4-37-15,-2-2-27 0,2 0-44 0,0 0-40 16,2 0-30-16,-2-2-184 0,1 2-389 0,0-2 172 16</inkml:trace>
          <inkml:trace contextRef="#ctx0" brushRef="#br1" timeOffset="141533.9474">559 6757 84 0,'0'0'192'0,"0"0"-14"16,0 0-12-16,0 0-6 0,0 0-7 0,3-3-2 15,-3 3 0-15,0 0-10 0,0 0 3 0,0 0 0 16,0 0-7-16,0 0-7 0,0 0 2 0,0 15-5 16,0-15-9-16,-2 7 6 0,2-7-5 0,-4 7-1 15,2-2-6-15,-1-1-6 0,-1-1-9 0,2 1-8 16,-1-1-6-16,0 1-8 0,0 1-2 0,-1-2-10 15,1 0-6-15,0 2-6 0,0-2 1 0,0 1-6 16,0 2 6-16,0-3-7 0,-1 2 0 0,1-1 1 16,3-4-6-16,-4 7 11 0,3-3-15 0,1-4 5 15,-3 8-9-15,3-8-2 0,-1 7 5 0,1-7-2 16,1 10-4-16,0-6 9 0,0 0-17 0,2 2 4 16,1 1-5-16,1 0-4 0,-1 0-17 0,0 1-11 15,1-1-19-15,-1-1-34 0,2 1-42 0,-3-1-52 16,0 1-66-16,-1-2-88 0,-2 1-237 0,0-6-594 15,-3 10 263-15</inkml:trace>
        </inkml:traceGroup>
        <inkml:traceGroup>
          <inkml:annotationXML>
            <emma:emma xmlns:emma="http://www.w3.org/2003/04/emma" version="1.0">
              <emma:interpretation id="{43801F65-9EA1-4232-B4C3-EF2B259666A0}" emma:medium="tactile" emma:mode="ink">
                <msink:context xmlns:msink="http://schemas.microsoft.com/ink/2010/main" type="inkWord" rotatedBoundingBox="13761,7933 11803,7940 11802,7591 13760,7584"/>
              </emma:interpretation>
              <emma:one-of disjunction-type="recognition" id="oneOf33">
                <emma:interpretation id="interp45" emma:lang="" emma:confidence="1">
                  <emma:literal/>
                </emma:interpretation>
              </emma:one-of>
            </emma:emma>
          </inkml:annotationXML>
          <inkml:trace contextRef="#ctx0" brushRef="#br0" timeOffset="-287258.037">-735 6872 72 0,'0'0'220'0,"0"0"-9"0,4 7-9 0,-4-7-2 16,3 5-16-16,-1-2-12 0,2 0-16 0,-4-3-16 15,5 6-17-15,-1-2-2 0,-2 0-8 0,1-1-6 16,1 0-8-16,-1 0-9 0,-3-3-10 0,3 6-8 15,-1-2-10-15,0-1 0 0,-2-3-6 0,1 6-7 16,-1-6-3-16,0 0-1 0,0 6-5 0,0-6-4 16,0 0-5-16,0 0-7 0,-7 5-7 0,7-5-11 0,-6 4-10 15,6-4-7-15,-6 2-9 0,2-2-3 0,4 0-6 16,0 0-6-16,-10-3-2 0,10 3 9 16,-5-4 4-16,5 4 0 0,-6-4 4 0,4 1 2 15,2 3 1-15,-3-7-1 0,1-1 4 0,2 4 5 0,-2-4 1 16,2 8 8-16,0-12 6 0,0 5 1 0,2 1 2 15,-2-2 9-15,0 8 7 0,0-9 2 0,0 9 2 16,0-7-3-16,1 2-1 0,-1 5-2 0,0 0-2 16,3-8-1-16,-3 8-2 0,0 0-2 0,0 0-4 15,0-5-1-15,0 5 0 0,0 0 0 0,0 0 0 16,0 0-2-16,0 0-2 0,0 0 0 0,0 0-1 16,0 0 1-16,0 0-2 0,0 0 0 0,-10 12-1 15,7-8 0-15,1-1 0 0,-1 2 1 0,-1-1-4 16,0 0 0-16,0 2-3 0,-1-1-4 0,-1-1 2 15,1 1 2-15,1-2-3 0,-1 0 1 0,1-1-8 16,-1 1-2-16,5-3-7 0,-8 1 4 0,3-1 0 16,5 0-1-16,-9 0 1 0,9 0 1 0,-7-1 0 0,3-1 4 15,0-1 1-15,4 3 3 0,-4-6-8 16,2 3 12-16,-1 0 5 0,3 3 4 0,-4-9 0 16,4 5 6-16,0 4 4 0,-2-8 8 0,2 8-1 0,0-7 0 15,0 7 8-15,0-7 8 0,0 7 1 0,0 0 1 16,-1-7-4-16,1 7 1 0,0 0-8 0,0 0-5 15,0 0-2-15,0 0 1 0,0 0-6 0,0 0-2 16,0 0-4-16,0 0 4 0,0 0-2 0,0 0-1 16,0 0-2-16,0 0 2 0,2 19-6 0,-2-19 2 15,0 8 0-15,0-8 1 0,-1 9-5 0,0-4 1 16,1-5-1-16,-4 9 1 0,2-5 2 0,2-4-4 16,-5 6 1-16,2-3 2 0,-2-1-3 0,1 1 1 15,-1-2 0-15,-2 1-1 0,0-1-5 0,0 1 2 16,1-4-3-16,-2 2 0 0,2-1-1 0,0-1 0 15,-2-1 1-15,2 0 1 0,0 0-1 0,-2 0 0 16,3 0 3-16,0-1-2 0,-1 0-1 0,4 0 7 0,-4 0-6 16,3-2 2-16,-1 1 4 0,1 2 5 15,0 0 7-15,0-1 3 0,3 4 12 0,-5-5 0 16,5 5 2-16,-3-5 4 0,3 5-3 0,-3-4-6 16,3 4-2-16,0 0-4 0,0 0-4 0,0 0-1 0,0 0-4 15,0 0 1-15,0 0-2 0,0 0-2 0,0 0-1 16,8 15 2-16,-5-10 1 0,0 0-2 15,0 3 0-15,-1-2 3 0,1 0-1 0,-1 2-1 0,0-4 2 16,-2 4-4-16,1-4-1 0,-1-4-1 0,0 9-2 16,-2-3 0-16,2-6 4 0,-5 6-3 0,2-2 0 15,0-1-17-15,-2 0-4 0,-1-1-18 0,6-2-16 16,-10 2-16-16,3-3-21 0,-1 1-21 0,2-1-12 16,-1 1-22-16,2-2-22 0,1 0-21 0,-1-3-16 15,1 2-58-15,-1 0-134 0,2-4-422 0,-1 1 186 16</inkml:trace>
          <inkml:trace contextRef="#ctx0" brushRef="#br0" timeOffset="-287054.9422">-950 6737 110 0,'0'0'323'0,"6"-2"-11"15,-6 2-14-15,4-4-19 0,-4 4-25 0,4-2-26 16,-4 2-25-16,4-4-19 0,-4 4-14 0,0 0-24 16,3-3-32-16,-3 3-42 0,0 0-59 0,0 0-76 15,0 0-80-15,0 0-274 0,0 0-452 0,0 0 200 16</inkml:trace>
          <inkml:trace contextRef="#ctx0" brushRef="#br0" timeOffset="-288461.0566">-217 6832 76 0,'0'0'230'0,"0"5"-4"0,0-5-13 15,3 5-15-15,-1-1-11 0,-2-4-15 0,3 6-17 16,-2-1-10-16,-1-5-12 0,3 8-11 0,-2-4-5 16,0 5-3-16,1-3-10 0,0 0-7 0,-1-1-7 15,0 2-8-15,-1-7-9 0,0 11-4 0,0-6-10 16,0-5 0-16,-1 10-8 0,1-5-5 0,0-5 0 16,-3 7-1-16,0-3-4 0,3-4-2 0,-4 6-2 15,1-3-5-15,0 0-2 0,3-3-3 0,-8 3-2 16,4-2-4-16,4-1-2 0,-8 1 2 0,8-1-3 0,-9-1-4 15,4-1-7-15,-1-2-12 0,0 1-7 0,0 0-2 16,2-1-11-16,-2-2-3 0,2 4-9 16,-2-5-7-16,1 1-7 0,1-1 3 0,-1-1-6 0,3 2-11 15,0 2-3-15,0-4-12 0,1 4-2 0,1-3-6 16,0 7 8-16,2-10 3 0,-1 3 2 0,1-1 7 16,0 4 4-16,2-2 10 0,-2 1 10 0,1 2 4 15,-1 0 0-15,1-2 5 0,-1 2 13 0,-2 3 11 16,6-6 9-16,-3 5 4 0,-3 1 7 0,6-3 0 15,-3 1 5-15,-3 2-4 0,6-2 7 0,-6 2 2 16,0 0 2-16,8 1 4 0,-8-1-7 0,6 2 3 16,-4 0 1-16,-2-2 4 0,5 6-3 0,-2-2 7 15,-2 0-2-15,1 0-1 0,-2-4 0 0,2 10 3 0,-2-7 7 16,-1 4 6-16,1-7-1 0,-3 10-1 16,0-3-1-16,0-3 1 0,-1 1 0 0,0-2-2 15,-1 1-2-15,1-1 0 0,-1-1-4 0,-1 1-3 0,-1 0-6 16,3-3 2-16,-3 2-3 0,0-1-5 0,0-2-1 15,-1 0 0-15,1 0-3 0,-1-1-2 0,0-1-5 16,0 0 1-16,1 0-4 0,0-1-1 0,0 2-5 16,0-3 4-16,2 1-5 0,0-2 3 0,0 3-1 15,2 0 0-15,0 0 1 0,2-3 2 0,1 6-2 16,-3-9 2-16,3 9-3 0,-2-5 3 0,2 5 1 16,-1-5 4-16,1 5 2 0,0 0 3 0,0 0-1 15,0 0 0-15,0 0-2 0,-1-8 0 0,1 8-2 16,0 0 0-16,0 0-1 0,0 0-1 0,0 0 3 15,0 0-4-15,0 0 1 0,0 0-2 0,0 0-1 16,2 22 4-16,-2-22-3 0,-2 8 1 0,1-2 0 16,-3-2-1-16,1 0-3 0,0 0 2 0,-3-1-10 0,0 2-8 15,2-1-4-15,-2-1-6 0,-2-2-5 16,1 1-4-16,0-1 0 0,-1 0-7 0,2 0 2 16,-1-1 4-16,7 0 1 0,-9-3 8 0,2 2 0 15,3 0 3-15,0 0 5 0,4 1 3 0,-6-3 1 0,6 3 6 16,-6-3 4-16,6 3 10 0,0 0 9 0,-6 0-3 15,6 0 4-15,0 0-1 0,0 0 0 0,0 0 3 16,0 0 1-16,-6 3 6 0,6-3 13 0,-1 6 6 16,1-6 0-16,-1 9 8 0,1-9 2 0,-1 9 5 15,1-4 0-15,0-5 6 0,0 10-9 0,-1-4 1 16,2 2 0-16,-1-1 0 0,0 0-5 0,-1 1-3 16,0-2 3-16,-1 2-12 0,-1-1-5 0,0 1 3 15,-1 1-6-15,-1-3-10 0,1 1 6 0,-3-1-8 16,2 1-27-16,-1-3-12 0,-1 2-23 0,-1-3-22 15,1 1-34-15,2-3-40 0,0 1-47 0,5-2-53 16,-9-2-250-16,9 2-530 0,-6-3 234 0</inkml:trace>
          <inkml:trace contextRef="#ctx0" brushRef="#br0" timeOffset="-288131.9752">-457 6729 14 0,'0'0'329'0,"5"-4"-15"0,-1 1-17 0,-4 3-10 16,4-3-13-16,-1 0-32 0,-3 3-23 0,4-3-25 15,-4 3-22-15,4-4-15 0,-4 4-30 0,0 0-34 16,0 0-44-16,0 0-55 0,0 0-58 0,0 0-77 15,0 0-94-15,0 0-152 0,-15 15-420 0,11-11 186 16</inkml:trace>
          <inkml:trace contextRef="#ctx0" brushRef="#br0" timeOffset="-286211.2496">-1203 6856 39 0,'-3'-3'188'0,"3"3"-4"16,0 0-3-16,-6-2-3 0,6 2-6 0,0 0-8 15,0 0-1-15,-5-1-10 0,5 1-3 0,0 0-9 16,0 0-13-16,0 0-7 0,0 0-9 0,0 0-7 16,-9 3-8-16,9-3-8 0,0 0-6 0,0 0-7 0,-1 4-7 15,1-4-10-15,0 0 0 0,0 0-3 0,0 0-5 16,0 0-6-16,6 12-4 0,-3-9-1 16,-1 0-8-16,2 0-1 0,-1 0-1 0,1 2-8 0,0-4 3 15,0 3 0-15,-1 0-7 0,1-3 1 0,-2 3-6 16,1 0 2-16,-3-4 0 0,3 7-3 0,-1-2 6 15,-2-1-5-15,0-4 3 0,2 6-3 0,-2-6 0 16,0 0 0-16,-6 10-3 0,2-8-4 0,-2-2-18 16,-1 2-16-16,-1 0-28 0,0-1-20 0,-3 1-40 15,0-1-42-15,3-2-35 0,-1 1-251 0,2-1-481 16,0 2 212-16</inkml:trace>
          <inkml:trace contextRef="#ctx0" brushRef="#br0" timeOffset="-286070.638">-1344 6902 103 0,'-1'6'226'0,"-1"0"-13"15,0 0-8-15,1 0-2 0,0 3-10 0,0-1-3 16,0 1-12-16,-2-1-9 0,2 0-16 0,-2-1-12 15,0 2-14-15,1-1-12 0,-2 0-9 0,1 1-10 16,-2-2-13-16,-2 1-12 0,0 0-26 0,2-2-35 16,-1 0-40-16,-3 2-59 0,2-5-57 15,0 0-248-15,-1 0-426 0,2-2 188 0</inkml:trace>
          <inkml:trace contextRef="#ctx0" brushRef="#br0" timeOffset="-285476.9289">-1534 6800 275 0,'0'0'309'0,"4"-5"-18"16,-2 1-24-16,-2 4-20 0,4-6-23 0,-2 4-23 15,1-2-20-15,-3 4-22 0,5-3-15 0,-5 3-27 0,3-3-43 16,-3 3-35-16,0 0-49 0,0 0-59 15,0 0-76-15,0 0-239 0,0 0-416 0,-11 11 184 16</inkml:trace>
          <inkml:trace contextRef="#ctx0" brushRef="#br0" timeOffset="-285680.0164">-1524 6899 208 0,'0'0'243'0,"0"0"-16"16,0 0-9-16,0 0-9 0,0 0-5 0,7 11-10 16,-6-8-2-16,-1-3-9 0,2 7-17 0,-2-2-8 15,0-5-4-15,0 15-14 0,0-5-2 0,0-1-12 16,0-1-10-16,-2 0-13 0,-1 1-12 0,-1-1-1 15,1 1-7-15,0 0-13 0,-2 0-6 0,0-1-11 16,-3 1-1-16,2-2-12 0,0-2-25 0,-1 0-32 0,1-1-43 16,-3-1-56-16,3-1-53 0,0-2-55 0,0 0-269 15,6 0-532-15,-8-1 236 0</inkml:trace>
          <inkml:trace contextRef="#ctx0" brushRef="#br0" timeOffset="-284430.1334">-1724 6883 102 0,'4'9'216'0,"-2"-6"-11"15,1 1-10-15,-1-1-12 0,-2-3-13 0,6 6-5 16,-2-3-11-16,0 2-18 0,-1-1-7 0,0 1-12 16,1-2-11-16,-1 0-8 0,-1 2-8 0,0-3-13 0,-2-2-3 15,5 7-8-15,-4-4-1 0,-1-3-12 16,2 4-1-16,-2-4-5 0,0 0-5 0,0 0-4 15,0 0-4-15,-6 8-10 0,6-8-8 0,-5 1-10 0,5-1-10 16,0 0-8-16,-10-2-1 0,6-2-6 0,-2 2-1 16,6 2-7-16,-6-5 6 0,3 0-4 0,-2 0 6 15,2 2 2-15,-2-3-3 0,2 2 6 0,1-1 3 16,0-1 2-16,1 0-5 0,-1 0 7 0,2 6 2 16,-1-11 1-16,0 7 6 0,1 4 2 0,-1-9 9 15,0 4 4-15,1 5-1 0,-2-7 3 0,2 7 2 16,0 0 1-16,0 0-1 0,0-7-8 0,0 7-2 15,0 0 1-15,0 0-4 0,0 0-6 0,0 0 8 16,0 0-3-16,0 0 3 0,0 0-3 0,0 0-1 16,0 0-2-16,0 0 0 0,0 0-4 0,0 0 2 15,7 12 2-15,-7-12 4 0,0 0-1 0,-2 9-4 16,2-9 3-16,-5 7-2 0,3-3-4 0,-2-2 4 0,0 1 0 16,0 1 2-16,0 0-3 0,-3-1 4 15,2 0-13-15,-1 0-2 0,0-3-11 0,0 3-9 16,-1-1 4-16,1-1-4 0,1-1 0 0,5 0-3 0,-11-1 3 15,7 0 2-15,-3-2 2 0,3 2-1 0,4 1 3 16,-8-5 7-16,6 2-1 0,-1-1 3 0,3 4 5 16,-5-6 8-16,3 2 11 0,2 4 9 0,-1-5 3 15,1 5 7-15,-2-7 4 0,2 7 5 0,-1-7 4 16,1 7 2-16,-2-7-2 0,2 7 2 0,0 0-2 16,0-6 0-16,0 6-3 0,0 0-2 0,0 0-9 15,-2-5 0-15,2 5 1 0,0 0-3 0,0 0-2 16,0 0-4-16,0 0-1 0,0 0 0 0,0 0-1 15,0 0-4-15,0 0-1 0,2 21 0 0,-2-21-3 16,-1 11-1-16,-1-7 0 0,0 1 1 0,0-1-2 16,0 1 1-16,0-1-1 0,-1 1-3 0,0-1 3 15,-1 1-1-15,0-2-4 0,0 0 6 0,-2 0-7 0,1-1 2 16,-1-1 0-16,0 0 4 0,0 1-9 0,1-1 5 16,-2-2-3-16,7 1 3 0,-10-3-3 15,6 0 4-15,-2 0 0 0,3 0-1 0,0-2-3 0,0 3-3 16,3 2 4-16,-5-8-4 0,3 3 2 0,2 5 4 15,-2-6-2-15,1 0 1 0,1 6 1 0,-2-9 1 16,2 9-5-16,-2-7 5 0,2 7 5 0,0-5 5 16,0 5 3-16,0 0-5 0,0 0 0 0,0 0 0 15,-1-6-1-15,1 6-1 0,0 0-4 0,0 0 3 16,0 0 3-16,0 0-7 0,0 0 1 0,0 0-1 16,0 0 2-16,-3 18 0 0,2-13-1 0,1-5-1 15,0 10 3-15,-2-5 0 0,2-5-3 0,-2 7 7 0,0-1-2 16,0-1-1-16,-1-2 0 0,3-3 0 0,-5 8-4 15,3-6 4-15,2-2-6 0,-6 5 6 0,3-4 0 16,3-1-3-16,-5 3-4 0,5-3 0 0,-5 0-5 16,5 0 6-16,-7-3 2 0,7 3-6 0,-7-4 5 15,3 1-1-15,0 0-4 0,2 0 5 0,-3-1-2 16,5 4 0-16,-7-6-3 0,1 1 2 0,3 0-2 16,0 4 2-16,3 1-2 0,-6-6 0 0,4 3-3 15,2 3 0-15,-5-2 0 0,5 2 1 0,0 0-2 16,-7 0 4-16,7 0-1 0,-6 4 1 0,6-4-6 15,-5 4 8-15,1 0-4 0,1-1 0 0,-2-1-1 16,1 2-11-16,-2-1-12 0,0 2-15 0,0-1-19 16,0-1-20-16,-1 1-28 0,3-2-27 0,-1 0-34 0,5-2-42 15,-4 0-263-15,4 0-513 0,0 0 226 16</inkml:trace>
          <inkml:trace contextRef="#ctx0" brushRef="#br0" timeOffset="-283945.7697">-1852 7040 118 0,'0'0'228'16,"4"1"-15"-16,-4-1-10 0,0 0-12 0,0 0-7 15,0 0-10-15,0 0-16 0,0 0-15 0,-11 7-13 16,5-6-15-16,1 2-10 0,-1-3-20 0,-1 0-44 0,1 1-67 16,-2-2-77-16,0-1-224 0,1 1-353 0,2-1 156 15</inkml:trace>
          <inkml:trace contextRef="#ctx0" brushRef="#br0" timeOffset="-284211.357">-2058 6742 222 0,'5'-6'311'0,"-3"2"-15"0,0 0-15 0,-2 4-15 15,2-7-31-15,-2 7-22 0,3-4-26 0,-3 4-15 16,0 0-16-16,0 0-19 0,0 0-15 0,0 0-29 15,0 0-46-15,0 0-51 0,4 15-58 0,-4-11-62 16,0-4-81-16,1 10-186 0,0-3-423 0,-1 0 187 16</inkml:trace>
        </inkml:traceGroup>
        <inkml:traceGroup>
          <inkml:annotationXML>
            <emma:emma xmlns:emma="http://www.w3.org/2003/04/emma" version="1.0">
              <emma:interpretation id="{A07C945E-19A9-4D6E-A5B3-932B13971FFF}" emma:medium="tactile" emma:mode="ink">
                <msink:context xmlns:msink="http://schemas.microsoft.com/ink/2010/main" type="inkWord" rotatedBoundingBox="11648,7803 11079,7806 11078,7604 11647,7602"/>
              </emma:interpretation>
              <emma:one-of disjunction-type="recognition" id="oneOf34">
                <emma:interpretation id="interp46" emma:lang="" emma:confidence="1">
                  <emma:literal/>
                </emma:interpretation>
              </emma:one-of>
            </emma:emma>
          </inkml:annotationXML>
          <inkml:trace contextRef="#ctx0" brushRef="#br0" timeOffset="-282461.5149">-2638 6770 140 0,'0'0'242'15,"5"10"-9"-15,-5-10-8 0,3 8-13 0,0-5-4 16,-1 2-10-16,1 0-6 0,0 2-15 0,1 0-7 16,-1-1-7-16,0 3-14 0,0-3-9 0,3 2-12 15,-4-2 2-15,0 4-15 0,0-4-3 0,0 1-8 16,0 1-14-16,0-1-9 0,-2 0 1 0,2-3-9 0,0 1-7 15,-2-5-2-15,1 9-9 0,-1-9-6 0,1 7-6 16,-1-7-3-16,1 4 0 0,-1-4-1 16,0 0-6-16,0 0 13 0,0 5 3 0,0-5-9 0,0 0 5 15,0 0 0-15,0 0-4 0,0 0-16 0,0 0 11 16,0 0-2-16,-7-13 0 0,5 10-4 0,0-3 3 16,2 6-7-16,-2-11 0 0,1 3-3 0,1 3-2 15,2-2 3-15,-1 0-8 0,-1-1 5 0,4 0-4 16,-3 1-11-16,2-1-8 0,0 0-21 0,2 1-22 15,-1 0-18-15,2 2-29 0,-1 0-34 0,1-1-41 16,0 2-30-16,-1-1-50 0,2 2-57 0,0 0-224 16,-3 2-571-16,1 0 252 0</inkml:trace>
          <inkml:trace contextRef="#ctx0" brushRef="#br0" timeOffset="-282867.7352">-2827 6797 146 0,'0'0'177'0,"-4"1"4"0,4-1-9 15,-7 2-5-15,4-1-9 0,3-1-5 16,-6 3-11-16,3 0-9 0,-2 0-8 0,1 1-13 0,1 0-5 16,-1-2-7-16,1 2-2 0,3-4-10 0,-4 6-7 15,2-1-6-15,1-1-6 0,1-4-5 0,-1 9-5 16,-1-4-5-16,2-5-1 0,1 10-5 0,0-4-6 15,0 0-3-15,0 0-1 0,-1 0-5 0,2 0-4 16,0-3-4-16,-1 2 0 0,1-1 0 0,2-1-4 16,-2 2-3-16,1-4 1 0,-3-1 0 0,8 3-5 15,-5-2 3-15,-3-1 2 0,6-1 12 0,-6 1 6 16,7-3 1-16,-3 0 2 0,1 0 0 0,-1-1 5 16,-1-1 3-16,0-1 5 0,1 1-10 0,1 0-2 0,-2-2-1 15,1 0-2-15,-1-1-9 0,0 3 2 16,-2-3-5-16,1 2-7 0,-1 0 1 0,2-2-2 15,-3 4 0-15,0 4-4 0,3-8 1 0,-3 8-1 0,2-5-7 16,-2 5 0-16,0 0-2 0,0 0 1 0,0 0-3 16,0 0 0-16,0 0 1 0,0 0 1 0,0 0-5 15,0 0 4-15,0 0-2 0,-2 21 3 0,4-17-6 16,-2 2 5-16,0 1 0 0,0 0 0 0,2 1 2 16,-1 0-4-16,0-1 0 0,-1 1-6 0,3-2-10 15,-1-1-12-15,-1 1-26 0,1-3-30 0,1 1-40 16,1 1-48-16,1-5-50 0,-1 2-285 0,1-2-545 15,3 0 241-15</inkml:trace>
          <inkml:trace contextRef="#ctx0" brushRef="#br0" timeOffset="-281914.6865">-2310 6767 67 0,'0'0'228'0,"0"0"-20"15,0 0-10-15,0 0-15 0,0 0-6 0,0 0-10 16,0 0-10-16,0 0-11 0,-15 6-9 0,8-5-14 16,-1 1-11-16,-3 1-14 0,2 1-8 0,-1 0-18 15,-1-3-28-15,-1 2-50 0,2-2-61 0,1-1-63 16,-1 1-204-16,2-2-363 0,1 1 161 0</inkml:trace>
          <inkml:trace contextRef="#ctx0" brushRef="#br0" timeOffset="-282101.1653">-2401 6727 45 0,'0'0'264'0,"0"0"-17"0,0 0-10 16,8 2-20-16,-8-2-13 0,6 6-17 0,-4-2-3 15,1 1-7-15,0 1-16 0,0 2-6 0,-2-2-8 16,1 2-10-16,0-1-4 0,0 2-4 0,0 1-14 16,-1-2-6-16,1 4-9 0,-1-3-10 0,-1 3-19 0,0 0 4 15,0-3-15-15,1 0-2 0,1 0-10 16,-2 0-16-16,1-3-27 0,-1 2-29 0,0-2-39 16,0-6-50-16,0 10-42 0,0-5-43 0,0-5-56 0,-1 6-176 15,1-6-467-15,0 0 207 0</inkml:trace>
        </inkml:traceGroup>
        <inkml:traceGroup>
          <inkml:annotationXML>
            <emma:emma xmlns:emma="http://www.w3.org/2003/04/emma" version="1.0">
              <emma:interpretation id="{84FB14C1-B167-4847-94F4-C258F728E5F4}" emma:medium="tactile" emma:mode="ink">
                <msink:context xmlns:msink="http://schemas.microsoft.com/ink/2010/main" type="inkWord" rotatedBoundingBox="10858,7953 9148,7960 9147,7554 10857,7547"/>
              </emma:interpretation>
              <emma:one-of disjunction-type="recognition" id="oneOf35">
                <emma:interpretation id="interp47" emma:lang="" emma:confidence="1">
                  <emma:literal/>
                </emma:interpretation>
              </emma:one-of>
            </emma:emma>
          </inkml:annotationXML>
          <inkml:trace contextRef="#ctx0" brushRef="#br0" timeOffset="-278524.3121">-3425 6857 57 0,'0'0'208'0,"0"0"-22"15,0 0-18-15,0 0-16 0,10-7-11 0,-10 7-12 16,6-1-11-16,-6 1-14 0,6-1-9 0,-6 1-8 16,5-1-6-16,-5 1-9 0,6 0-2 0,-6 0-10 15,6 0-6-15,-6 0-6 0,0 0-6 0,7-1-3 16,-7 1-6-16,0 0-1 0,0 0-9 0,5 2 3 0,-5-2-4 16,0 0-2-16,4 4 2 0,-4-4-5 0,2 2-3 15,-2-2-6-15,1 6 5 0,-1-6-5 16,3 6-1-16,-3-6-6 0,1 6 3 0,-1-6-2 0,0 6-2 15,0-6-1-15,2 6 4 0,-2-6-3 0,0 5 0 16,0-5-1-16,0 7 1 0,0-7-1 0,1 5 4 16,-1-5-2-16,1 7 0 0,-1-7 1 0,2 5 1 15,-2-5-4-15,1 5 2 0,-1-5-1 0,4 5 3 16,-4-5-4-16,4 2 3 0,-4-2 0 0,6 1 1 16,-6-1-2-16,6 2 0 0,-6-2-1 0,4 2 1 15,-4-2 4-15,5 1 4 0,-5-1 5 0,0 0 2 16,0 0-1-16,0 0-1 0,0 0-3 0,0 0 0 15,0 0 0-15,0 0-2 0,0 0-1 0,-16 4-1 16,10-4-3-16,-1 2 1 0,0-1-2 0,1-1 3 16,-1 0-2-16,0 0 1 0,0 0-4 0,0 0-1 0,0 0-2 15,-1-1-2-15,0 1-6 0,1-2 3 0,0 0-10 16,0 0 2-16,-1-1 2 0,1 0 2 0,0 1-1 16,1-1 0-16,0 0 5 0,0-1-1 0,0 1 4 15,0-2-2-15,1 0 4 0,0 1 2 0,0-1 5 16,0 1 6-16,2 1 5 0,-1-4 6 0,0 2 6 15,0-1 2-15,1 2 10 0,1 2 10 0,2 2 4 16,-2-7 5-16,2 7-4 0,-4-5 4 0,4 5-4 16,-2-4-4-16,2 4-3 0,0 0-8 0,-2-4-3 15,2 4-3-15,0 0-7 0,0 0-3 0,0 0-2 16,0 0 2-16,0 0-1 0,0 0 0 0,0 0-4 16,0 0 0-16,0 0-1 0,0 17-1 0,3-12 0 0,-3 1-2 15,0-6-1-15,1 9-2 0,-1-3 5 0,0-6-6 16,0 10 1-16,-1-4 1 0,1-6 1 15,-2 9-2-15,0-6-1 0,0 2-2 0,-1-2 1 0,-2 3 1 16,0-3-5-16,1-2 0 0,-1 1 4 0,-1-1-3 16,-2 1 0-16,1-1-2 0,-2-1-1 0,3 0-4 15,-2-1-4-15,1 1-15 0,0 0-14 0,1 0-17 16,6 0-26-16,-9-2-33 0,6 0-37 0,3 2-38 16,-6-2-43-16,6 2-190 0,-4-2-451 0,4 2 200 15</inkml:trace>
          <inkml:trace contextRef="#ctx0" brushRef="#br0" timeOffset="-278196.189">-3444 7056 184 0,'0'0'367'0,"0"0"-28"0,0 0-23 16,0 0-27-16,0 0-24 0,5-9-23 0,-5 9-25 16,2-6-23-16,-2 6-20 0,0 0-20 0,0 0-32 15,2-5-41-15,-2 5-53 0,0 0-64 0,0 0-79 16,0 0-74-16,0 0-250 0,0 0-475 0,-8-5 209 16</inkml:trace>
          <inkml:trace contextRef="#ctx0" brushRef="#br0" timeOffset="-278039.9609">-3546 7055 295 0,'0'0'282'0,"0"0"-13"16,0 0-20-16,0 0-18 0,0 0-22 0,-7 4-19 15,7-4-18-15,-6 0-19 0,6 0-14 0,-7 0-17 16,7 0-13-16,-10-1-28 0,4 0-36 0,6 1-34 16,-9-2-38-16,4 0-39 0,1 1-45 0,4 1-40 15,-7-5-55-15,3 2-127 0,0-1-361 0,1 0 160 16</inkml:trace>
          <inkml:trace contextRef="#ctx0" brushRef="#br0" timeOffset="-279758.5829">-3136 6818 45 0,'0'0'177'0,"0"0"-17"0,0 0-8 0,0 0-6 15,0 0-7-15,0 0-4 0,0 0-5 0,0 0-3 16,0 0-4-16,0 0-1 0,0 0-2 0,0 0-1 0,0 0-5 15,0 0 2-15,0 0-6 0,0 0-2 0,0 0-9 16,0 0-11-16,0 0-5 0,9 15-12 0,-8-13-4 16,-1-2-6-16,2 4-4 0,-2-4-7 0,4 6-1 15,-2-4-7-15,0 2-4 0,-2-4-1 0,5 6-2 16,-3-3-6-16,-1 1-2 0,-1-4-2 0,3 8-2 16,-1-5-2-16,-2-3-3 0,2 6-1 0,-2-6 0 15,1 5 3-15,-1-5 7 0,0 0-5 0,0 0 0 16,-3 7-4-16,-1-4 0 0,4-3 4 0,-7 2-21 15,3-1-33-15,-2 0-35 0,1 0-51 0,-1-1-56 16,6 0-62-16,-10 0-201 0,10 0-474 0,-9 0 211 16</inkml:trace>
          <inkml:trace contextRef="#ctx0" brushRef="#br0" timeOffset="-279305.4821">-3228 7013 175 0,'0'0'263'16,"0"0"-23"-16,0 0-20 0,-9 4-23 0,9-4-20 16,-6 0-21-16,6 0-19 0,-10-2-47 0,4 0-44 15,1 0-61-15,1 0-72 0,-3 1-180 0,1-2-288 16,1-1 127-16</inkml:trace>
          <inkml:trace contextRef="#ctx0" brushRef="#br0" timeOffset="-279524.2166">-3240 6853 197 0,'0'0'185'0,"0"0"-10"15,0 0-2-15,0 0-3 0,0 0-4 0,0 0-7 16,0 0-5-16,0 0-6 0,0 0-6 0,0 0-4 16,0 0-3-16,0 0-9 0,0 0-7 0,0 0-9 15,0 0-9-15,5 19-6 0,-5-19-6 0,1 7 0 0,-1-7-14 16,2 8-4-16,-2-4-7 0,0-4-8 0,0 8-1 15,0-8-6-15,-1 9-2 0,1-9-4 16,-2 6-4-16,2-6 0 0,-4 6 2 0,1-2-7 0,3-4-3 16,-7 2-1-16,0 0-5 0,0-1 0 0,2 0-2 15,-4 0-5-15,0-1-14 0,2-2-20 0,-2 1-24 16,-1 2-32-16,1-2-33 0,3-1-36 0,-2 1-42 16,3 0-47-16,0-1-213 0,0 0-479 0,5 2 213 15</inkml:trace>
          <inkml:trace contextRef="#ctx0" brushRef="#br0" timeOffset="-277211.8856">-3601 6723 39 0,'0'0'237'0,"0"0"-21"0,0 0-5 16,6 1-19-16,-6-1-12 0,0 0-18 0,0 0-11 16,0 0-13-16,0 0-13 0,0 0-11 0,0 0-10 15,0 0-11-15,0 0-8 0,-15 7-9 0,11-6-22 0,-1-1-43 16,-1 2-48-16,0-2-53 0,0 0-80 0,-1-2-146 15,7 2-341-15,-9-1 151 0</inkml:trace>
          <inkml:trace contextRef="#ctx0" brushRef="#br0" timeOffset="-277602.5066">-3652 6839 152 0,'0'0'201'0,"0"0"-4"0,0 0-1 0,0 0-12 16,0 0-3-16,0 0-7 0,0 0-7 0,0 0-3 15,0 0-9-15,2 17-3 0,-2-17-4 0,0 0-16 16,1 7-10-16,-1-7-7 0,2 6-9 0,-2-6-6 16,0 5-12-16,0-5-7 0,2 9-9 0,-2-9-7 15,-1 7-5-15,1-7-3 0,-2 9-9 0,1-4-3 0,1-5-5 16,-3 7 1-16,0-4-7 0,-1 2-4 0,2-2-2 16,-2 0-3-16,1 0-4 0,-1 1 2 15,-1-2-6-15,1 2 0 0,-2-4-1 0,3 3 1 0,-1-1-6 16,-1-1-2-16,5-1 4 0,-11 0-5 0,6 1 2 15,5-1 0-15,-10-3-5 0,5 1 3 0,1 0 6 16,4 2-10-16,-8-4-2 0,4 1-1 0,-1 0 0 16,2 0 5-16,3 3-4 0,-4-7 8 0,2 2-5 15,1-3 1-15,-1 1 1 0,2-1 1 0,-1-1 5 16,1 0-5-16,1-4 0 0,1-1 1 0,-1 2-2 16,2-1-5-16,-1 0 1 0,1 1 3 0,-3 2 1 15,3 2-4-15,-2 1 0 0,2 1-22 0,-2 0-19 0,0 1-36 16,-1 5-40-16,3-7-65 0,-3 1-59 15,0 6-265-15,0 0-546 0,1-8 242 0</inkml:trace>
          <inkml:trace contextRef="#ctx0" brushRef="#br0" timeOffset="-276821.2884">-3889 6712 187 0,'0'0'269'0,"0"0"-7"15,0 0-8-15,-1 5-9 0,1-5-7 0,0 0-14 0,0 0-9 16,5 14-19-16,-3-10-7 0,1 5-5 0,-1-3-13 15,1 0-12-15,-1 2-10 0,1-1-9 16,-1 1-8-16,1 1-13 0,-1-1-6 0,1 3-16 0,-2-3 3 16,0 4-7-16,1-2-2 0,-2 0-12 0,1 3-10 15,0-1 2-15,0-3-2 0,-1 3-1 0,0-3-15 16,0 0 2-16,-1 0-4 0,0 0-1 0,0 0-7 16,0-2 7-16,-2 0-16 0,0 2-5 0,0-3 1 15,-1-2-1-15,-1 2-1 0,2-1-4 0,-2-3-7 16,-1 3 2-16,1-2-2 0,-3 0 2 0,1-1-6 15,-1 0 1-15,1 0-1 0,-4-2-6 0,3 0 7 16,-3 0-2-16,1-1-13 0,1-1 8 0,0 0 5 16,-1-3-5-16,0 0 1 0,2 1-5 0,2-1-2 15,0-1-4-15,0-1-5 0,0 2-11 0,3-2-20 16,0-1-11-16,1 1-24 0,2-2-19 0,1 1-29 16,2-1-33-16,1 2-38 0,0-1-46 0,1 0-43 0,4 0-312 15,-1 0-644-15,-1 0 285 0</inkml:trace>
          <inkml:trace contextRef="#ctx0" brushRef="#br0" timeOffset="-275008.9206">-4123 6856 204 0,'0'0'197'0,"0"0"-20"0,0 0-6 0,0 0-10 16,0 0-13-16,0 0 1 0,0 0-11 0,0 0-6 15,0 0-15-15,0 0-8 0,0 0-9 0,-3 20-9 0,3-20-8 16,-2 8-4-16,1-5-4 0,1-3-12 0,-2 9 1 16,-1-6-22-16,3-3-3 0,-3 6-1 0,1-3-5 15,2-3-4-15,-4 5 0 0,4-5-3 0,-6 4-3 16,4-2-7-16,2-2-6 0,-4 1-5 0,4-1-5 15,-6 2-1-15,6-2-6 0,-6 0-2 0,6 0-1 16,-6-2 0-16,6 2 3 0,-6-3 1 0,3-1 2 16,3 4 2-16,-3-8-1 0,1 3-2 0,2 5 4 0,-2-8-6 15,0 4 5-15,2 4 0 0,-2-9 3 0,2 9 6 16,-2-6 6-16,2 6 5 0,0 0 2 16,-1-7 0-16,1 7-1 0,0 0-2 0,0 0-6 0,0 0 0 15,-2-5-2-15,2 5 0 0,0 0-4 0,0 0 4 16,0 0-2-16,0 0-2 0,0 0 0 0,0 0 1 15,0 0 1-15,-3 16-4 0,2-12 3 0,1-4-2 16,-4 8 4-16,2-4-4 0,-1 1-2 0,1-2 4 16,-1 0-2-16,-1 1-1 0,0-1-7 0,0-1-8 15,-1 2-5-15,1-2-3 0,0-1-3 0,4-1-5 16,-12 3 2-16,8-3-4 0,-2 0 2 0,6 0 2 16,-12-3 6-16,7 0-1 0,1 2 4 0,0-2 0 0,4 3 3 15,-6-8-1-15,3 5 4 0,3 3 1 16,-3-6 6-16,3 6 4 0,-3-6 8 0,3 6 2 15,-1-4 3-15,1 4 6 0,0 0-1 0,0 0 4 0,-2-7 3 16,2 7 1-16,0 0 0 0,0 0 0 0,0 0-5 16,0 0 1-16,0 0-4 0,0 0-3 0,0 0 0 15,0 0-2-15,0 0-2 0,0 0 3 0,0 0-1 16,0 0-2-16,-7 12 0 0,7-12-3 0,-2 8-2 16,-1-5 4-16,-1 3-3 0,2-1-3 0,-1-1 1 15,-2 2-2-15,1-3 3 0,-1 0-4 0,0 1 3 16,-1 0-7-16,-1-1-3 0,1-1-5 0,-1 1-6 15,0 0-2-15,0-1-1 0,1 0-1 0,-1-2 0 16,1-2-2-16,6 2 2 0,-11 0 2 0,6-2 5 16,1 0-5-16,4 2 3 0,-7-5 3 0,3 4 1 15,2-3-1-15,-1-1 2 0,3 5 2 0,-2-6 0 0,2 6-1 16,0-8 4-16,0 8-2 0,0 0 4 0,0-9-2 16,0 9 0-16,1-7 4 0,-1 7 1 0,0 0 1 15,3-5 1-15,-3 5 2 0,0 0 5 0,4-3 8 16,-4 3 2-16,0 0 3 0,8 5 3 0,-5-3-3 15,0 2 7-15,1 0 12 0,-1 1 9 0,-1 2 3 16,0 1-4-16,-2-2-1 0,0 1-2 0,0 2 0 16,-1 0-3-16,-1-3-3 0,-2 3-3 0,-1 0-2 15,0-3 1-15,0 2-11 0,-3 0-3 0,1-2 2 0,1 0-5 16,-1 0-9-16,1-2-18 0,0 1-15 16,1-2-27-16,1-2-31 0,0 1-39 0,4-2-43 15,0 0-56-15,-7-3-212 0,7 3-464 0,-1-9 205 0</inkml:trace>
          <inkml:trace contextRef="#ctx0" brushRef="#br0" timeOffset="-274727.7158">-4166 6729 47 0,'-4'0'186'0,"4"0"-11"0,-8 2-6 0,4-2-13 15,4 0 0-15,-10 0-5 0,4 0 0 16,0 0-2-16,6 0-6 0,-9-3-11 0,4 0-9 0,1 0-18 16,1 1-5-16,0-2-8 0,0-1-15 0,3 5-6 15,-3-10-11-15,2 7-22 0,1 3-18 0,0-9-27 16,0 9-35-16,-1-6-36 0,1 6-38 0,0 0-57 15,0 0-142-15,-1-7-340 0,1 7 151 0</inkml:trace>
          <inkml:trace contextRef="#ctx0" brushRef="#br0" timeOffset="-274179.8557">-4604 6819 112 0,'0'-6'215'0,"0"6"-6"0,2-7-19 15,-2 7-21-15,3-7-9 0,-1 3-17 0,0 0-10 16,2 1-6-16,-1-1-12 0,-3 4-8 0,5-5-10 15,-2 2-8-15,-3 3-5 0,7-3-2 0,-3 1-8 16,-4 2-4-16,7-1-5 0,-7 1-6 0,6 2-8 16,-6-2 1-16,7 1-4 0,-5 2-1 0,-2-3-4 15,4 5 0-15,-1-3-2 0,-3-2 0 0,3 6-2 16,-3-6 0-16,0 6-5 0,0-6 3 0,-3 8-7 16,3-8 1-16,-5 9-2 0,1-3-3 0,-2-2-1 15,1 0-2-15,0 2-4 0,-1-3 2 0,-2 3-3 0,1-2-2 16,1-1-4-16,-1 2 4 0,0-2-3 15,0 1-3-15,2-2 0 0,-2 0-1 0,2 2 3 16,0-1 1-16,2-1-2 0,3-2 0 0,-6 2-2 0,6-2 2 16,-6 4-3-16,4-2 3 0,2-2 3 0,-4 8 3 15,1-4-2-15,3 2 1 0,-2-1-1 0,0 2 3 16,2 1-1-16,0-1 1 0,0 2 2 0,1 0-1 16,-1 0 1-16,1-1 5 0,1 2-5 0,0-1-3 15,-2 0 0-15,2 3-1 0,-1-4-3 0,-1 1 0 16,0-1 1-16,1 1-4 0,-2-1-14 0,1 1-24 15,0-3-18-15,-2 0-34 0,1-1-40 0,-2-1-51 16,3-4-51-16,-5 8-257 0,3-5-519 0,2-3 230 16</inkml:trace>
          <inkml:trace contextRef="#ctx0" brushRef="#br0" timeOffset="-274008.9927">-4810 6898 286 0,'2'-7'365'0,"-2"7"-12"0,3-7-21 16,-3 7-14-16,3-4-25 0,-3 4-25 0,2-6-24 0,-2 6-29 16,1-5-9-16,-1 5-62 0,0 0-64 0,4-3-70 15,-4 3-100-15,0 0-122 0,0 0-257 0,0 0-508 16,0 0 225-16</inkml:trace>
        </inkml:traceGroup>
      </inkml:traceGroup>
    </inkml:traceGroup>
    <inkml:traceGroup>
      <inkml:annotationXML>
        <emma:emma xmlns:emma="http://www.w3.org/2003/04/emma" version="1.0">
          <emma:interpretation id="{068912DA-8E08-4E8C-9EBB-C23827FCA84F}" emma:medium="tactile" emma:mode="ink">
            <msink:context xmlns:msink="http://schemas.microsoft.com/ink/2010/main" type="paragraph" rotatedBoundingBox="9556,6363 14687,6402 14683,6944 9552,6905" alignmentLevel="3"/>
          </emma:interpretation>
        </emma:emma>
      </inkml:annotationXML>
      <inkml:traceGroup>
        <inkml:annotationXML>
          <emma:emma xmlns:emma="http://www.w3.org/2003/04/emma" version="1.0">
            <emma:interpretation id="{98715D56-2CA0-40E5-833C-53F82A6242AB}" emma:medium="tactile" emma:mode="ink">
              <msink:context xmlns:msink="http://schemas.microsoft.com/ink/2010/main" type="line" rotatedBoundingBox="9556,6363 14687,6402 14683,6944 9552,6905"/>
            </emma:interpretation>
          </emma:emma>
        </inkml:annotationXML>
        <inkml:traceGroup>
          <inkml:annotationXML>
            <emma:emma xmlns:emma="http://www.w3.org/2003/04/emma" version="1.0">
              <emma:interpretation id="{4256A22A-043F-4A87-8965-7586AC659A41}" emma:medium="tactile" emma:mode="ink">
                <msink:context xmlns:msink="http://schemas.microsoft.com/ink/2010/main" type="inkWord" rotatedBoundingBox="9556,6371 10317,6376 10313,6911 9552,6905"/>
              </emma:interpretation>
              <emma:one-of disjunction-type="recognition" id="oneOf36">
                <emma:interpretation id="interp48" emma:lang="" emma:confidence="1">
                  <emma:literal/>
                </emma:interpretation>
              </emma:one-of>
            </emma:emma>
          </inkml:annotationXML>
          <inkml:trace contextRef="#ctx0" brushRef="#br0" timeOffset="-299975.8482">-3820 5923 153 0,'0'0'255'0,"0"0"-24"0,8-11-24 16,-8 11-20-16,4-4-21 0,-4 4-35 0,3-5-45 15,-3 5-68-15,2-4-75 0,-2 4-173 0,0 0-249 16,0 0 111-16</inkml:trace>
          <inkml:trace contextRef="#ctx0" brushRef="#br0" timeOffset="-300163.3359">-3649 5722 9 0,'0'0'182'0,"3"5"-5"0,-3-5-13 16,0 0-12-16,2 6-11 0,0-3-11 0,-2-3-14 15,0 0-9-15,0 8-8 0,0-8-9 0,0 6-7 0,0-6-7 16,0 0-8-16,-3 9-5 0,0-6 0 0,1 0-8 16,2-3-3-16,-5 6-5 0,1-3-4 15,4-3-4-15,-9 2-4 0,6-1-3 0,-2-1-3 0,5 0-3 16,-11-1-7-16,4 1 0 0,2-2 0 0,-2 1-6 16,2-1 2-16,0-2 1 0,0 2-3 0,1-3 7 15,2 0-1-15,-1 2 13 0,0-3 5 0,2 2 0 16,1 4 3-16,-2-13 4 0,2 5 8 0,0-1-2 15,2 2 3-15,-2-3-10 0,2-2 4 0,0 1-2 16,3-2-6-16,-1-1-6 0,0 1-1 0,1 1-4 16,0 2-5-16,-3 1 2 0,1 2 0 0,-1 3-7 15,-1-1-7-15,-1 5-20 0,3-7-27 0,-3 7-35 16,0 0-46-16,0 0-61 0,0 0-245 0,0 0-458 0,0 0 204 16</inkml:trace>
          <inkml:trace contextRef="#ctx0" brushRef="#br0" timeOffset="-298522.8491">-3924 5573 22 0,'0'0'252'0,"0"0"-11"0,4-1-18 16,-4 1-20-16,0 0-17 0,0 0-15 0,0 0-11 0,0 0-11 15,-16-3-9-15,10 3-18 0,0-1-7 0,-1-1-7 16,1 0-18-16,-3 1 0 0,3 0-9 15,-2-1-8-15,1 0-4 0,0-1-9 0,2 2-4 0,1-2-4 16,-1 0-9-16,1 1-3 0,4 2-4 0,-3-6-3 16,3 6-5-16,-2-4 1 0,2 4-4 0,0-8-3 15,0 8-2-15,3-7-6 0,-1 2-11 0,-2 5-16 16,1-7-19-16,-1 7-24 0,2-5-23 0,-2 5-45 16,0-6-31-16,0 6-59 0,0 0-167 0,0 0-412 15,0 0 182-15</inkml:trace>
          <inkml:trace contextRef="#ctx0" brushRef="#br0" timeOffset="-298866.574">-3886 5714 163 0,'0'0'203'0,"0"0"-9"0,2 6-15 15,-2-6-14-15,3 6-8 0,-3-6-16 0,2 6-14 16,-2 0-7-16,0-6-11 0,0 7-13 0,0-7-2 15,-1 8-12-15,-2-4-8 0,1 1-7 0,2-5-6 16,-5 5-5-16,3-1-2 0,-2-1-7 0,1-1-6 16,3-2-5-16,-6 5-5 0,3-4 0 0,3-1-4 15,-7 1-5-15,7-1-3 0,0 0-5 0,-9-2-10 16,6-2 1-16,0 1-1 0,-1 0-2 0,4 3 0 16,-5-6-5-16,2 3 6 0,1-2-1 0,2 5-2 0,-2-9-1 15,2 9 2-15,-2-6 1 0,2 6-2 16,0-10 0-16,0 10 3 0,-1-4-5 0,1 4 5 15,0 0-2-15,0 0-4 0,-3-6-1 0,3 6 2 0,0 0-1 16,0 0 5-16,0 0-5 0,0 0 1 0,0 0-6 16,0 0 6-16,0 0 4 0,0 0-3 0,0 0-1 15,8 16-4-15,-8-16 4 0,1 4 0 0,-1-4 0 16,0 8 1-16,0-8-1 0,-5 5 0 0,3-1-5 16,2-4-6-16,-7 5-1 0,3-3-18 0,0 1 6 15,-2-1-8-15,0 0 1 0,-1-1-5 0,0-1 1 16,3 0-5-16,4 0 8 0,-9-3 1 0,5 2 5 15,-3-2-1-15,2 1 5 0,2-1 3 0,-2-2 10 16,1 1 9-16,4 4 8 0,-4-8 9 0,2 1 5 16,0 0 4-16,1 2 9 0,1 5 12 0,-1-9 2 15,-1 4 7-15,2 5 3 0,-3-6-2 0,3 6-4 16,0-7 0-16,0 7-4 0,-2-6-4 0,2 6-4 0,0 0-2 16,-1-7-8-16,1 7-2 0,0 0-4 0,0 0-3 15,0 0-1-15,0 0-2 0,0 0 1 0,0 0-2 16,0 0-2-16,0 0-3 0,0 0-2 15,0 0 1-15,-1 21-3 0,0-16 2 0,1-5 1 0,-2 10-1 16,0-6-4-16,-1 0 2 0,0 0 2 0,0 0-5 16,-1 0 2-16,-1 1-2 0,0-1 3 15,-1-1-1-15,2-2-1 0,-2 3-1 0,1-3-2 0,-3 3-1 16,2-4 0-16,0 1 3 0,0-1 1 0,6 0 1 16,-10-1 7-16,10 1 5 0,-7-2 5 0,7 2 1 15,-6 0 4-15,6 0 2 0,0 0-1 0,0 0-5 16,-6 0-4-16,6 0-1 0,0 0-3 0,0 0 2 15,0 0-9-15,-3 4 1 0,3-4 3 0,0 0 2 16,2 10-4-16,-2-10-3 0,0 0 2 0,3 13-2 16,-2-9 1-16,2 4-1 0,-3-3 0 0,3 0-2 15,-2 2 0-15,1-3-1 0,-2 1 0 0,0-5 1 16,2 11 0-16,-1-7-3 0,-1-4 0 0,0 6 4 0,0-6-6 16,-3 6-5-16,3-6-6 0,-5 3-7 0,5-3-2 15,-6 2-5-15,6-2 1 0,-6-1-7 0,6 1 0 16,-7-2-7-16,7 2-3 0,-8-6-7 0,4 2 2 15,1 2 1-15,-1-4-7 0,1 0 2 0,0 2 3 16,-1-1 1-16,1-2 9 0,1 3 3 0,-1-1 2 16,0-1 1-16,0-1 5 0,0 3 2 0,0 0 7 15,1-1-4-15,2 5 6 0,-5-7 2 0,5 7 1 16,-3-4-1-16,3 4 4 0,-6-4 0 0,6 4 2 16,-8-1 2-16,8 1-6 0,-8 1 8 0,3 0 0 15,5-1 8-15,-9 3 2 0,5 0-4 0,-2 0 6 16,1 1-4-16,0 0 10 0,0 1 0 0,1 0 2 15,1 1 2-15,0 0 7 0,0-1 10 0,1 0 5 16,1 2 1-16,1 1 5 0,0 0 5 0,1 0 4 16,2 1 14-16,-1-1-4 0,1 1 0 0,0 2 4 15,1 1-4-15,1-3-2 0,-1 2 0 0,1 0 1 16,0 0-5-16,0 2-5 0,-1-3-2 0,-1-1-5 0,0 0-8 16,0-1 2-16,-1-1-16 0,0 1-18 0,0-3-32 15,-2 2-31-15,1-3-47 0,-1-4-51 16,1 9-39-16,-1-9-54 0,1 4-249 0,-1-4-535 0,0 0 236 15</inkml:trace>
          <inkml:trace contextRef="#ctx0" brushRef="#br0" timeOffset="-297928.1421">-4404 5811 180 0,'6'-5'375'0,"-6"5"-8"0,4-5 2 15,-2 2-14-15,-2 3-19 0,5-4-24 0,-5 4-27 16,4-4-27-16,-4 4-29 0,4-3-24 0,-4 3-34 16,0 0-57-16,3-3-69 0,-3 3-71 0,0 0-85 15,0 0-111-15,0 0-319 0,0 0-585 0,0 0 259 16</inkml:trace>
        </inkml:traceGroup>
        <inkml:traceGroup>
          <inkml:annotationXML>
            <emma:emma xmlns:emma="http://www.w3.org/2003/04/emma" version="1.0">
              <emma:interpretation id="{EB2E23E8-F417-4720-9145-6B109DA91703}" emma:medium="tactile" emma:mode="ink">
                <msink:context xmlns:msink="http://schemas.microsoft.com/ink/2010/main" type="inkWord" rotatedBoundingBox="10458,6370 12090,6382 12087,6810 10455,6798"/>
              </emma:interpretation>
              <emma:one-of disjunction-type="recognition" id="oneOf37">
                <emma:interpretation id="interp49" emma:lang="" emma:confidence="1">
                  <emma:literal/>
                </emma:interpretation>
              </emma:one-of>
            </emma:emma>
          </inkml:annotationXML>
          <inkml:trace contextRef="#ctx0" brushRef="#br0" timeOffset="-301475.7616">-3366 5646 28 0,'0'0'251'0,"0"0"-14"0,0 0-19 0,0 0-26 16,-17 8-12-16,11-6-17 0,0 0-14 0,0-1-20 15,0 4-12-15,-1-4-10 0,1 2-26 0,0-1-24 0,0 1-44 16,1 0-49-16,1-2-57 0,4-1-85 0,-7 2-92 15,7-2-291-15,-6 1 129 0</inkml:trace>
          <inkml:trace contextRef="#ctx0" brushRef="#br0" timeOffset="-300959.1521">-3061 5614 185 0,'0'0'256'0,"0"0"-22"16,0 0-21-16,0 0-17 0,0 0-19 0,0 0-17 15,0 0-16-15,0 0-14 0,0 0-13 0,-16-6-9 16,16 6-10-16,-7 0-10 0,7 0-8 0,-9-1-8 16,6-1-5-16,3 2-10 0,-9-1-1 0,5-1-5 15,4 2-9-15,-7-5-4 0,3 3-2 0,4 2-8 16,-5-6-10-16,3 3-14 0,2 3-9 0,-5-8-18 16,4 3-8-16,1 5-12 0,-3-7-9 0,3 7-4 15,0-7 3-15,0 7 0 0,0 0 7 0,1-11 2 16,1 7 7-16,-2 4 1 0,1-5 0 0,-1 5 14 15,1-7-3-15,-1 7 4 0,-1-8 8 0,1 8-6 16,0 0-39-16,-1-10-29 0,0 5-52 0,1 5-154 16,-4-7-318-16,1 2 142 0</inkml:trace>
          <inkml:trace contextRef="#ctx0" brushRef="#br0" timeOffset="-301710.0977">-3004 5716 2 0,'0'0'209'0,"0"0"-20"16,0 0-13-16,0 0-18 0,0 0-12 0,0 0-15 0,0 0-6 15,0 0-3-15,0 0-11 0,0 0-2 0,0 0-6 16,0 0-6-16,0 0-5 0,0 0-5 0,0 0-8 16,6 14-5-16,-6-14-10 0,1 5-2 0,-1-5-6 15,0 0-5-15,-6 11-5 0,5-7-5 0,1-4-3 16,-3 5-6-16,0-2-3 0,3-3 1 0,-5 4-3 16,5-4-4-16,-3 3-7 0,3-3-2 0,-4 5-6 15,4-5-4-15,-5 3 0 0,5-3-1 0,-4 1-1 16,4-1-2-16,0 0-3 0,-7-3 0 0,7 3-5 0,-8-2-1 15,8 2 3-15,-5-4-1 0,5 4-4 0,-5-5 4 16,2 4 0-16,3 1 3 0,-3-7-1 16,3 7 2-16,-4-6 0 0,2 2-1 0,2 4 7 0,0 0-4 15,0-9 4-15,0 9 1 0,0-6 4 0,0 6-1 16,0 0 5-16,0 0 0 0,1-8 2 0,-1 8-2 16,0 0-1-16,2-3-1 0,-2 3-5 0,0 0 2 15,0 0-3-15,0 0 1 0,0 0 0 0,0 0 4 16,0 0-4-16,0 0 1 0,0 0 0 0,4 12-2 15,-4-12-1-15,0 0 1 0,-1 11-1 0,1-11 0 16,-2 7 3-16,0-3-1 0,2-4 0 0,-5 7 1 16,2-5 2-16,1 3-5 0,2-5-5 0,-7 7 1 15,3-4-4-15,0 0 3 0,0-1-2 0,1 0-4 0,3-2 5 16,-8 1-3-16,8-1-2 0,-8-1 2 16,8 1-2-16,-6-3 2 0,2 1 1 0,4 2 2 15,-5-5 0-15,1 1 4 0,2 1-2 0,2 3 4 0,-4-9 8 16,1 6 3-16,3 3 10 0,-1-7 11 0,1 7 1 15,-2-7 4-15,2 7 2 0,-2-5 1 0,2 5-7 16,0 0 1-16,-2-6-5 0,2 6-1 0,0 0-5 16,0 0 0-16,0 0-9 0,0 0 0 0,0 0-3 15,0 0 0-15,0 0-2 0,0 0-1 0,0 0-3 16,0 0 1-16,0 0 0 0,0 0 3 0,0 0-5 16,0 0 1-16,0 0-5 0,-2 19 3 0,2-15 2 15,0-4-2-15,-3 9-1 0,1-6-2 0,2-3-2 16,-4 9-5-16,2-6-1 0,-2 0-3 0,1 2 2 15,-1-1-6-15,-1 0-6 0,0-1-5 0,0-1 0 16,-1 0 0-16,0 0 0 0,0-1 1 0,-1-1-1 16,-1 0 6-16,1 0 3 0,0-1 0 0,1-1-4 0,0 0 10 15,0 0-5-15,1-1 4 0,1 0-2 16,0 0 6-16,1 0 1 0,0-2-3 0,0 2 10 16,1-3 2-16,2 6 3 0,-3-8 12 0,2 4 3 0,1 4 5 15,-3-5 3-15,3 5-3 0,-2-8 4 0,2 8 6 16,0 0-3-16,0-6-3 0,0 6-4 0,0 0-2 15,0 0-5-15,0 0-1 0,0 0-3 0,0 0-4 16,0 0 4-16,0 0-6 0,0 0 3 0,0 0 0 16,0 0-1-16,0 0 1 0,0 0-6 0,2 19 3 15,-2-19-3-15,0 11 2 0,-2-6-5 0,0 3 2 16,1-2 2-16,-1 1-2 0,0 1 1 0,0-4-8 16,-1 3 4-16,0-3 4 0,-1 2-3 0,1-3 3 15,0 0-5-15,-1 1 1 0,1-2 3 0,0 1-1 16,3-3-1-16,-8 2-1 0,3-2 2 0,5 0-3 15,-11-2 4-15,5-2-3 0,0 2 1 0,0-1-4 16,1-1 1-16,-1-1 1 0,2 0 1 0,-1 0 0 16,2 1-5-16,-1-2 4 0,0 2-2 0,0-1 2 0,1-1-2 15,0 1 4-15,0 1-7 0,3 4 4 16,-5-7 1-16,5 7-1 0,-3-3-1 0,3 3-1 16,-5 0-1-16,5 0 0 0,-8 2 0 0,5 1 1 0,3-3 2 15,-9 7-4-15,3-1 0 0,1-2 6 0,0 1-6 16,0 1-1-16,1-1-7 0,0 0-10 0,-2 1-21 15,1 0-19-15,0-1-33 0,1-1-32 0,0-1-42 16,2 0-53-16,2-3-253 0,-7 4-513 0,7-4 228 16</inkml:trace>
          <inkml:trace contextRef="#ctx0" brushRef="#br0" timeOffset="-306943.1166">-2905 5566 228 0,'0'0'250'0,"0"0"-9"0,0 0-8 0,0 0-1 15,6 15-12-15,-4-11-11 0,-1 1-17 0,1 1-16 16,0 2-9-16,0-1-8 0,0 1-14 0,-1 1-13 16,0 1-9-16,1-2-8 0,-2 1-14 0,1 3-12 15,-1-3-8-15,0 1-23 0,0-1-33 0,-1 1-38 16,-1-1-49-16,2 0-58 0,-2-1-51 0,0 0-66 16,-1-1-193-16,1-1-464 0,0 1 206 0</inkml:trace>
          <inkml:trace contextRef="#ctx0" brushRef="#br0" timeOffset="-306944.1166">-2763 5722 91 0,'0'0'269'0,"0"0"-16"16,0 0-22-16,-5-1-20 0,5 1-19 0,0 0-18 0,0 0-16 16,0 0-9-16,0 0-5 0,0 0-6 0,0 0-6 15,12 13-5-15,-8-9-6 0,-2 0-7 16,1 0-10-16,-1 1-5 0,1-1-9 0,1 1-13 0,-2 1-4 15,2-1-2-15,-3 0-12 0,1 0-3 0,1-1-5 16,-2 1-3-16,-1-5-6 0,0 9-5 0,0-9 2 16,-5 8-5-16,3-4-4 0,-3-2-5 0,-1 1-19 15,0 0-19-15,-3-1-24 0,1 1-41 0,1 0-50 16,-1-3-81-16,1 0-87 0,-2-1-152 0,1 0-484 16,0-1 214-16</inkml:trace>
          <inkml:trace contextRef="#ctx0" brushRef="#br0" timeOffset="-306959.7391">-2420 5769 8 0,'0'0'215'0,"0"0"-17"15,0 0-14-15,0 0-15 0,-8 2-9 0,8-2-16 0,0 0-13 16,-10 3-11-16,10-3-12 0,-6 5-12 0,3-3-8 15,3-2-5-15,-6 4-9 0,1 0-10 0,1-1-3 16,1 0-7-16,3-3-6 0,-6 4-4 16,2-2-5-16,4-2-4 0,-5 5-4 0,3-2-4 0,2-3-3 15,-2 4-2-15,2-4-7 0,-1 6 1 0,1-6-1 16,0 0 0-16,0 0-1 0,4 9 1 0,-1-6-4 16,-3-3 0-16,10 2 1 0,-4 1 3 0,1-2-1 15,-1 1 11-15,1-1 3 0,0-1 6 0,0 3 1 16,-1-3-2-16,-1 1 13 0,-5-1 0 0,8 1 1 15,-5-1 6-15,-3 0-1 0,5 2-4 0,-5-2 7 16,4 3-3-16,-4-3 5 0,3 3 1 0,-3-3-2 16,0 0-4-16,0 0-7 0,0 0-1 0,-4 11-4 15,4-11-4-15,-6 7-2 0,2-5-6 0,0 4-1 16,0-3-1-16,-2 2-3 0,0-1-6 0,-2 1 0 16,0-2 0-16,-3 1 1 0,2 0-5 0,-4 0 2 15,3 0 2-15,-2-3-3 0,1 1-7 0,0-1 1 0,-1-1 1 16,1-2-2-16,0 1 0 0,3-1 2 0,1-1-4 15,-1-1 1-15,0 0 1 0,1 0 0 16,0-2-4-16,3 0-2 0,-2-2 1 0,2 1 3 0,0-3-5 16,3 2 3-16,-1-4-6 0,1 2-6 0,2-2-4 15,1 3-12-15,1-3-22 0,0 3-27 0,2-3-43 16,-1 3-42-16,2-1-59 0,-1 2-66 0,-2 2-171 16,2-1-492-16,-2 1 218 0</inkml:trace>
          <inkml:trace contextRef="#ctx0" brushRef="#br0" timeOffset="-306973.3611">-2282 5733 127 0,'0'0'253'0,"0"0"-21"0,-4-2-15 16,4 2-12-16,0 0-11 0,0 0-16 0,0 0-7 15,0 0-3-15,0 0-14 0,11 11-2 0,-6-6-7 0,-1 0-10 16,1 0-6-16,-1 0-8 0,1-1-1 0,0 1-14 15,-1 0-10-15,1 0-2 0,-1 0-3 0,-1-1-11 16,0 1-6-16,-1 0-12 0,0-2 4 0,-2-3-7 16,0 8-5-16,0-8-12 0,-4 7-13 0,-1-4-30 15,-2 1-41-15,-1-1-50 0,-1 0-64 0,0 0-60 16,-3-1-86-16,1-1-156 0,0-1-496 0,-2-1 220 16</inkml:trace>
          <inkml:trace contextRef="#ctx0" brushRef="#br0" timeOffset="-306974.3611">-2063 5908 30 0,'0'0'262'0,"0"0"-19"15,0 0-15-15,0 0-17 0,0 0-18 0,0 0-12 16,0 0-19-16,0 0-10 0,0 0-20 0,-16-1-11 15,16 1-17-15,-10-1-24 0,5 0-32 0,0 1-40 16,-3 1-55-16,1-3-77 0,1 2-207 0,-1-1-358 16,2-3 158-16</inkml:trace>
          <inkml:trace contextRef="#ctx0" brushRef="#br0" timeOffset="-306975.3611">-2061 5764 33 0,'0'0'206'0,"0"0"-7"0,0 0-14 0,0 0-12 16,0 0-9-16,0 0-21 0,5 10-8 0,-5-10-13 16,0 0-7-16,0 8-8 0,0-8-10 0,0 0-9 15,1 8-6-15,-1-8-5 0,0 0-6 0,-3 6-7 16,3-6 0-16,-3 5-4 0,3-5-5 0,-3 3-5 15,3-3-3-15,-6 4-5 0,4-2-6 0,2-2-3 16,-7 1-2-16,7-1-1 0,-6 0-8 0,6 0 2 0,-8-4-6 16,4 3 2-16,4 1-3 0,-8-5 1 15,4 4-5-15,0-2 3 0,0 0 4 0,2-1 11 16,-1-1-3-16,2-3 3 0,-2 2 4 0,2-3 0 0,1 2 4 16,0-2 2-16,1-5 1 0,0 5 10 0,2-4-3 15,-1 0 1-15,0 2-1 0,1 1 3 0,-1 0-8 16,1 3 5-16,-1-1-9 0,-2 3-4 0,1 1-9 15,-1 4-3-15,0 0-19 0,5-7-18 0,-5 7-33 16,0 0-44-16,4-1-58 0,-4 1-60 0,0 0-281 16,0 0-529-16,5 7 234 0</inkml:trace>
          <inkml:trace contextRef="#ctx0" brushRef="#br0" timeOffset="-306989.984">-1924 5644 226 0,'3'-4'301'0,"-1"-1"-14"0,-2 5-27 15,3-5-20-15,-3 5-28 0,4-4-22 0,-4 4-20 16,2-3-20-16,-2 3-34 0,0 0-41 0,0 0-52 15,0 0-58-15,5 9-55 0,-5-9-62 0,0 0-178 16,-6 11-356-16,3-5 159 0</inkml:trace>
          <inkml:trace contextRef="#ctx0" brushRef="#br0" timeOffset="-306990.984">-1891 5779 42 0,'0'0'263'0,"0"0"-14"16,0 0-12-16,7 4-13 0,-7-4-19 0,5 6-6 16,-4-3-9-16,1 1-9 0,-2-4-9 0,3 10-9 15,-3-4-16-15,2 1-8 0,-1 1-8 0,-1-1-10 16,-3 1-10-16,2-1-13 0,-1 2-8 0,-1-1-4 15,-3 1-12-15,-1 0-3 0,0 1-7 0,1-4-19 16,-5 1-27-16,5 0-18 0,-3-2-32 0,1 1-37 0,0-2-49 16,-1-1-55-16,5-1-52 0,-3-2-226 0,0 0-488 15,7 0 216-15</inkml:trace>
        </inkml:traceGroup>
        <inkml:traceGroup>
          <inkml:annotationXML>
            <emma:emma xmlns:emma="http://www.w3.org/2003/04/emma" version="1.0">
              <emma:interpretation id="{A82CDE50-B80D-4779-B31A-B29D8E078844}" emma:medium="tactile" emma:mode="ink">
                <msink:context xmlns:msink="http://schemas.microsoft.com/ink/2010/main" type="inkWord" rotatedBoundingBox="12197,6449 14327,6465 14324,6812 12194,6796"/>
              </emma:interpretation>
              <emma:one-of disjunction-type="recognition" id="oneOf38">
                <emma:interpretation id="interp50" emma:lang="" emma:confidence="1">
                  <emma:literal/>
                </emma:interpretation>
              </emma:one-of>
            </emma:emma>
          </inkml:annotationXML>
          <inkml:trace contextRef="#ctx0" brushRef="#br0" timeOffset="-317115.2336">315 5677 195 0,'0'0'197'0,"0"0"-6"15,0 0-9-15,0 0-4 0,0 0-9 0,0 0-4 16,0 0-10-16,0 0-11 0,10 9-12 0,-7-5-5 16,-3-4-11-16,6 3-3 0,-4-2-13 0,-2-1-5 0,4 6-3 15,0-1-7-15,-2-2-4 0,1 1-5 0,-2 1 3 16,-1-5 1-16,3 7 3 0,-1-1-4 15,-1-3-8-15,-1-3-3 0,2 9-16 0,-1-5-5 16,-1-4-7-16,3 7-5 0,-1-5 2 0,-2-2-4 0,1 7-6 16,-1-7-3-16,2 5 2 0,-2-5 5 0,1 4-13 15,-1-4 3-15,0 0-2 0,0 0-7 16,-4 7 1-16,4-7-20 0,-9 3-8 0,3-1-10 16,-1 0-11-16,1-1-16 0,-1 2-17 0,0-1-10 0,0-1-21 15,1 2-16-15,0-1-15 0,3-1-20 0,3-1-18 16,-7 1-25-16,7-1-197 0,-6-1-423 0,6 1 186 15</inkml:trace>
          <inkml:trace contextRef="#ctx0" brushRef="#br0" timeOffset="-316584.0223">207 5794 146 0,'0'0'175'0,"0"0"-12"0,0 0-7 15,0 0-14-15,0 0-10 0,0 0-8 0,0 0-6 16,0 0-13-16,0 0-10 0,0 0-8 0,0 0-8 16,0 0-6-16,0 0-9 0,-9 7-6 15,9-7-3-15,0 0 0 0,-6-2-9 0,6 2-6 0,0 0-2 16,-7-5-7-16,7 5-1 0,-4-4-5 0,4 4-4 16,-4-4-3-16,4 4 2 0,-3-4-3 0,3 4 1 15,-3-6-3-15,3 6 1 0,0 0-5 0,0-7-2 16,0 7 4-16,0 0-1 0,3-7-4 0,-3 7 3 15,3-7 4-15,1 5 5 0,-4 2 0 0,5-3 6 16,-2 0 4-16,-3 3 3 0,6-2 1 0,-2 1 0 16,-4 1 1-16,0 0 0 0,6 0 1 0,-6 0 3 15,5 3-1-15,-2 0-1 0,-3-3 5 0,4 5 0 16,-2-1 6-16,-1 1 0 0,-1-5 0 0,1 7-1 16,0 1-5-16,-2-2-2 0,-1 0 4 0,-1 2-3 15,0-1-7-15,-2-1-3 0,1 1 2 0,-2-1-3 16,1 0-9-16,-2-1-13 0,0-1-20 0,0 2-34 15,-1-1-33-15,1 1-43 0,0-3-47 0,0 1-42 16,0-1-226-16,-3 1-472 0,2-3 209 0</inkml:trace>
          <inkml:trace contextRef="#ctx0" brushRef="#br0" timeOffset="-315615.3437">70 5740 185 0,'0'0'177'0,"5"11"-11"0,-5-11-4 16,2 6-7-16,-2-6-13 0,-1 7-11 0,1-7-3 15,0 7-3-15,0-7-7 0,-1 7-8 0,1-7-11 16,0 8-6-16,0-8-9 0,-3 6-10 0,2-2-8 15,1-4-3-15,-4 6-3 0,2-2-8 0,2-4-7 16,-5 2 0-16,5-2-5 0,-4 2-7 0,4-2-1 16,0 0-6-16,-9 0-8 0,9 0-6 0,-6-1-2 15,6 1 0-15,-6-3 0 0,2-1-1 0,4 4-3 16,-5-4 2-16,5 4 0 0,-4-6-4 0,2 3 1 16,2 3-1-16,-2-6-5 0,2 6 9 0,-2-7-6 15,2 7 6-15,0 0 0 0,0-6 3 0,0 6 2 16,0 0-2-16,0 0-1 0,0-8-1 0,0 8-4 15,0 0 2-15,0 0-3 0,0 0-1 0,0 0-1 16,0 0 3-16,0 0-1 0,0 0-2 0,0 0-1 16,0 0 0-16,-5 15 1 0,5-15 1 0,-1 9 1 0,-1-4-3 15,0 0 0-15,0-1 3 0,0 2-4 16,-2-3-2-16,1 0-1 0,3-3-4 0,-5 6-5 16,1-3-7-16,1 0-3 0,3-3-3 0,-9 3 0 0,6-3 1 15,3 0 0-15,-9 0 1 0,9 0 6 0,-10-3 1 16,10 3 0-16,-5-4 5 0,1 2-2 0,4 2 3 15,-3-6 1-15,0 2-3 0,3 4 11 16,-3-7-1-16,3 7 5 0,0-9 2 0,0 9 2 0,0-6 4 16,0 6 2-16,-1-6 1 0,1 6-4 0,0 0 6 15,0 0-1-15,0 0-1 0,0 0-5 0,1-9-1 16,-1 9-3-16,0 0 1 0,0 0 2 0,0 0-3 16,0 0-1-16,0 0 1 0,0 0 3 0,0 0-2 15,0 0-1-15,0 0-3 0,0 0 2 0,-4 19 0 16,4-19-1-16,-4 6-1 0,1-3 0 0,3-3-3 15,-4 4-2-15,4-4 1 0,-6 4-12 0,3-2 4 16,3-2-5-16,-7 2-5 0,7-2 0 0,-7 1-4 16,7-1 2-16,-8 0 5 0,8 0 0 0,-8-2-2 15,4 1 5-15,0-2 2 0,4 3 0 0,-7-5 0 16,4 3 3-16,0-2 3 0,3 4 7 0,-3-5 6 16,0 1 1-16,3 4 7 0,-3-5 3 0,3 5 2 15,-2-5-2-15,2 5 4 0,0-9-2 0,0 9 4 0,0 0-2 16,0-8-1-16,0 8-4 0,0 0 1 0,0 0-2 15,0 0 0-15,0 0-7 0,0 0 3 16,0 0-1-16,0 0 3 0,0 0 1 0,0 0 3 16,0 0-5-16,0 0 1 0,0 0-1 0,0 0-1 0,0 0 0 15,5 15-5-15,-5-15 6 0,0 0-5 0,-3 11-1 16,1-6-1-16,2-5 2 0,-4 8 1 0,2-5-6 16,-1 2 4-16,0-3-3 0,-1 2 3 0,1-1 0 15,0 2-3-15,-2-1 1 0,-1-1-2 0,-1-2 2 16,3 2 1-16,-2-2-3 0,0 0-4 0,-1-1 7 15,7 0 0-15,-10 0-3 0,4-2-1 0,-1 1 0 16,3-2 8-16,0 0 12 0,1 0 11 0,3 3 4 16,-6-8 0-16,4 4 5 0,1-2-1 0,-1-2-4 15,2-1 3-15,2-3-2 0,0 0 6 0,0-3-7 16,3-3-4-16,-1-1-4 0,0-3-5 0,-1 3 1 16,1 4-9-16,0 2 1 0,-1 0-3 0,-1 2 5 15,0 2-20-15,-1 3-23 0,1 0-30 0,-2 2-43 16,0 4-45-16,1-7-60 0,-1 7-60 0,0 0-179 15,0 0-478-15,0 0 212 0</inkml:trace>
          <inkml:trace contextRef="#ctx0" brushRef="#br0" timeOffset="-315380.995">-82 5632 153 0,'0'0'263'0,"0"0"-14"0,0 0-17 0,0 0-23 0,0 0-17 16,0 0-18-16,0 0-20 0,-17 0-15 0,12 0-14 16,5 0-16-16,-11 2-25 0,4-2-36 0,1 0-45 15,-1 3-57-15,7-3-50 0,-9-3-85 0,3 4-110 16,6-1-321-16,-9-1 142 0</inkml:trace>
          <inkml:trace contextRef="#ctx0" brushRef="#br0" timeOffset="-314912.284">-368 5755 169 0,'2'7'233'0,"-2"-7"-9"16,0 0-14-16,4 8-9 0,-2-4-12 0,-1-1-10 16,-1-3-17-16,3 7-8 0,-2-4-14 0,-1-3-11 0,3 8-4 15,-1-3-11-15,-1-1-5 0,-1-4-9 0,2 8-4 16,0-5 1-16,-2-3-11 0,1 8-6 0,-1-4-12 15,0-4 4-15,0 9 0 0,0-9 5 0,-2 8-2 16,1-5-4-16,-2 2 2 0,3-5 12 0,-5 7-28 16,2-3 0-16,-1 0-2 0,-2 0 0 0,-1 0-5 15,1 0-1-15,1-2-3 0,-2-1-10 0,1 1 12 16,-1 1-12-16,0-2-10 0,0 0 5 0,1 1 3 16,-1-2-5-16,-1 0-2 0,0 0 4 0,0-2-1 15,1 1-3-15,-1 0 2 0,1-2-3 0,-2 0 0 16,0-1-2-16,0 0 0 0,3 1 4 0,-1-1-11 15,0-2 2-15,1 1-8 0,1 0 7 0,-1 0-13 16,3-1 4-16,-1-1-9 0,3-1-9 0,1 0-19 16,1 1-16-16,0-2-20 0,1 0-19 0,-1 2-27 15,2-3-39-15,1 3-34 0,-2-1-42 0,3 1-41 16,-1 0-266-16,-3 0-576 0,3 0 255 0</inkml:trace>
          <inkml:trace contextRef="#ctx0" brushRef="#br0" timeOffset="-314740.3978">-464 5650 72 0,'0'0'332'0,"3"-7"-13"0,-3 7-21 0,1-4-14 16,-1 4-37-16,0 0-28 0,3-5-21 0,-3 5-25 15,0 0-41-15,0 0-69 0,0 0-101 0,0 0-120 16,0 0-200-16,0 0-386 0,0 0 171 0</inkml:trace>
          <inkml:trace contextRef="#ctx0" brushRef="#br0" timeOffset="-307006.6074">-1647 5810 180 0,'0'0'194'16,"0"0"-15"-16,0 0-13 0,-7 0-13 0,7 0-11 15,0 0-12-15,0 0-14 0,-7-4-10 0,7 4-8 16,-3-3-5-16,3 3-6 0,-3-3-9 0,3 3-6 15,0 0 0-15,-2-8-7 0,2 8-1 0,-2-6-4 0,2 6-2 16,-1-7-2-16,1 7-5 0,0 0-4 16,2-9-4-16,-2 9-1 0,3-6-3 0,-3 6-1 15,2-7-4-15,0 5 3 0,-2 2-4 0,5-3-1 0,-5 3 0 16,6-4 3-16,-6 4-1 0,7-1 2 0,-7 1 5 16,0 0 0-16,6 4 2 0,-3-1 5 0,-3-3-6 15,4 6 3-15,-3-1-7 0,-1-5 1 0,0 11-4 16,0-5-1-16,-4 2-4 0,-1-1-2 0,-4 2-4 15,-3 5 2-15,0-2-10 0,-3 1-14 0,-2-1-30 16,2 2-25-16,1-1-56 0,4-4-69 0,3 0-100 16,1-3-154-16,3 1-467 0,0-2 207 0</inkml:trace>
          <inkml:trace contextRef="#ctx0" brushRef="#br0" timeOffset="-312334.3152">-1263 5786 62 0,'0'0'237'0,"0"0"-19"0,0 0-15 0,0 0-14 15,0 0-13-15,10-4-9 0,-10 4-17 0,0 0-8 16,5 8-11-16,-2-5-10 0,-1 2-11 0,0-1-14 15,0 0-4-15,-1 1-4 0,1 0-9 0,0 0-9 0,-1 0-9 16,0 0-3-16,-1-5-4 0,1 9-6 16,0-5-2-16,-1-4-3 0,0 0-4 0,-2 9-5 15,2-9-4-15,-2 4-10 0,2-4-11 0,0 0-7 16,-6 2-6-16,6-2-8 0,0 0-1 0,0 0 2 0,-10-5-4 16,10 5 0-16,-3-8 0 0,2 5 3 0,-2-2-3 15,3 5 1-15,-1-10 3 0,-1 5 0 16,1-3 7-16,1 8-8 0,0-12 4 0,0 5 1 0,-2 0 3 15,2 7-1-15,0-9 2 0,0 9-3 0,0-9 7 16,0 9 7-16,0-6 1 0,0 6-1 0,-1-6-1 16,1 6 0-16,0 0 1 0,-4-6-1 0,4 6-2 15,0 0 1-15,-8 0-1 0,8 0-2 0,-7 2 0 16,1 0-1-16,1 0 3 0,0 3 0 0,-2-2 2 16,1 1-6-16,-2-1 1 0,1 1-1 0,-3 3 6 15,2-2-3-15,0-1-1 0,1 0-1 0,1 0-1 16,-2 1 2-16,3-1 2 0,0-2-3 0,2 3 1 15,0-3-3-15,3-2 3 0,-4 6-5 0,3-2 4 16,1-4 1-16,-2 4 3 0,2-4-4 0,0 0 7 16,0 0-2-16,3 11 0 0,0-9 1 0,-3-2 6 15,6 6 0-15,-2-4 3 0,1 0 3 0,0 1 1 0,0-2 1 16,-2 1 8-16,3 0 0 0,-6-2-1 0,7 2 1 16,-4-1-4-16,-3-1 4 0,3 4 2 15,-3-4-4-15,3 4 9 0,-3-4 5 0,0 0-3 0,-2 8-3 16,2-8-3-16,0 0 0 0,-6 9 3 0,3-6-10 15,0 0 3-15,-1 0-5 0,0-1-3 0,0 1 3 16,0 0-4-16,-1-2-1 0,-2 3 1 0,-1-4-2 16,2 2-4-16,-4 0-1 0,-2-1-1 0,-2 0 0 15,3-1 3-15,-1 0-5 0,0-1-4 0,-1-1 2 16,1 0 3-16,1 0-5 0,2-1 3 0,-1-2-1 16,3 1 0-16,1-2-1 0,-1 1-5 0,3-2 3 15,1 2 1-15,0-3-4 0,0 0 3 0,3 0-6 16,1 0 2-16,0 0-2 0,2-1-13 0,1 1-20 0,-1-1-28 15,2 2-38-15,0 1-37 0,-2-2-43 16,2 2-36-16,-1 1-62 0,-1 1-171 0,0 1-485 16,-3 3 214-16</inkml:trace>
          <inkml:trace contextRef="#ctx0" brushRef="#br0" timeOffset="-313068.637">-1081 5884 1 0,'4'3'225'15,"-4"-3"2"-15,0 0-10 0,0 0-3 0,0 0-9 16,0 6-19-16,0-6-11 0,0 0-19 0,0 0-15 15,-11 3-14-15,8 0-16 0,-3-3-5 0,1 0-25 0,0 1-30 16,-2-2-29-16,1 1-40 0,0 0-44 16,6 0-66-16,-11-5-212 0,3 4-368 0,4-1 163 15</inkml:trace>
          <inkml:trace contextRef="#ctx0" brushRef="#br0" timeOffset="-313271.7745">-813 5790 106 0,'0'0'214'0,"0"0"-15"16,1-10-17-16,-1 10-18 0,3-6-3 0,-3 6-13 0,5-5-9 15,-3 1-14-15,1 1-4 0,1-2-6 16,-1 1-9-16,1 1-6 0,0-1-2 0,3 0-8 15,-2 1 3-15,1 0-6 0,0-1-5 0,1 2-3 0,-3 0-2 16,1-1 4-16,-1 1-5 0,1 0-5 0,0 1-6 16,-5 1-4-16,7-1 0 0,-7 1-12 0,8-1-6 15,-8 1 1-15,6 1-5 0,-3 0-8 16,-3-1 1-16,5 5-4 0,-5-5-3 0,3 4-5 0,-1-2 3 16,-2-2-4-16,3 7 1 0,-2-3-3 0,-1-4-2 15,1 6-3-15,-1-6 0 0,0 7 3 0,0-7-1 16,-3 10-6-16,1-8 0 0,2-2 4 0,-5 7-1 15,2-5-6-15,-2 0 1 0,1 1-6 0,-1-1 2 16,0 1-8-16,0-3-1 0,-2 3-1 0,2-3-4 16,5 0 1-16,-9-3-1 0,9 3 4 0,-8 0 1 15,3-1-5-15,1-2 2 0,4 3 0 0,-8-6 7 16,5 3-1-16,-1-1 0 0,1 0 4 0,0-1-3 16,0 0 1-16,0 0 1 0,1-1 1 0,0 1 4 0,0-1 2 15,1 1 0-15,1 5-2 0,-3-9 1 16,3 5 1-16,0 4 3 0,-3-7-1 0,3 7-3 15,0 0-4-15,-3-4 0 0,3 4-2 0,0 0-2 0,0 0 3 16,0 0 0-16,0 0 0 0,0 0-1 0,0 0-3 16,0 0 7-16,0 0-2 0,0 0-2 0,0 0 0 15,-3 15 1-15,3-15-3 0,-3 6 5 0,0-2-4 16,-2-1 4-16,0 0-7 0,0 1 5 0,-1-1-4 16,-2 1-1-16,1 0-3 0,0-1-2 0,-2 1 4 15,1-3 1-15,1 0-4 0,0 2 3 0,-1-1-1 16,2-1 1-16,0 0-1 0,2-1 5 0,4 0-1 15,-8 1 0-15,8-1 1 0,-7 0 2 0,7 0 2 16,0 0 2-16,-5-1-5 0,5 1 0 0,0 0-1 16,0 0 2-16,0 0-2 0,0 0 3 0,0 0-2 15,0 0 3-15,0 0-2 0,0 0 3 0,9 10-5 16,-9-10 1-16,5 6 1 0,-2-3 0 0,0-1 2 16,-1 2 0-16,1 1-3 0,-1-1-1 0,-1 0 1 15,-1-4 1-15,4 9 3 0,-3-4-3 0,-1-5 1 16,1 7-1-16,-1-7-4 0,-1 8-5 0,1-8-1 0,-3 7 0 15,3-7-4-15,-2 5 0 0,2-5-3 0,-6 2-1 16,3-1 0-16,3-1 1 0,-8-1-1 0,8 1 2 16,0 0-1-16,-9-4 4 0,6 1 0 0,0-1 3 15,0-1-1-15,0-2 2 0,1 2-1 0,-1-1 3 16,1-1 2-16,-1 1 3 0,1-2 1 0,0 2 6 16,2 6 2-16,-1-8 1 0,0 4 2 0,1 4 1 15,-2-9 2-15,2 9-1 0,-1-6-2 0,1 6-6 16,0 0-1-16,-2-6 1 0,2 6 0 0,0 0-2 15,0 0-2-15,0 0 3 0,0 0-4 0,0 0 1 16,0 0 1-16,0 0 1 0,0 0 0 0,0 0 2 16,-1 18-4-16,1-18 2 0,-1 7 0 0,1-7 2 15,-3 8-4-15,3-8 0 0,-2 6-3 0,2-6-4 16,-4 6-1-16,2-3 1 0,-1 0-4 0,-1-1 0 0,4-2-6 16,-6 3 0-16,2-2-5 0,4-1 1 15,-8 2 2-15,2-2 5 0,6 0 0 0,-9-1 4 16,5 1-3-16,4 0 5 0,-9-4 0 0,2 0 2 0,1 0 10 15,3 1 3-15,-1-1 3 0,0-2 6 0,0 0 2 16,-1 0 2-16,2-1 3 0,0 5 5 0,-1-5-2 16,1 1 4-16,1 0 1 0,1 2 3 0,1 4-3 15,-4-7-1-15,2 3-3 0,2 4-2 0,0 0-4 16,-3-6-1-16,3 6-7 0,0 0 0 0,-1-4-1 16,1 4 2-16,0 0-6 0,0 0-5 0,0 0 4 15,0 0 5-15,0 0-8 0,0 0 4 0,6 17-3 16,-6-17 2-16,2 4-5 0,-2-4 1 0,2 6 7 15,-2-6-3-15,0 7-2 0,0-7 1 0,-2 7-3 16,2-7 3-16,-5 8-1 0,2-7-1 0,-2 4 6 16,-1-3-4-16,0 2-3 0,-1-1 4 0,0-2-6 15,-2 2-6-15,1-2-4 0,-2 1-7 0,-1-1-9 0,2 1-5 16,1-1-11-16,0-1-13 0,0 1-23 0,2 0-32 16,0 1-40-16,0-2-29 0,6 0-47 15,-7 1-201-15,3-1-462 0,4 0 204 0</inkml:trace>
        </inkml:traceGroup>
        <inkml:traceGroup>
          <inkml:annotationXML>
            <emma:emma xmlns:emma="http://www.w3.org/2003/04/emma" version="1.0">
              <emma:interpretation id="{28B1B4BF-E2AD-44BB-88E4-7B93C5A3E595}" emma:medium="tactile" emma:mode="ink">
                <msink:context xmlns:msink="http://schemas.microsoft.com/ink/2010/main" type="inkWord" rotatedBoundingBox="14504,6570 14686,6571 14685,6753 14502,6752"/>
              </emma:interpretation>
              <emma:one-of disjunction-type="recognition" id="oneOf39">
                <emma:interpretation id="interp51" emma:lang="" emma:confidence="0">
                  <emma:literal>I</emma:literal>
                </emma:interpretation>
                <emma:interpretation id="interp52" emma:lang="" emma:confidence="0">
                  <emma:literal>,</emma:literal>
                </emma:interpretation>
                <emma:interpretation id="interp53" emma:lang="" emma:confidence="0">
                  <emma:literal>E</emma:literal>
                </emma:interpretation>
                <emma:interpretation id="interp54" emma:lang="" emma:confidence="0">
                  <emma:literal>)</emma:literal>
                </emma:interpretation>
                <emma:interpretation id="interp55" emma:lang="" emma:confidence="0">
                  <emma:literal>&amp;</emma:literal>
                </emma:interpretation>
              </emma:one-of>
            </emma:emma>
          </inkml:annotationXML>
          <inkml:trace contextRef="#ctx0" brushRef="#br1" timeOffset="131097.1982">627 5695 158 0,'0'0'267'0,"0"0"-17"0,0 0-16 0,0 0-10 0,0 0-6 15,0 0-10-15,0 0-10 0,0 0-1 0,0 0-10 16,0 0-5-16,0 0-8 0,0 0-11 0,-7 17-5 16,5-14-3-16,0 1-8 0,2-4-13 15,-5 8-3-15,2-4-16 0,-2 3-6 0,0-2 1 0,0 0 0 16,0-1-18-16,-1 3-2 0,2 0 0 0,-1-1-11 15,1 0-2-15,0 1-9 0,1 1 0 0,-2-1-4 16,1-1-2-16,1 0-1 0,0-1-11 0,2 0 1 16,0 1-8-16,1-6-9 0,0 11-2 0,2-6-2 15,2 1-7-15,-1 0-20 0,5-2-23 0,2 2-59 16,0-3-44-16,2-1-47 0,-1 1-64 0,2-3-85 16,-1 1-332-16,0-1-704 0,-2 2 312 0</inkml:trace>
          <inkml:trace contextRef="#ctx0" brushRef="#br1" timeOffset="130628.469">722 5827 260 0,'0'0'263'0,"0"0"-15"0,0 0-13 16,0 0-20-16,0 0-20 0,0 0-12 0,-11-6-14 16,11 6-16-16,-8-1-16 0,2 0-5 0,1-1-15 15,5 2-13-15,-10 0-12 0,2 0-8 16,2-2-6-16,-2 2-8 0,1 0-13 0,3 0-23 0,-3 0-25 15,7 0-34-15,-7 0-38 0,7 0-43 0,-6 0-56 16,6 0-62-16,0 0-153 0,-5-4-406 0,5 4 180 16</inkml:trace>
          <inkml:trace contextRef="#ctx0" brushRef="#br1" timeOffset="131019.0896">728 5754 256 0,'0'0'251'0,"0"0"-13"15,0 0-12-15,0 0-9 0,0 0-9 0,0 0-8 16,0 0-17-16,0 0-11 0,-17 5-7 0,13-3-17 16,4-2-16-16,-11 0-10 0,4 0-15 0,0 0-12 15,-1 0-8-15,1 0-30 0,0 1-31 0,2-1-33 16,0 1-36-16,5-1-39 0,-11-1-49 0,7 0-47 15,4 1-50-15,-8 0-143 0,8 0-401 0,-5-2 178 16</inkml:trace>
        </inkml:traceGroup>
      </inkml:traceGroup>
    </inkml:traceGroup>
    <inkml:traceGroup>
      <inkml:annotationXML>
        <emma:emma xmlns:emma="http://www.w3.org/2003/04/emma" version="1.0">
          <emma:interpretation id="{CAB5D8F5-7914-49F6-B380-C7D926C6E259}" emma:medium="tactile" emma:mode="ink">
            <msink:context xmlns:msink="http://schemas.microsoft.com/ink/2010/main" type="paragraph" rotatedBoundingBox="14696,5739 6988,5791 6984,5216 14692,5164" alignmentLevel="1"/>
          </emma:interpretation>
        </emma:emma>
      </inkml:annotationXML>
      <inkml:traceGroup>
        <inkml:annotationXML>
          <emma:emma xmlns:emma="http://www.w3.org/2003/04/emma" version="1.0">
            <emma:interpretation id="{E2016968-37E1-4EEF-8A46-48BEE7DC0552}" emma:medium="tactile" emma:mode="ink">
              <msink:context xmlns:msink="http://schemas.microsoft.com/ink/2010/main" type="line" rotatedBoundingBox="14696,5739 6988,5791 6984,5216 14692,5164"/>
            </emma:interpretation>
          </emma:emma>
        </inkml:annotationXML>
        <inkml:traceGroup>
          <inkml:annotationXML>
            <emma:emma xmlns:emma="http://www.w3.org/2003/04/emma" version="1.0">
              <emma:interpretation id="{C48DB0E5-52F0-4AB5-A315-0E325D17BC38}" emma:medium="tactile" emma:mode="ink">
                <msink:context xmlns:msink="http://schemas.microsoft.com/ink/2010/main" type="inkWord" rotatedBoundingBox="14696,5656 13365,5665 13362,5229 14693,5220"/>
              </emma:interpretation>
              <emma:one-of disjunction-type="recognition" id="oneOf40">
                <emma:interpretation id="interp56" emma:lang="" emma:confidence="1">
                  <emma:literal/>
                </emma:interpretation>
              </emma:one-of>
            </emma:emma>
          </inkml:annotationXML>
          <inkml:trace contextRef="#ctx0" brushRef="#br0" timeOffset="-369564.8479">423 4347 218 0,'0'0'217'0,"0"0"-12"15,0 0 4-15,0 0-2 0,0 0-18 0,0 0-23 16,-8 22-13-16,3-15-14 0,-1 3-15 0,-3-1-9 15,0 1-10-15,-1 0-13 0,-2 4-11 0,-2-1-9 16,2-1-33-16,-1 1-39 0,-1-2-53 0,3-3-57 16,0 1-57-16,0-1-167 0,1 1-362 0,0-1 161 15</inkml:trace>
          <inkml:trace contextRef="#ctx0" brushRef="#br0" timeOffset="-369830.4624">313 4602 84 0,'0'0'220'16,"0"0"-16"-16,0 0-17 0,0 0-12 0,0 0-5 16,0 0-20-16,0 0-11 0,0 0-16 0,9 10-5 15,-9-10-17-15,5 7-7 0,-4-5-11 0,-1-2-5 16,3 7-3-16,-2-3-10 0,-1-4-6 0,2 9-2 15,-2-9 0-15,-2 7-4 0,2-7-5 0,-2 8-6 0,0-4-6 16,2-4 1-16,-5 7-4 0,3-5-3 0,-1 2-3 16,-2-1-5-16,1-2-2 0,4-1-6 15,-9 2-6-15,3-2-3 0,2 1-4 0,4-1-3 16,-12-3 4-16,6 2-7 0,0 0-3 0,0-3 4 0,3 2 0 16,-1-3 6-16,1 1-8 0,0-2 3 0,-1 0 0 15,0-1-1-15,3 1 1 0,1-2 2 0,-2 0-1 16,2 0 7-16,0 1 4 0,2 0 10 0,-2 0 11 15,0 1 12-15,1-2 7 0,-1 2 2 0,0 6 6 16,2-9 6-16,-1 5 0 0,-1 4 2 0,0 0 2 16,1-8 2-16,-1 8-3 0,0 0-13 0,1-5-6 15,-1 5-6-15,0 0-6 0,1-4-1 0,-1 4-5 16,0 0 0-16,0 0-2 0,0 0 5 0,0 0-7 16,7 9-2-16,-7-9 3 0,2 5 1 0,-2-5-4 15,3 7-1-15,-2-4 1 0,-1-3 0 0,2 9 1 16,-1-3-5-16,0-1 1 0,-1-5-8 0,1 9 6 15,-1-9-4-15,-1 9 1 0,-1-3-2 0,2-6 0 16,-4 8-2-16,0-3-4 0,-1 1 1 0,0-2 1 16,-1 0-1-16,-1 0-3 0,1 0 6 0,-3-2-8 15,2 1-3-15,-4 0 5 0,0-2 4 0,-1 0-4 16,0 0-3-16,-1-2 9 0,-4 1 0 0,5-1-9 16,0 0 2-16,2-2 1 0,-2 2-1 0,2-3-3 0,-1 1 2 15,4-1-13-15,1 1-10 0,-1-1-9 0,1-1-14 16,3 1-23-16,-1-1-24 0,2-2-25 15,0 0-39-15,3-1-39 0,1 1-38 0,1-1-66 0,2-1-165 16,1-1-501-16,3 0 221 0</inkml:trace>
          <inkml:trace contextRef="#ctx0" brushRef="#br0" timeOffset="-369252.3862">298 4783 256 0,'0'0'272'0,"0"0"-18"16,0 0-17-16,0 0-17 0,0 0-12 0,0 0-16 15,0 0-20-15,0 0-18 0,0 0-13 0,-17 1-12 16,12-1-16-16,-2 0-23 0,1 0-34 0,-3-1-44 16,-1 1-69-16,2 0-75 0,1-3-85 0,-2 3-133 15,1 0-380-15,1-3 169 0</inkml:trace>
          <inkml:trace contextRef="#ctx0" brushRef="#br0" timeOffset="-368189.9714">-94 4474 69 0,'3'-6'289'0,"0"4"-18"0,-3 2-28 15,4-6-26-15,-4 6-21 0,5-2-29 0,-5 2-40 16,0 0-67-16,0 0-86 0,0 0-106 0,0 0-116 16,0 0-266-16,0 0 117 0</inkml:trace>
          <inkml:trace contextRef="#ctx0" brushRef="#br0" timeOffset="-366565.0658">-97 4467 63 0,'0'0'225'0,"0"0"-10"0,0 0-15 0,-3-5-13 0,3 5-13 16,0 0-14-16,0 0-16 0,0 0-10 0,0 0-15 15,0 0-12-15,0 0-12 0,0 0-12 0,0 0-7 16,0 0-20-16,0 0-33 0,0 0-52 0,0 0-46 16,0 0-72-16,0 0-155 0,0 0-327 0,0 0 144 15</inkml:trace>
          <inkml:trace contextRef="#ctx0" brushRef="#br0" timeOffset="-368393.0714">-181 4611 219 0,'0'0'223'0,"0"0"-8"0,0 0-8 0,0 0-11 0,0 0-15 15,0 0-7-15,0 0-10 0,0 0-4 0,0 0-6 16,0 0-7-16,0 0-8 0,0 0-13 15,0 0-9-15,0 0-9 0,0 0-10 0,12-8-12 0,-12 8-7 16,3-3-9-16,-3 3-5 0,0 0-11 0,5-2-7 16,-5 2 0-16,0 0-8 0,8 1-3 0,-8-1-6 15,5 2 1-15,-5-2-5 0,4 3-2 0,-4-3-3 16,3 4-4-16,-3-4-6 0,4 3 0 0,-2 0-5 16,-2-3-3-16,3 5-4 0,-3-5-2 0,4 4 1 15,-4-4-4-15,2 6-4 0,-2-6 1 0,1 7-2 16,-1-7 1-16,1 7-4 0,-1-7 4 0,0 5-5 15,0-5 4-15,0 7-5 0,0-7-4 0,0 7 1 16,0-7-1-16,0 6 0 0,0-6-1 0,0 0 5 0,0 9-1 16,0-9-7-16,0 0 0 0,0 6-1 15,0-6-1-15,0 0 1 0,2 6 2 0,-2-6 4 16,3 2 2-16,-3-2 0 0,0 0 4 0,4 2-2 16,-4-2-2-16,0 0 0 0,7 1 3 0,-7-1-3 0,5-1 7 15,-5 1 1-15,0 0 0 0,6-1 3 0,-6 1 1 16,0 0-1-16,0 0-1 0,5-1 0 15,-5 1 4-15,0 0-4 0,0 0 4 0,0 0-2 0,0 0 4 16,0 0-3-16,0 0 1 0,0 0-1 0,-18 3 0 16,18-3 5-16,-10 0-3 0,3 0 3 0,0 1-1 15,-1-1-1-15,0 1 2 0,-1 0-1 0,-1-1-3 16,2 0 1-16,-4-1 2 0,2 4 2 0,-2-6-2 16,3 2 2-16,2-1-4 0,-1 0 1 0,2 1 5 15,0-1-3-15,1 0 1 0,5 2 4 0,-8-3 2 16,7 0 9-16,1 3 0 0,-5-7 9 0,4 3 7 15,1 4 11-15,1-12-5 0,0 6 8 0,1-2 1 16,3 0 2-16,-1-4-2 0,2 0 8 0,0-2-2 16,0 1-3-16,0 0-1 0,0 0-6 0,0 1 0 15,-2 2-9-15,2 2-9 0,-3 1 2 0,0 1-10 16,0 3-28-16,-1-1-34 0,-2 4-48 0,2-5-50 16,-2 5-68-16,0 0-288 0,0 0-540 0,0 0 239 0</inkml:trace>
          <inkml:trace contextRef="#ctx0" brushRef="#br0" timeOffset="-367752.5033">-428 4620 196 0,'1'9'229'0,"-1"-9"-13"0,0 0-20 0,0 0-9 0,1 7-15 15,-1-7-10-15,0 0-14 0,0 9-10 0,0-9-6 16,0 7-4-16,0-7-11 0,-2 8-8 0,1-4-9 16,-2-1-9-16,2 1-4 0,1-4-9 0,-6 7-2 15,4-3-7-15,-1 0-6 0,-1-1-9 0,1-1 2 16,0 1-8-16,-1-1-1 0,4-2-7 0,-8 3-3 16,8-3-6-16,-7 0-1 0,7 0-3 0,-8-4-3 0,5 1-5 15,-1 1 2-15,4 2-3 0,-5-8-4 0,2 5 0 16,1-1 2-16,-1-2-2 0,0 2-3 15,1-1 2-15,2 5 6 0,-3-9 1 0,2 5 2 0,1 4 3 16,-4-6 0-16,4 6-5 0,-2-5-2 0,2 5-2 16,-4-3-3-16,4 3-1 0,0 0-1 0,-8 3 3 15,8-3-5-15,0 0 0 0,-9 3-2 0,6-1-4 16,0 1 3-16,-1-2-2 0,-1 2-7 0,0 1-16 16,0 0-14-16,-1 0-22 0,1 0-34 0,1-1-40 15,0-1-49-15,4-2-52 0,-8 3-228 0,8-3-496 16,-4 2 220-16</inkml:trace>
          <inkml:trace contextRef="#ctx0" brushRef="#br0" timeOffset="-367549.3919">-497 4489 269 0,'1'-8'327'15,"1"4"-22"-15,-2 4-28 0,2-7-23 0,-1 3-22 16,-1 4-22-16,2-6-28 0,-2 6-20 0,1-4-39 16,-1 4-47-16,0 0-68 0,0 0-64 0,0 0-85 15,0 0-231-15,0 0-402 0,0 0 178 0</inkml:trace>
          <inkml:trace contextRef="#ctx0" brushRef="#br1" timeOffset="129754.5372">735 4624 109 0,'0'0'246'16,"0"0"-14"-16,2-3-18 0,-2 3-10 0,0 0-11 15,0 0-8-15,0 0-13 0,-20 2-11 0,13-2-17 16,0 1-17-16,-1 1-11 0,-3-1-10 0,4-1-12 16,-4 1-7-16,3 1-22 0,-1-2-26 0,2 2-36 15,-1-1-37-15,2 1-49 0,6-2-48 0,-6-2-53 0,6 2-161 16,0 0-372-16,-7-1 164 0</inkml:trace>
          <inkml:trace contextRef="#ctx0" brushRef="#br1" timeOffset="129753.5372">730 4677 102 0,'0'0'200'0,"0"0"-7"0,0 0-13 16,0 0-14-16,0 0-17 0,0 0 3 0,0 0-5 0,0 0-10 16,-13-5-4-16,13 5-7 0,-7 1-11 0,7-1-10 15,-9 1-9-15,2 0-11 0,1-2-1 0,0 2-13 16,0-1-4-16,-1 0-7 0,0 1-7 0,1 0-16 16,-1-2-23-16,1 1-25 0,0 1-26 0,-1-1-49 15,7 0-45-15,-7-2-40 0,7 2-169 0,-8-2-367 16,8 2 162-16</inkml:trace>
          <inkml:trace contextRef="#ctx0" brushRef="#br1" timeOffset="129784.7811">642 4549 64 0,'0'0'223'0,"0"0"-4"0,0 0-10 15,-9 7-12-15,9-7-11 0,-2 4-7 0,2-4-7 0,-2 7-12 16,0-4-14-16,2-3-7 0,-3 9-5 0,2-4-3 15,-2-1-10-15,3-4-11 0,-2 8-10 0,-1-4-5 16,1 0-2-16,0 1-6 0,-1 0-9 0,0-2-6 16,0 3-4-16,-1-2-9 0,0 1-7 0,-2-1-7 15,3-1 5-15,-3 2-6 0,1 0 3 0,0-1-8 16,1-1-3-16,1 1 1 0,-2 0-2 0,2 0-2 16,3-4-5-16,-5 5 3 0,3-1 6 0,0 0-20 15,2-4 17-15,-2 7-13 0,2-7-3 0,2 8 2 16,1-4-9-16,0 1 2 0,2 0-5 0,-1-1-4 15,2 4-23-15,-1-4-18 0,0 2-28 0,1-1-34 16,-1 2-44-16,1-2-71 0,-2 2-68 0,1-2-193 16,-1 0-512-16,-1 0 227 0</inkml:trace>
        </inkml:traceGroup>
        <inkml:traceGroup>
          <inkml:annotationXML>
            <emma:emma xmlns:emma="http://www.w3.org/2003/04/emma" version="1.0">
              <emma:interpretation id="{4FBFBC35-8696-4F28-8253-F331CCC33ED0}" emma:medium="tactile" emma:mode="ink">
                <msink:context xmlns:msink="http://schemas.microsoft.com/ink/2010/main" type="inkWord" rotatedBoundingBox="13175,5688 11687,5698 11683,5184 13171,5174"/>
              </emma:interpretation>
              <emma:one-of disjunction-type="recognition" id="oneOf41">
                <emma:interpretation id="interp57" emma:lang="" emma:confidence="1">
                  <emma:literal/>
                </emma:interpretation>
              </emma:one-of>
            </emma:emma>
          </inkml:annotationXML>
          <inkml:trace contextRef="#ctx0" brushRef="#br0" timeOffset="-364315.2522">-1228 4514 89 0,'0'0'230'0,"0"0"-14"0,0 0 4 0,0 0-8 16,0 0-11-16,0 0-14 0,0 0-6 0,0 0-13 15,7 17-4-15,-6-14-15 0,1 3-3 0,1-2-7 16,-2 1-10-16,2-2-6 0,-3-3-8 0,2 10-9 16,-1-6-8-16,1 1-1 0,-1 0-15 0,-1 0-6 15,0-5-3-15,0 12-5 0,0-6-6 0,-2 1-5 16,1 0-6-16,-1 0-4 0,0-1 0 0,0 0-10 15,1 1-3-15,-1-1-1 0,-1-1-4 0,0 1-2 16,-1 1-1-16,1-3-4 0,-1 2 4 0,-1-1-8 16,1 1-1-16,-3-2 0 0,3 0-7 0,-3-1 7 15,0-1-3-15,-1 1-5 0,-1-1 4 0,2 0-8 16,-4-1-2-16,2-1 9 0,-1-1-3 0,-1 2-1 0,2-2-3 16,1-2 1-16,-2-1 0 0,1-1 0 0,1 2 0 15,1-2-8-15,2-2-9 0,-1 1-2 16,0 0-3-16,0-2-11 0,2 3 3 0,2 0-11 0,0-1-15 15,-1-2-8-15,2 2-14 0,1-1-27 0,0 7-29 16,2-11-33-16,1 5-33 0,2-1-44 0,-1 1-232 16,2 0-510-16,0 1 226 0</inkml:trace>
          <inkml:trace contextRef="#ctx0" brushRef="#br0" timeOffset="-360112.3619">-1178 4373 178 0,'0'0'180'0,"0"0"-23"15,-19 8-18-15,13-6-9 0,-1 1-19 0,0-1-35 16,0 1-40-16,-1 0-64 0,1 0-136 0,1 0-177 15,1-1 79-15</inkml:trace>
          <inkml:trace contextRef="#ctx0" brushRef="#br0" timeOffset="-364752.7217">-1086 4640 79 0,'0'0'254'0,"0"0"-19"0,2 11-1 0,-2-11-13 16,2 6-5-16,0-1-11 0,-1-1-14 0,-1-4-13 0,2 10-14 16,-1-3-16-16,-1 0-2 0,0 0-16 0,0-7-13 15,0 12-8-15,-1-4-11 0,-1 1-11 0,-1-2-13 16,0 1-3-16,-1 0-4 0,0-1-3 0,-1 0-19 16,-1-1-24-16,-1 0-25 0,-1-1-33 0,2-1-38 15,-4 2-49-15,3-4-57 0,-1 1-66 0,0-2-168 16,2-1-449-16,-2 0 199 0</inkml:trace>
          <inkml:trace contextRef="#ctx0" brushRef="#br0" timeOffset="-360377.9693">-1011 4342 96 0,'-6'4'159'0,"-1"-2"-3"0,1 2-8 16,0 0-10-16,-4 0-10 0,3 0-4 0,0 2-9 0,-3-1-4 15,-1 0-4-15,1 0-8 0,-1 1-9 0,4-2-10 16,-3 3-10-16,3-4-10 0,-4 4-15 0,3-4-20 16,-2 2-28-16,-1-2-29 0,3 1-17 0,0-2-23 15,2 1-31-15,-1 0-146 0,0-2-270 0,2 1 120 16</inkml:trace>
          <inkml:trace contextRef="#ctx0" brushRef="#br0" timeOffset="-365268.2861">-806 4799 30 0,'0'0'318'16,"3"-4"-2"-16,-3 4-9 0,4-3-17 0,-4 3-16 16,4-5-14-16,-4 5-17 0,4-4-23 0,-2 1-21 0,-2 3-18 15,3-5-20-15,-3 5-23 0,2-4-20 0,-2 4-45 16,0 0-52-16,1-8-74 0,-1 8-76 0,0-8-88 16,0 8-242-16,-3-7-497 0,3 7 221 0</inkml:trace>
          <inkml:trace contextRef="#ctx0" brushRef="#br0" timeOffset="-365533.9167">-795 4611 137 0,'0'0'227'0,"0"0"-19"0,0 0-17 0,0 0-20 15,0 0-13-15,0 0-17 0,0 0-12 0,0 0-11 16,0 0-8-16,0 0-7 0,0 0-3 0,0 0-10 16,0 0-4-16,0 0-11 0,0 0-4 0,5 16-4 15,-5-16-7-15,1 5-2 0,-1-5-3 0,0 0-6 16,-1 8-1-16,1-8-7 0,-2 5-3 0,2-5-1 16,-1 6-6-16,1-6-3 0,-4 5-2 0,4-5 1 15,-5 4-2-15,5-4-5 0,-6 4-3 0,2-4 0 16,4 0-6-16,-9 1-1 0,4 0 1 0,-1-1 2 0,0 1-2 15,-1-2-2-15,2 0 0 0,-2 1-2 0,7 0 1 16,-10 0-4-16,6-1 1 0,4 1-4 16,-8-2 3-16,4 0 1 0,4 2 3 0,-5-1 7 0,5 1 12 15,-7-3 12-15,7 3 7 0,0 0 0 0,-6-2 4 16,6 2 0-16,0 0-3 0,-3-2-3 0,3 2-4 16,0 0 0-16,0 0-6 0,0 0-7 0,0 0-3 15,0 0-1-15,0 0-4 0,0 0 1 0,0 0-1 16,0 13-2-16,0-13-4 0,0 0 0 0,3 10-2 15,-2-6 3-15,-1-4-3 0,0 12-2 0,0-4-1 16,-2-3-2-16,0 3 0 0,0 0 1 0,-1 0-3 16,0 0 1-16,-2 1 0 0,1-1-7 0,-2 2-6 0,1-2-19 15,-2-2-16-15,-1 3-40 0,3-3-29 0,-2 0-28 16,1-2-37-16,-1 1-38 0,1-3-254 16,0 2-506-16,1-3 224 0</inkml:trace>
          <inkml:trace contextRef="#ctx0" brushRef="#br0" timeOffset="-365033.929">-872 4513 151 0,'1'-5'280'0,"-1"5"-17"0,2-6-23 16,-2 6-20-16,2-4-23 0,-2 4-20 0,0 0-19 15,2-5-17-15,-2 5-15 0,0 0-24 0,0 0-39 16,0 0-54-16,0 0-66 0,0 0-73 0,0 0-194 16,0 0-350-16,0 0 155 0</inkml:trace>
          <inkml:trace contextRef="#ctx0" brushRef="#br0" timeOffset="-358909.3258">-965 4300 166 0,'0'0'172'15,"-4"11"-5"-15,4-11 0 0,0 0-12 0,-5 4-10 16,5-4-5-16,-4 4-11 0,-2-1-8 0,1-1-11 16,-2 2-8-16,0-3-12 0,1 4-8 0,-1-2-9 15,-2 0-10-15,0 1-22 0,-1 1-22 0,1 0-44 0,-2-1-48 16,5-2-55-16,-1 1-158 0,0-1-311 16,0 2 138-16</inkml:trace>
          <inkml:trace contextRef="#ctx0" brushRef="#br0" timeOffset="-357784.4097">-1603 4677 124 0,'0'0'141'0,"0"0"-12"0,-8-1-15 0,8 1-6 16,-4-2-9-16,4 2-5 0,-4-2-4 0,4 2-3 15,-4-5-10-15,4 5 5 0,0 0-3 0,-2-5-5 16,2 5-12-16,0 0 8 0,0 0 6 0,4-11 0 16,-4 11-2-16,2-4-2 0,-2 4-10 0,5-5 0 15,-3 2-5-15,2 0 2 0,-4 3-6 0,6-4 1 0,-3 3 10 16,-3 1 1-16,4-3 1 0,-4 3-4 0,0 0-1 16,7-1-6-16,-7 1 3 0,0 0-4 15,6 2-3-15,-6-2-4 0,3 2-2 0,-3-2 5 0,4 5 3 16,-4-5 1-16,1 9 0 0,-2-3 2 15,1-6-2-15,-4 13 4 0,0-6-1 0,0 1-1 0,-4 1 4 16,2 0-5-16,-3 0-5 0,1 1-6 0,-1-2 1 16,-1 0-8-16,0 0-2 0,2 0-23 0,-2-1-29 15,1 0-47-15,-2-3-52 0,1 1-65 0,2-2-77 16,2-2-226-16,-1 0-522 0,1-2 231 0</inkml:trace>
          <inkml:trace contextRef="#ctx0" brushRef="#br0" timeOffset="-357143.8275">-1845 4539 242 0,'0'0'296'0,"4"-7"-15"0,-2 5-28 16,-2 2-19-16,6-5-25 0,-4 4-18 0,-2 1-21 15,6-3-13-15,-6 3-23 0,0 0-35 0,0 0-45 16,0 0-59-16,0 0-54 0,0 0-74 0,0 0-222 16,0 0-382-16,0 0 169 0</inkml:trace>
          <inkml:trace contextRef="#ctx0" brushRef="#br0" timeOffset="-357362.5397">-1839 4639 168 0,'-6'5'210'0,"6"-5"-13"16,0 0-4-16,0 0-15 0,1 9-7 0,-1-9-6 16,0 7-2-16,0-7-12 0,1 9-6 0,0-2-7 0,-1 0-4 15,-2 0-13-15,2 2-6 0,-2-2-8 0,0 2-8 16,-2-1-6-16,-1 1-6 0,1 0-5 0,-3 2-10 16,1-5-7-16,-2 2-4 0,-1 0-6 0,-1-2-5 15,1 1-18-15,0 1-24 0,2-5-36 0,-2 0-31 16,2 0-38-16,0-2-49 0,0-1-44 0,1 0-234 15,1 0-458-15,-2-3 202 0</inkml:trace>
          <inkml:trace contextRef="#ctx0" brushRef="#br0" timeOffset="-356472.0049">-2028 4620 146 0,'0'0'207'0,"0"0"-13"0,0 0-13 15,0 0-5-15,0 0-12 0,0 0-11 0,0 0-14 16,0 13-11-16,0-13-9 0,0 0-15 0,0 7-4 16,0-7-10-16,-1 5-12 0,1-5-2 0,-2 6-8 15,2-6-7-15,-3 5-7 0,3-5-1 0,-2 6-7 16,2-6-1-16,-4 4-3 0,1-1-8 0,3-3-3 15,-6 3-3-15,6-3 0 0,-6 3-3 0,3-2-4 0,3-1-2 16,-7-1-2-16,7 1 2 0,-9-3-6 0,4 0 2 16,1 2-3-16,4 1 0 0,-7-4 1 0,4 0-4 15,0 1-1-15,0-2 3 0,3 5-8 0,-6-7 3 16,4 5 2-16,2 2-2 0,-3-7 8 0,3 7 2 16,-3-4 7-16,3 4 2 0,0 0 7 0,-1-6-1 15,1 6 2-15,0 0-2 0,-1-6-3 0,1 6-2 16,0 0-3-16,0 0-2 0,0 0-4 0,0 0 1 15,0 0-2-15,0-8-1 0,0 8-4 0,0 0 0 16,0 0-2-16,0 0-1 0,0 0-2 0,0 0 0 16,0 0-2-16,0 0 0 0,0 0-1 0,0 0 2 15,0 0 0-15,0 0 0 0,-3 20 2 0,2-16-1 16,1-4-3-16,-5 7-1 0,2-2 1 0,-1-1-1 16,1-1-3-16,-1-1-1 0,-1 3-1 0,1-2-5 15,-1-1-2-15,-2 0-2 0,1 2 1 0,-2-3-3 16,0 0 2-16,1-1-1 0,2 0 4 0,-2-1-2 0,-1 0 1 15,3-3 6-15,0 4-1 0,5 0 1 0,-7-5 2 16,4 1 7-16,-1 1 9 0,4 3 11 0,-4-9 6 16,2 5-1-16,0-1 6 0,2 5 10 0,2-15 5 15,0 7-6-15,0-2 3 0,2 0-4 0,0-4-6 16,1-1-1-16,-1 0-7 0,1-3-6 0,0 4 4 16,-1 1-8-16,0 1-1 0,0 3 0 0,-2 1-10 15,1 1-1-15,-1 4-17 0,-1-1-23 0,-1 4-29 16,0 0-37-16,0 0-30 0,0 0-53 0,0 0-64 15,0 0-248-15,3 17-532 0,-3-10 235 0</inkml:trace>
          <inkml:trace contextRef="#ctx0" brushRef="#br0" timeOffset="-356175.1512">-2089 4804 242 0,'0'0'237'15,"0"0"-12"-15,3 3-13 0,-3-3-7 0,0 0-12 16,0 0-8-16,0 0-9 0,0 0-7 0,0 0-13 0,0 0-14 15,0 0-12-15,0 0-12 0,0 0-14 0,0 0-7 16,-18-5-12-16,14 4-13 0,-3 1-36 16,2-3-41-16,-4 1-50 0,4 1-58 0,0-4-73 0,-1 2-219 15,0-1-437-15,4-1 193 0</inkml:trace>
          <inkml:trace contextRef="#ctx0" brushRef="#br0" timeOffset="-355956.376">-2271 4820 163 0,'0'0'342'0,"0"0"-11"0,0 0-18 15,0 0-15-15,0 0-11 0,0 0-21 0,0 0-21 0,6-16-19 16,-6 16-17-16,4-6-25 0,-1 4-20 0,-3 2-22 15,3-4-43-15,-3 4-39 0,3-5-56 16,-3 5-76-16,0 0-85 0,0 0-91 0,0 0-228 0,0 0-516 16,0 0 228-16</inkml:trace>
        </inkml:traceGroup>
        <inkml:traceGroup>
          <inkml:annotationXML>
            <emma:emma xmlns:emma="http://www.w3.org/2003/04/emma" version="1.0">
              <emma:interpretation id="{ABF383A6-822E-4AF1-9CA4-56EDAAF257D3}" emma:medium="tactile" emma:mode="ink">
                <msink:context xmlns:msink="http://schemas.microsoft.com/ink/2010/main" type="inkWord" rotatedBoundingBox="11527,5726 10843,5731 10840,5315 11524,5310"/>
              </emma:interpretation>
              <emma:one-of disjunction-type="recognition" id="oneOf42">
                <emma:interpretation id="interp58" emma:lang="" emma:confidence="1">
                  <emma:literal/>
                </emma:interpretation>
              </emma:one-of>
            </emma:emma>
          </inkml:annotationXML>
          <inkml:trace contextRef="#ctx0" brushRef="#br0" timeOffset="-349800.5447">-2914 4616 39 0,'0'0'198'0,"0"-7"-9"0,0 7-13 16,0 0-10-16,0 0-11 0,0 0-3 0,0 0-8 16,0 0-6-16,-5-6-14 0,5 6-6 0,0 0-5 15,-7-3-4-15,7 3-7 0,-6-1-5 0,6 1-6 16,-8-1-1-16,8 1-2 0,-9-1-6 0,5 0-9 16,4 1-8-16,-8 1-2 0,8-1-6 0,-8 2-6 0,4 0-2 15,0 0-5-15,4-2-4 0,-9 3-5 0,4 0-3 16,0 1 0-16,1-2-6 0,0 1 2 0,0-1-6 15,0 1 1-15,4-3-7 0,-4 7-2 0,3-4 4 16,1-3-3-16,-3 7-2 0,3-7 0 0,0 7-2 16,0-7-2-16,0 0 2 0,4 8-4 0,0-6-2 15,0 1 0-15,0 0-5 0,1-1-4 0,0 1-3 16,-2-2 2-16,2 1-5 0,0-1-5 0,-2 1-4 16,2 0 5-16,-5-2-1 0,7 1 2 0,-7-1 8 15,6 0-7-15,-6 0 2 0,5 0 4 0,-5 0 0 16,0 0-1-16,0 0 1 0,7-1 1 0,-7 1 0 15,0 0-1-15,0 0 1 0,0 0-1 0,0 0 1 0,0 0 1 16,0 0 3-16,0 0 1 0,-21-2 7 0,15 4 2 16,-1-1 4-16,-1 1 2 0,-2 1 2 15,-2 0 5-15,5 0-3 0,-4 1 3 0,3 0-2 0,-2 1-1 16,2-2 0-16,2 2 2 0,-1 1-1 0,-2 2-2 16,3-3-2-16,-1 2 2 0,2-1-1 0,-1 1 0 15,2 0-4-15,1 1 3 0,0 1 2 0,1-1 1 16,1-4 1-16,1 4 10 0,1 1-9 0,1-3-1 15,-1 1-2-15,5 1 3 0,-1-1 5 0,2-2-12 16,3 2 0-16,2-2-18 0,0-1-24 0,0-2-24 16,7 1-38-16,-1-4-40 0,-5 0-37 0,3-2-49 15,-4-1-256-15,0-1-511 0,-1 0 226 0</inkml:trace>
          <inkml:trace contextRef="#ctx0" brushRef="#br0" timeOffset="-349550.542">-2924 4449 81 0,'0'0'352'0,"0"0"-24"0,3-7-10 15,-3 7-18-15,0 0-22 0,3-4-21 0,-3 4-34 16,0 0-13-16,0 0-25 0,0 0-18 0,0 0-29 16,0 0-42-16,0 0-65 0,0 0-70 0,0 0-84 15,0 0-99-15,0 0-208 0,0 0-467 0,-8 16 207 16</inkml:trace>
          <inkml:trace contextRef="#ctx0" brushRef="#br0" timeOffset="-355346.0847">-2436 4599 115 0,'0'0'208'15,"0"0"-16"-15,0 0-9 0,0 0-11 0,0 0-6 16,0 0-17-16,0 0-9 0,2 12-12 0,-2-12-9 15,1 7-9-15,-1-7-11 0,1 8-5 0,-1-8-13 16,-1 7-2-16,1-1-8 0,0-6-8 0,-3 9-7 16,1-5-8-16,1 0-1 0,-2 0-5 0,3-4-5 15,-4 6-1-15,1-3-4 0,0-1-2 0,3-2-5 16,-10 5-1-16,3-5-4 0,1 0 0 0,6 0-3 16,-11-2-1-16,7 1-1 0,-2-1-2 0,3 0 0 0,-3-2-1 15,3 1-1-15,0-2 1 0,3 5-2 0,-5-7 4 16,4 2 5-16,1 5 4 0,-2-13 6 15,2 7 8-15,0-3 2 0,1 0 5 0,-1-1 3 0,2-2 3 16,-1 0-2-16,1-1 2 0,0 2-2 0,1 1-2 16,-1 1-6-16,0 0-5 0,0 1 1 0,-1 1-7 15,1-1 1-15,-2 4-11 0,0 4-24 0,3-7-35 16,-3 7-40-16,0 0-44 0,0 0-33 0,0 0-41 16,0 0-45-16,0 0-181 0,0 0-459 0,0 0 203 15</inkml:trace>
          <inkml:trace contextRef="#ctx0" brushRef="#br0" timeOffset="-355190.8494">-2572 4796 75 0,'0'0'327'16,"0"0"-17"-16,0 0-23 0,8-13-28 0,-8 13-26 15,3-7-24-15,-1 5-18 0,-2 2-21 0,0 0-32 16,2-6-37-16,-2 6-51 0,2-3-63 0,-2 3-69 16,0 0-79-16,0-7-188 0,0 7-379 0,0 0 168 15</inkml:trace>
          <inkml:trace contextRef="#ctx0" brushRef="#br0" timeOffset="-354737.7536">-2678 4620 92 0,'0'0'198'0,"0"0"-19"0,0 0-5 15,0 0-9-15,0 0-10 0,0 0-9 0,0 0-11 16,0 0-14-16,0 0-12 0,4 19-4 0,-4-19-8 16,0 0-10-16,-1 8-15 0,1-8 4 0,-2 5-8 0,2-5-6 15,-2 8-9-15,0-4-5 0,2-4-6 0,-2 5-3 16,2-5 1-16,-4 7-8 0,1-5-2 16,3-2 2-16,-6 5-9 0,2-3 2 0,0 0-11 0,-1-1 5 15,5-1-2-15,-9 0-3 0,6 1 0 0,3-1-1 16,-10-1-1-16,10 1 1 0,-7-3 1 0,3 1-1 15,4 2-7-15,-7-6 6 0,5 1 5 0,-2 1 1 16,1 1 6-16,3 3 3 0,-3-10 9 0,3 5 4 16,-2-3-3-16,2 8 4 0,2-15 1 0,-2 6 4 15,1-3-5-15,1 2-1 0,0-2-3 0,0-1 0 16,0 0-6-16,0 1-2 0,-1 3-6 0,1 2 0 16,0-1-2-16,-1 3 1 0,-1 5-15 0,3-9-28 0,-3 9-28 15,0 0-36-15,0 0-46 0,-1-5-54 0,1 5-271 16,0 0-494-16,0 0 219 0</inkml:trace>
          <inkml:trace contextRef="#ctx0" brushRef="#br0" timeOffset="-354519.0098">-2825 4795 180 0,'0'0'326'16,"0"0"-21"-16,0 0-14 0,12-8-19 0,-8 7-16 15,-4 1-25-15,5-3-22 0,-5 3-25 0,3-5-9 16,-3 5-18-16,4-3-30 0,-4 3-46 0,0 0-60 16,3-4-70-16,-3 4-93 0,0 0-76 0,0 0-183 0,0 0-435 15,-6-12 192-15</inkml:trace>
        </inkml:traceGroup>
        <inkml:traceGroup>
          <inkml:annotationXML>
            <emma:emma xmlns:emma="http://www.w3.org/2003/04/emma" version="1.0">
              <emma:interpretation id="{B4D4EF00-9606-49F1-9634-8C467B75AE0C}" emma:medium="tactile" emma:mode="ink">
                <msink:context xmlns:msink="http://schemas.microsoft.com/ink/2010/main" type="inkWord" rotatedBoundingBox="10690,5766 9016,5777 9013,5342 10687,5330"/>
              </emma:interpretation>
              <emma:one-of disjunction-type="recognition" id="oneOf43">
                <emma:interpretation id="interp59" emma:lang="" emma:confidence="1">
                  <emma:literal/>
                </emma:interpretation>
              </emma:one-of>
            </emma:emma>
          </inkml:annotationXML>
          <inkml:trace contextRef="#ctx0" brushRef="#br0" timeOffset="-345816.4623">-4452 4597 133 0,'0'0'218'0,"0"0"-7"0,0 0-8 0,1 9-10 15,-1-9-6-15,0 0-20 0,1 10-12 0,-1-10-10 16,3 5-2-16,-3-5-11 0,0 9-8 0,1-6-12 15,-1-3-11-15,0 11-8 0,0-11-9 0,-1 8-6 16,1-8-6-16,-1 7-8 0,-1-2-5 0,-1-1-6 16,3-4-4-16,-6 7-6 0,2-4 0 0,-2 0-7 15,3-2-6-15,-3 2-3 0,1-3-4 0,0 1-11 16,5-1-7-16,-12 1-3 0,7-2-9 0,-1-1-2 16,0 0-5-16,6 2 0 0,-9-5-4 0,4 2-2 0,1 0 2 15,1 0 1-15,1 0 3 0,2 3 3 16,-5-6-3-16,5 6 2 0,-3-7 1 0,3 7-3 15,-1-5 2-15,1 5 4 0,0 0-2 0,0 0 3 0,3-11-4 16,-3 11 4-16,2-3 3 0,-2 3 1 0,0 0-3 16,7-2 2-16,-7 2-1 0,4-2 5 0,-4 2 4 15,0 0 3-15,9 2 8 0,-9-2-3 0,6 1 4 16,-3 2 6-16,1-2 1 0,-4-1 0 0,5 7 2 16,-2-3 5-16,-2 0-1 0,1 0 4 0,-2-4 1 15,0 13 3-15,-2-4 0 0,-1-1-3 0,0 0 3 16,-2 3-4-16,-2-1-2 0,0 0-3 0,-1-2 0 15,-1 1-5-15,1-1 2 0,0 1-12 0,3-4-20 0,-1-2-37 16,-2 2-33-16,3-2-48 0,1-2-37 16,4-1-69-16,-7 0-216 0,7 0-484 0,-5-4 214 15</inkml:trace>
          <inkml:trace contextRef="#ctx0" brushRef="#br0" timeOffset="-345613.3456">-4485 4495 239 0,'0'0'294'16,"3"-6"-28"-16,0 3-21 0,-1-1-25 0,1 0-23 16,-1 0-19-16,-2 4-18 0,4-4-20 0,-4 4-42 15,3-3-49-15,-3 3-63 0,0 0-59 0,3-4-51 0,-3 4-189 16,0 0-339-16,0 0 151 0</inkml:trace>
          <inkml:trace contextRef="#ctx0" brushRef="#br0" timeOffset="-345285.252">-4666 4468 211 0,'0'0'293'0,"0"0"-22"16,0 0-27-16,0 0-8 0,0 0-19 0,0 0 2 16,0 0-7-16,0 0-9 0,-4 15-18 0,4-10-16 0,-1 2-11 15,1 2-12-15,1 0-6 0,-1 0-19 16,2 3-6-16,-1-1-8 0,0 1-14 0,0 0-10 16,1-2-7-16,-2 3-11 0,1-3-14 0,-1-1-31 0,0 0-42 15,0 0-56-15,0 1-61 0,-2-4-76 0,0 3-87 16,0-3-179-16,-2 1-519 0,1-2 230 0</inkml:trace>
          <inkml:trace contextRef="#ctx0" brushRef="#br0" timeOffset="-344816.5381">-4755 4600 19 0,'0'0'213'16,"-3"-4"-21"-16,3 4-14 0,0 0-12 0,0 0-13 0,-9 3-16 16,9-3-4-16,0 0-12 0,-8 3-6 0,8-3-7 15,-7 2-5-15,4 0-10 0,-1 0-8 0,4-2-9 16,-5 1-6-16,5-1-5 0,-4 4-9 0,4-4-1 16,-4 3-9-16,4-3-3 0,0 0-2 0,-3 4-3 15,3-4-7-15,0 0-3 0,0 7 2 0,0-7-4 16,0 0-3-16,1 8-1 0,-1-8-2 0,2 5-1 15,-2-5-4-15,2 5-1 0,-2-5 1 0,4 6 1 16,-4-6-2-16,5 4-4 0,-2-3-9 0,-3-1 5 16,6 1 2-16,-1 1-2 0,-5-2 2 0,7 1-2 15,-4 2-2-15,1-1 1 0,-4-2-2 0,5 3 1 0,-5-3-2 16,6 3 1-16,-6-3 1 0,4 2-3 0,-4-2 1 16,2 3 2-16,-2-3-1 0,0 0-3 0,0 0 4 15,0 0-4-15,0 0 9 0,0 0 2 0,-10 6 3 16,10-6-1-16,-8 1 3 0,4 0 2 0,-3 0 0 15,0 0 3-15,1 0 2 0,-1 0 3 0,-1 0 5 16,0 0-3-16,-1 0 2 0,1 2 4 0,0 0 1 16,-2 0 3-16,0 1 1 0,2-2-1 0,-1 4 5 15,1-1-7-15,-1-1 4 0,1 1 2 0,2 1-3 16,-1 0-2-16,2 0-5 0,-1 1 5 0,2 1 5 16,0-1-3-16,1 2-7 0,-1 0 7 0,3 0 4 15,-1-1-6-15,0 2 2 0,2-1-6 0,0 2 2 16,2-2-1-16,1 0-6 0,0 0 1 0,1-1-1 0,1 0-5 15,3 0 3-15,1-2-13 0,3 0-23 0,0-3-35 16,1 0-42-16,5-2-55 0,-1-1-65 0,0-4-73 16,0 1-247-16,-4-1-571 0,0-1 253 0</inkml:trace>
          <inkml:trace contextRef="#ctx0" brushRef="#br0" timeOffset="-348846.4946">-3296 4693 5 0,'0'0'189'0,"0"0"-17"0,0 0-16 0,-8-1-18 16,8 1-8-16,0 0-14 0,0 0-12 0,0 0-11 0,-8-6-3 16,8 6-9-16,-2-5-6 0,2 5-4 0,-3-4-7 15,3 4-8-15,0-6 0 0,0 6-7 0,-2-6-5 16,2 6 2-16,-1-6-7 0,1 6-3 0,0 0-5 15,1-9 0-15,-1 9-2 0,2-7-4 0,-2 7 3 16,4-7-2-16,-1 6-3 0,-3 1-1 0,6-4 0 16,-2 2-2-16,-4 2 2 0,7-2 4 0,-7 2 5 15,7 0-1-15,-7 0 7 0,5 3 3 0,-1-1 1 16,-4-2 1-16,5 4 5 0,-4 0 8 0,-1-4 4 16,2 8 1-16,-2 0-2 0,0-8-1 0,-3 13 5 0,1-5 0 15,-2 0-3-15,-2 1-3 0,-1 1-3 16,0-3-7-16,-1 3-6 0,-1 1-2 0,0-3-7 0,-1-1-5 15,2 0-23-15,-2-1-31 0,1 1-35 0,-1 1-52 16,2-6-59-16,2 1-79 0,-1-2-167 0,2 1-454 16,1-2 202-16</inkml:trace>
          <inkml:trace contextRef="#ctx0" brushRef="#br0" timeOffset="-347628.8325">-3431 4627 137 0,'0'0'191'0,"0"5"-13"16,0-5-16-16,2 6-13 0,-2-6-7 0,0 0-11 15,-2 7-9-15,2-7-12 0,-1 6-5 0,1-6-4 16,-4 5-8-16,4-5-7 0,-3 4-6 0,-1-1-9 15,4-3-10-15,-4 2-4 0,4-2-6 0,-7 3-5 16,3-2-3-16,4-1-6 0,-5 0-1 0,5 0-6 16,-6-1-1-16,6 1-7 0,0 0 0 0,-7-3-3 15,7 3-3-15,-4-5 1 0,4 5-2 0,-3-7-1 0,3 7-3 16,-1-6 1-16,1 6 0 0,0-7-5 16,0 7 2-16,0 0 2 0,3-8-1 0,-3 8 3 15,3-6-1-15,-3 6-3 0,2-6-1 0,-2 6-1 0,0 0-1 16,1-5 2-16,-1 5-5 0,0 0 2 0,0 0-3 15,4-3 2-15,-4 3-1 0,0 0-1 0,0 0-1 16,0 0 1-16,0 0 0 0,0 0 0 0,0 0 0 16,-7 18-2-16,5-15 4 0,2-3-3 0,-5 7-2 15,3-3-5-15,-2 0-8 0,1-1-5 0,3-3-8 16,-6 6-6-16,1-4-1 0,1 1-3 0,-2 0-9 16,2-2 8-16,-3-1 5 0,2 2 3 0,0-2-1 15,-2-1 7-15,1 0 2 0,6 1 2 0,-9-3 1 16,5 0 4-16,1 0 9 0,3 3 12 0,-6-5 5 15,4 1 16-15,2 4 6 0,-3-8 9 0,2 4 0 0,1 4 2 16,-2-9 0-16,2 9 4 0,-1-7 3 0,1 7 4 16,-2-6 1-16,2 6 1 0,-1-6-2 15,1 6-8-15,0 0-3 0,0 0-5 0,-3-4-8 0,3 4-2 16,0 0 3-16,0 0-7 0,0 0-5 0,0 0-2 16,0 0 1-16,-9 10-2 0,7-7-3 0,2-3-2 15,-5 7 1-15,3-3-4 0,0 0 1 0,-1 2-1 16,0-3 1-16,1 1-3 0,-2-1-1 0,2 2-1 15,2-5 2-15,-6 4 1 0,1-1-3 0,2-1-9 0,-2 0-2 16,5-2-5-16,-8 1 1 0,3-1 0 16,5 0 0-16,-9 0 0 0,4-2 4 0,5 2-2 15,-9-6 0-15,5 4-1 0,0-2 2 0,1 1 3 0,3 3 1 16,-5-8 0-16,2 4-2 0,1-1 3 0,-1 1 4 16,3 4 0-16,-3-7 7 0,2 3 3 0,1 4 1 15,-3-5-2-15,3 5 7 0,-2-6 0 0,2 6 0 16,0 0-3-16,-2-6 2 0,2 6 3 0,0 0-2 15,-4-3-9-15,4 3 7 0,0 0-8 0,0 0 2 16,0 0-3-16,0 0 2 0,0 0-5 0,0 0 5 16,-3 13-2-16,3-13-1 0,0 8-1 0,-1-4 0 15,1-4 2-15,-3 11-1 0,3-7-1 0,0-4 0 16,-2 9 1-16,0-3 1 0,-1-3 0 0,3-3-1 16,-5 8-1-16,2-5 2 0,0 1-3 0,3-4-1 15,-6 4 0-15,2-4-10 0,4 0-5 0,-6 1-4 0,6-1-4 16,-8-3-1-16,8 3-2 0,-7-2 1 0,3 0-2 15,0 0 2-15,4 2 1 0,-7-8 4 16,5 4-2-16,-1 1 7 0,-1-2-2 0,2-1 1 0,0 2 1 16,-1-3 3-16,0 0 0 0,2 0-1 0,-2 1 4 15,2-2-1-15,-1 0 2 0,0 0 2 0,2 0-2 16,-2 0-1-16,2 2 3 0,0 6 0 0,-1-10-1 16,1 10-1-16,-1-7-2 0,1 7 4 0,0-5-3 15,0 5 1-15,0 0-1 0,0 0 4 0,-3-6-1 16,3 6 2-16,0 0-2 0,-9 4-3 0,9-4 6 15,-7 2 2-15,7-2-3 0,-8 2 1 0,4-1 1 16,-1 2 2-16,2-1-5 0,-4 1 2 0,3-2-3 16,-1 2 2-16,1 0-1 0,0 0 1 0,4-3 0 15,-5 6 0-15,2-2 2 0,1 0-3 0,2-4 1 16,-3 5-1-16,1-1-3 0,2-4 6 0,-2 6-2 16,2-6 1-16,-2 6-5 0,2-6 2 0,0 0-1 0,0 8-1 15,0-8 2-15,2 4 0 0,-2-4-6 0,5 5 3 16,-5-5 4-16,5 5-4 0,-2-3 0 0,-3-2-5 15,6 3 3-15,-2 0 5 0,0-2-1 0,0 2 1 16,0-1-2-16,-4-2-1 0,7 4 1 0,-3-2 3 16,-4-2-4-16,5 1 0 0,-5-1 1 0,4 1 2 15,-4-1 0-15,4 2 6 0,-4-2-4 0,0 0 4 16,0 0 1-16,0 0-2 0,0 0 2 0,0 0 7 16,0 0 0-16,0 0 0 0,-10 6 1 0,10-6 4 15,-10 2 1-15,5-1 3 0,-2 1-3 0,-1 0 5 16,1 2 1-16,-3 0 2 0,0 0 0 0,0 2 1 15,2-2 0-15,0 3 1 0,-1 0-1 0,2-1-3 0,-1 1 5 16,1 4-3-16,1-5-3 0,-1 5 4 0,1-2 1 16,3-1-1-16,-1 0-2 0,1-1-4 0,1 1-2 15,0 1 4-15,1-1-2 0,2 1 1 0,0-3 3 16,1 3-5-16,2-1-3 0,-1 2-3 0,3-4 1 16,2 3-5-16,-1-5-21 0,5 1-20 0,-2-1-37 15,4 0-42-15,-2-3-41 0,1-2-61 0,1 0-275 16,-2 0-528-16,1-1 234 0</inkml:trace>
          <inkml:trace contextRef="#ctx0" brushRef="#br0" timeOffset="-347316.3525">-3677 4816 257 0,'0'0'258'0,"0"0"-16"0,0 0-13 0,0 0-10 16,0 0-19-16,0 0-18 0,0 0-18 0,0 0-13 16,-19 0-19-16,12 0-11 0,-2 0-11 0,1 0-29 15,1 0-45-15,-3-2-71 0,1 2-60 0,1-1-105 16,1 0-142-16,0-1-371 0,3 0 164 0</inkml:trace>
          <inkml:trace contextRef="#ctx0" brushRef="#br0" timeOffset="-346566.406">-4123 4680 72 0,'0'0'203'0,"0"0"-6"16,-4 3-9-16,4-3-12 0,0 0-10 0,-5 3-8 15,5-3-15-15,-4 1-10 0,4-1-7 0,0 0-13 16,-6 0-8-16,6 0-13 0,-6 1-8 0,6-1-8 16,-5 0-8-16,5 0-6 0,0 0-5 0,-7-3-3 15,7 3-5-15,0 0-8 0,-5-4-5 0,5 4-3 0,-2-4-4 16,2 4-2-16,0 0-4 0,0 0 0 15,2-11-6-15,-2 11 2 0,4-7-3 0,-3 2-6 16,3 2 1-16,-2-1-1 0,1-1-3 0,-3 5 1 0,6-6 0 16,-4 2-6-16,1 2 5 0,-3 2-4 0,6-3 7 15,-6 3-6-15,5-1-2 0,-5 1 0 16,0 0 0-16,8 2 3 0,-8-2 1 0,5 4 2 0,-5-4 12 16,2 7 1-16,-2-1 6 0,0 0 15 0,0-6-2 15,-4 14 2-15,1-5 3 0,-1-1 0 0,-2 2 0 16,-1 1-3-16,0-1-3 0,-1 0 1 0,-1-1-5 15,0 0-5-15,-2 0-4 0,1 0 0 0,0-2-8 16,-1 1-32-16,0-2-29 0,0-2-43 0,2-1-39 16,2-1-72-16,-1 1-67 0,1-5-161 0,1 2-459 15,-1-1 204-15</inkml:trace>
          <inkml:trace contextRef="#ctx0" brushRef="#br0" timeOffset="-346300.8028">-4341 4503 128 0,'0'0'264'0,"0"0"-12"0,0 0-12 15,0 0-10-15,0 0-17 0,0 0-14 0,0 0-20 0,8 13-13 16,-8-8-6-16,2 0-13 0,-1 3-15 0,-1 1-13 15,2 0-7-15,-2-1-11 0,-2 2-14 0,2-1-6 16,-2 2-8-16,1-2-6 0,-1 3-5 0,0-3-10 16,0 3-22-16,1-3-34 0,-1 0-39 0,0-2-46 15,0 1-49-15,2-4-50 0,-2 2-251 0,2-6-475 16,-4 8 209-16</inkml:trace>
        </inkml:traceGroup>
        <inkml:traceGroup>
          <inkml:annotationXML>
            <emma:emma xmlns:emma="http://www.w3.org/2003/04/emma" version="1.0">
              <emma:interpretation id="{99234579-0C7B-41CB-A31C-9F6859941CA3}" emma:medium="tactile" emma:mode="ink">
                <msink:context xmlns:msink="http://schemas.microsoft.com/ink/2010/main" type="inkWord" rotatedBoundingBox="8877,5682 8101,5687 8098,5322 8875,5317"/>
              </emma:interpretation>
              <emma:one-of disjunction-type="recognition" id="oneOf44">
                <emma:interpretation id="interp60" emma:lang="" emma:confidence="1">
                  <emma:literal/>
                </emma:interpretation>
              </emma:one-of>
            </emma:emma>
          </inkml:annotationXML>
          <inkml:trace contextRef="#ctx0" brushRef="#br0" timeOffset="-341785.3701">-5466 4591 55 0,'0'0'229'16,"0"0"-15"-16,0 0-8 0,0 0-9 0,0 0-13 16,0 0-17-16,0 0-10 0,0 0-15 0,0 0-10 15,0 0-11-15,0 0-7 0,12-7-8 0,-12 7-10 16,0 0-4-16,6-3-5 0,-6 3-7 0,0 0-7 16,0 0-4-16,7 0-6 0,-7 0-6 0,0 0-7 15,8 0-2-15,-8 0-6 0,0 0-5 0,6 1-4 16,-6-1-4-16,4 2-5 0,-4-2-2 0,4 4-6 15,-4-4-4-15,4 3-7 0,-4-3-1 0,1 5-5 16,-1-5-7-16,3 5-4 0,-3-5-5 0,1 7 0 16,-1-7-2-16,2 6 0 0,-2-6 0 0,1 7 2 0,-1-2 4 15,0-5 0-15,0 6 1 0,0-6 3 0,0 0 1 16,-1 10 2-16,1-10-3 0,0 6 4 0,0-6-3 16,0 6 1-16,0-6 5 0,1 6-2 0,-1-6 2 15,0 0-1-15,0 5 2 0,0-5-2 0,0 0 4 16,5 4-3-16,-5-4 0 0,4 3 1 0,-4-3-1 15,5 1 1-15,-5-1 1 0,5 2 1 0,-5-2-1 16,5 0 0-16,-5 0 2 0,0 0-5 0,6 1 6 0,-6-1-3 16,0 0 2-16,0 0 4 0,0 0-5 0,0 0 1 15,0 0-3-15,0 0 3 0,0 0-2 16,0 0 0-16,0 0 5 0,0 0-3 0,-21-4-2 0,14 4 1 16,-4 0-2-16,0 0 1 0,-1 0 0 0,1 0-3 15,0-3 1-15,-1 3 1 0,0-1 2 0,-1-1-1 16,2 1-3-16,0-1 0 0,3-1 1 0,0 2-3 15,0-2 3-15,2 1 0 0,-2 0 0 0,0-2 0 16,3 1 3-16,-3 1-1 0,4 0 1 0,0 0-3 16,4 2 3-16,-6-6 4 0,3 4 1 0,3 2 5 15,-3-4 7-15,3 4 10 0,-3-4 6 0,3 4 9 16,0 0-5-16,-2-5 2 0,2 5 3 0,0 0 1 0,0 0 2 16,0 0-3-16,0 0-5 0,0 0-4 15,-2-5-6-15,2 5-1 0,0 0-3 0,0 0-2 0,0 0 1 16,0 0-1-16,0 0-3 0,0 0 2 0,0 0 4 15,0 0-4-15,0 0 1 0,0 0-6 0,0 0 4 16,6 16-5-16,-6-16 4 0,2 4-3 0,0 1 0 16,-2-5 0-16,0 6 2 0,0-6 2 0,0 0-2 15,-2 9 3-15,2-9-3 0,0 6 2 0,0-6-3 16,-4 7 0-16,3-4 3 0,1-3-3 0,-5 7 0 16,2-5 2-16,0 1 0 0,-1 0-4 0,-1 0-4 15,-1 0 11-15,0 0-12 0,-1 0 0 0,-1 0 1 0,1-2-2 16,-2 0-1-16,0 1 0 0,-4-1 1 0,1-1 0 15,-1 0-2-15,1-1-3 0,-4-1 2 16,3 0-6-16,0 0-8 0,1-2-8 0,-1 1-10 0,3 0-12 16,0-3-4-16,3 2-8 0,0-1-10 0,1-1-16 15,0 0-17-15,1 0-21 0,1 0-20 0,0-2-28 16,1 1-23-16,1 1-13 0,1-3-25 0,0 2-197 16,1-1-454-16,1 1 200 0</inkml:trace>
          <inkml:trace contextRef="#ctx0" brushRef="#br0" timeOffset="-341316.6369">-5471 4466 56 0,'0'0'299'0,"0"0"-1"0,1-6-7 0,-1 6-15 0,0 0-17 16,1-6-17-16,-1 6-18 0,0 0-19 0,0 0-21 15,2-7-18-15,-2 7-14 0,0 0-20 0,0 0-19 16,0 0-36-16,1-3-45 0,-1 3-54 0,0 0-58 16,0 0-66-16,0 0-68 0,0 0-210 0,0 0-460 15,0 0 204-15</inkml:trace>
          <inkml:trace contextRef="#ctx0" brushRef="#br0" timeOffset="-341566.6363">-5694 4524 29 0,'6'-2'241'16,"-6"2"-18"-16,0 0-13 0,0 0-14 0,0 0-15 15,0 0-20-15,0 0-13 0,0 0-13 0,0 0-14 16,0 0-15-16,0 0-8 0,-20 0-7 0,20 0-14 15,-9 3-11-15,5-3-22 0,-1 0-28 0,5 0-36 0,-6 1-33 16,6-1-35-16,-6 2-32 0,6-2-50 16,0 0-112-16,0 0-306 0,0 0 135 0</inkml:trace>
          <inkml:trace contextRef="#ctx0" brushRef="#br0" timeOffset="-342925.9219">-5105 4588 131 0,'0'0'267'15,"0"0"-21"-15,-5-2-8 0,5 2-8 0,0 0-15 16,0 0-25-16,-6 0-12 0,6 0-17 0,0 0-10 16,0 0-12-16,0 0-7 0,-5 5-14 0,5-5-7 15,0 0-8-15,0 0-10 0,0 0-6 0,0 0-9 16,2 9-5-16,-2-9-10 0,0 0-1 0,5 8-6 0,-3-3-8 16,1-1-6-16,-1 0-1 0,0 2 5 0,0-2-15 15,2 0-6-15,-3 0 1 0,3 1 0 16,-1-1-2-16,0 0-6 0,0 0 7 0,-2 0-13 0,-1-4-1 15,3 5 3-15,-3-5 0 0,0 0-6 0,-4 11 2 16,1-8-1-16,-2 0 1 0,2 0-7 0,-2-1-9 16,1 1-15-16,4-3-19 0,-8 2-27 0,3-1-34 15,5-1-39-15,-9-1-56 0,9 1-59 0,-7-1-202 16,2-2-495-16,5 3 220 0</inkml:trace>
          <inkml:trace contextRef="#ctx0" brushRef="#br0" timeOffset="-342660.3194">-5204 4642 16 0,'0'0'226'15,"0"0"-4"-15,0 0-8 0,0 0-3 0,0 0-5 16,-3 21-6-16,2-16-9 0,0 1-11 0,-1 2-5 15,0 0-4-15,0-1-11 0,1 0-17 0,-1 0-11 16,0 0-6-16,0 1-10 0,0-1-12 0,-1 1-9 16,0 0-4-16,-2 1-13 0,1-4-6 0,-2 3-8 0,0-2-7 15,0 1-19-15,0-2-29 0,-2-1-45 16,-2 1-47-16,1-1-40 0,1-2-66 0,2 1-64 0,-3-2-183 16,3-2-472-16,-2 1 209 0</inkml:trace>
        </inkml:traceGroup>
        <inkml:traceGroup>
          <inkml:annotationXML>
            <emma:emma xmlns:emma="http://www.w3.org/2003/04/emma" version="1.0">
              <emma:interpretation id="{9D6A0C45-DCA9-4A4C-B2EF-AECE313CDBD6}" emma:medium="tactile" emma:mode="ink">
                <msink:context xmlns:msink="http://schemas.microsoft.com/ink/2010/main" type="inkWord" rotatedBoundingBox="7895,5765 6988,5771 6985,5335 7892,5329"/>
              </emma:interpretation>
              <emma:one-of disjunction-type="recognition" id="oneOf45">
                <emma:interpretation id="interp61" emma:lang="" emma:confidence="1">
                  <emma:literal/>
                </emma:interpretation>
              </emma:one-of>
            </emma:emma>
          </inkml:annotationXML>
          <inkml:trace contextRef="#ctx0" brushRef="#br0" timeOffset="-335301.4933">-6556 4508 231 0,'3'-2'295'0,"-1"-2"-11"0,-2 4-18 16,5-7-22-16,-3 4-21 0,-2 3-21 0,4-5-19 15,-4 5-24-15,3-4-15 0,-3 4-24 0,0 0-30 16,0 0-42-16,0 0-48 0,0 0-67 0,0 0-61 0,0 0-86 16,0 0-133-16,0 0-376 0,-15 12 167 0</inkml:trace>
          <inkml:trace contextRef="#ctx0" brushRef="#br0" timeOffset="-335520.2142">-6550 4648 235 0,'0'0'231'0,"0"0"-11"0,3 4-7 0,-3-4-5 15,0 0-4-15,2 5-12 0,-2-5-9 16,1 8-5-16,-1-8-10 0,1 8-7 0,-1-4-16 0,0 2-6 15,0 2-15-15,-1 0-7 0,0-2-8 0,-1 2-10 16,0 2-7-16,0-4-11 0,-2 3-7 0,1 1-7 16,-2-2-6-16,0-1-6 0,0 1-3 0,0-1-6 15,-1-1-15-15,-3 2-26 0,-1-1-27 0,-1-2-31 16,1-1-30-16,2-2-45 0,-2 0-37 0,3-2-51 16,-1-1-62-16,5-1-147 0,-3 0-459 0,2-4 204 15</inkml:trace>
          <inkml:trace contextRef="#ctx0" brushRef="#br0" timeOffset="-334801.4928">-6734 4606 121 0,'0'-8'209'0,"0"8"-7"0,0 0-10 0,2-11-12 16,0 8-9-16,-2 3-12 0,3-9-8 0,-1 4-10 15,1 2-11-15,-1-2-10 0,0 1-11 0,-2 4-13 16,5-6-3-16,-2 3-13 0,-1-1-11 0,-2 4-6 15,5-5-7-15,-5 5-6 0,5-3-3 0,-5 3-7 16,4-3-2-16,-4 3-5 0,5-1-1 0,-5 1-8 16,0 0-3-16,7 1 1 0,-7-1-5 0,6 4 0 15,-6-4 0-15,5 2-1 0,-2 0-4 0,-3-2-2 16,6 3 0-16,-6-3-1 0,4 4 1 0,-1-2-2 16,-3-2-3-16,2 5 1 0,-2-5 0 0,1 6 0 15,-1-6 1-15,0 0 3 0,-3 8-1 0,0-4 5 16,3-4 2-16,-6 6-1 0,1-2 4 0,2-2-1 0,-2 2 1 15,0 0-2-15,-2-1-1 0,2 0-1 0,-2 1-1 16,3-2-1-16,-3 1 0 0,0 1-2 0,1-1-2 16,-1 0 0-16,1-1 3 0,-2 3-3 0,2-3 3 15,-1 0-4-15,2 0 2 0,-1 2 2 0,1-1 2 16,-1 1 3-16,1 0-1 0,1-1 2 0,0 0 5 16,2 1-2-16,-1-1 3 0,0 2-4 0,0-1 3 15,2 2 2-15,-1-1 6 0,1 1 2 0,0 0 6 16,0 3-3-16,1 1-4 0,0-3-2 0,0 2-1 15,1 1-2-15,0 0-3 0,0-1-1 0,0 1-1 16,0-1-1-16,-1 0-1 0,0 3-2 0,0-3-7 0,1-1-15 16,-1 1-37-16,0 0-41 0,0-2-51 0,0-7-58 15,0 9-73-15,2-5-235 0,-2-4-538 16,0 0 238-16</inkml:trace>
          <inkml:trace contextRef="#ctx0" brushRef="#br0" timeOffset="-340019.8984">-6075 4592 56 0,'0'0'191'0,"0"0"-12"15,0 0-11-15,0 0-14 0,0 0 3 0,0 0-6 16,0 0 0-16,0 0 1 0,0 0-5 0,0 0-2 0,0 0-5 16,0 0-3-16,0 0-6 0,0 0-5 0,0 0-7 15,0 0-2-15,0 0-13 0,0 0-1 0,0 0-11 16,0 0-9-16,0 0-8 0,0 0 0 0,0 0-11 16,0 0-4-16,5 14-9 0,-5-14 0 0,2 6-10 15,-2-6-1-15,2 6-6 0,-2-6 0 0,2 5-7 16,-2-5-1-16,0 5-1 0,0-5-2 0,0 0-6 15,0 8 0-15,0-8-2 0,0 0 3 0,0 0-6 16,-2 9 4-16,2-9-9 0,-1 5 5 0,1-5-3 16,-5 2 0-16,5-2-1 0,-7 3 0 0,3-2-4 15,-3 0 1-15,-1-1-6 0,0 2-3 0,1-1-11 0,-1-2-12 16,1 1-20-16,-3 0-13 0,3 0-22 16,2 0-28-16,-1 0-42 0,6 0-25 0,-8-2-45 0,8 2-227 15,-7-2-485-15,7 2 215 0</inkml:trace>
          <inkml:trace contextRef="#ctx0" brushRef="#br0" timeOffset="-336957.6169">-6110 4804 4 0,'0'0'243'0,"0"0"-5"16,0 0-8-16,0 0-2 0,0 0-10 0,0 0-6 16,0 0-12-16,0 0-8 0,0 0-17 0,0 0-7 15,0 0-19-15,0 0-10 0,0 0-17 0,6-15-11 16,-6 15-15-16,0 0-11 0,1-9-14 0,-1 9-20 15,0 0-42-15,0 0-54 0,0 0-67 0,-2-8-72 16,2 8-250-16,-3-4-469 0,3 4 207 0</inkml:trace>
          <inkml:trace contextRef="#ctx0" brushRef="#br0" timeOffset="-335848.3277">-6189 4618 183 0,'0'0'202'0,"0"0"-7"16,0 0-8-16,0 0-9 0,0 0-11 0,0 0-7 16,0 0-7-16,0 0-5 0,0 0-4 0,0 0-5 15,0 0-16-15,0 0-13 0,0 0-7 0,0 0-7 16,6 17-8-16,-6-13-5 0,0-4-8 0,0 6-6 0,0-6-1 15,0 7-8-15,0-7-4 0,0 7-5 0,0-7-1 16,-2 6-5-16,2-6-2 0,-2 4 1 0,2-4-11 16,-4 4-4-16,4-4 0 0,-3 3-5 0,3-3-2 15,-5 1-1-15,5-1-1 0,0 0-2 0,-10 0-4 16,10 0-1-16,-7-2-5 0,7 2 0 0,-7-3-1 16,3 0-4-16,4 3-5 0,-8-4 2 0,5 1-2 15,3 3 3-15,-4-6-2 0,1 3-1 0,3 3 2 16,-2-8-4-16,2 8 5 0,-3-5-2 0,3 5-1 0,-2-7 1 15,2 7 3-15,-1-4-1 0,1 4 0 16,0 0 2-16,0 0 0 0,0 0-1 0,0-8-2 16,0 8 0-16,0 0-2 0,0 0-1 0,0 0 2 0,0 0 1 15,0 0 1-15,0 0-2 0,0 0 2 16,0 0-4-16,0 0 3 0,0 0 2 0,0 0 0 0,0 0-5 16,0 0 5-16,0 0-2 0,-2 19-2 0,0-15 1 15,2-4-2-15,-4 4-2 0,1-1-4 0,0 0-5 16,3-3-4-16,-8 5-2 0,5-4-2 0,-2 1-7 15,0-1 0-15,5-1-2 0,-10 2 0 0,4-2 1 16,-1 0 1-16,7 0 3 0,-11-2 3 0,7-1 2 16,0 2 2-16,4 1 1 0,-7-5 4 0,5 2 1 15,2 3 1-15,-5-6 2 0,3 3 0 0,2 3 4 16,-1-6 0-16,1 6 5 0,0 0 5 0,-2-9 3 0,2 9 3 16,-1-7 1-16,1 7 5 0,0 0 1 0,0-6 1 15,0 6 7-15,0 0-5 0,0 0-3 0,0 0-3 16,-2-6-2-16,2 6 0 0,0 0 1 0,0 0-2 15,0 0-3-15,0 0 1 0,0 0 0 0,0 0-1 16,0 0 0-16,0 0 0 0,0 0 4 0,0 0-5 16,6 18 8-16,-6-18-5 0,-1 6-3 0,1-6-1 15,-2 8 2-15,1-3 1 0,1-5-3 0,-4 6-1 16,1-2 4-16,1 0-4 0,-2 1-1 0,1-2 1 16,-1 1-1-16,0-1-1 0,-1-1 1 0,1 0-1 15,-2 0-1-15,2 0 1 0,-1 0 0 0,5-2 6 0,-10 1-5 16,6-1-3-16,4 0 0 0,-11-2 2 0,6 1 1 15,-1-1-2-15,2 0 0 0,0 0-2 0,1-2 2 16,-3-1 4-16,2 0-2 0,1 0-2 0,1 0 2 16,-1-2 4-16,2 0 2 0,-1-2-2 0,1 0 4 15,2-3 1-15,-1-2 0 0,1 0-1 0,0 1 2 16,0-2-1-16,1 0 1 0,1 2 0 0,-2-1 2 16,2 2-1-16,-3 3-1 0,2 2-1 0,0-1-3 15,-1 4 1-15,-1 4-9 0,1-9-18 0,-1 9-30 16,2-5-33-16,-2 5-31 0,0 0-33 0,0 0-36 15,0 0-28-15,0 0-57 0,0 0-138 0,0 0-435 16,0 0 192-16</inkml:trace>
          <inkml:trace contextRef="#ctx0" brushRef="#br0" timeOffset="-330848.69">-6795 4894 110 0,'0'0'111'0,"0"0"0"0,0 0-4 16,0 0-1-16,0 0-10 0,0 0-4 0,0 0-6 15,0 0 2-15,0 0-6 0,0 0-4 0,0 0-6 0,0 0 2 16,0 0-4-16,0 0-5 0,0 0-1 0,0 0-7 16,0 0 2-16,0 0 0 0,0 0-2 0,0 0-3 15,0 0-6-15,0 0-2 0,0 0-3 0,0 0-5 16,0 0-5-16,0 0-1 0,0 0-3 0,2-13-9 15,-2 13-26-15,0 0-39 0,1-8-77 0,-1 8-181 16,-4-9-328-16,4 6 147 0</inkml:trace>
          <inkml:trace contextRef="#ctx0" brushRef="#br0" timeOffset="-328333.1645">-6803 4888 3 0,'0'0'155'0,"0"0"-14"16,0 0-4-16,0 0-12 0,0 0-5 0,0 0-15 16,0 0-4-16,0 0-9 0,0 0-8 0,0 0-8 15,0 0-5-15,0 0-4 0,0 0-4 0,0 0-7 16,0 0 0-16,0 0-8 0,0 0-1 0,0 0-4 16,0 0-4-16,0 0-6 0,0 0 1 0,0 0-2 15,0 0-6-15,0 0-4 0,0 0 4 0,0-8-5 0,0 8 0 16,0 0 1-16,0 0 4 0,0 0 3 0,0 0 0 15,0 0 0-15,0 0 6 0,0 0-1 16,0 0-4-16,0 0 0 0,0 0-1 0,0 0-3 0,0 0-1 16,0 0 0-16,0 0-5 0,0 0-3 0,0 0 1 15,0 0-1-15,0 0 1 0,0 0 5 0,0 0 5 16,0 0-3-16,0 0 2 0,0 0 4 0,0 0 2 16,0 0 0-16,0 0 1 0,0 0 2 0,0 0 5 15,0 0-6-15,5-6-6 0,-5 6 0 0,0 0-3 16,0 0-3-16,0 0-2 0,2-7 3 0,-2 7-9 15,0-6-21-15,0 6-49 0,0-8-64 0,0 8-76 16,-2-12-213-16,0 2-440 0,-3-1 196 0</inkml:trace>
          <inkml:trace contextRef="#ctx0" brushRef="#br0" timeOffset="-332036.0991">-6944 4653 58 0,'0'0'335'16,"0"0"-16"-16,0 0-13 0,-5-15-18 0,5 15-12 0,0 0-24 16,0 0-16-16,-2-7-17 0,2 7-33 0,0 0-20 15,0 0-34-15,0 0-54 0,0 0-72 0,0 0-93 16,0 0-126-16,-7 11-214 0,2-2-461 0,-3 0 204 16</inkml:trace>
        </inkml:traceGroup>
      </inkml:traceGroup>
    </inkml:traceGroup>
    <inkml:traceGroup>
      <inkml:annotationXML>
        <emma:emma xmlns:emma="http://www.w3.org/2003/04/emma" version="1.0">
          <emma:interpretation id="{5680A134-DC57-4D34-8BE0-2424F0244641}" emma:medium="tactile" emma:mode="ink">
            <msink:context xmlns:msink="http://schemas.microsoft.com/ink/2010/main" type="paragraph" rotatedBoundingBox="8318,4117 14712,4131 14711,4670 8317,4655" alignmentLevel="4"/>
          </emma:interpretation>
        </emma:emma>
      </inkml:annotationXML>
      <inkml:traceGroup>
        <inkml:annotationXML>
          <emma:emma xmlns:emma="http://www.w3.org/2003/04/emma" version="1.0">
            <emma:interpretation id="{82FA8ACA-1151-4013-BDB2-2D009CB57237}" emma:medium="tactile" emma:mode="ink">
              <msink:context xmlns:msink="http://schemas.microsoft.com/ink/2010/main" type="inkBullet" rotatedBoundingBox="14598,4350 14711,4351 14711,4415 14597,4414"/>
            </emma:interpretation>
            <emma:one-of disjunction-type="recognition" id="oneOf46">
              <emma:interpretation id="interp62" emma:lang="" emma:confidence="0">
                <emma:literal>-</emma:literal>
              </emma:interpretation>
            </emma:one-of>
          </emma:emma>
        </inkml:annotationXML>
        <inkml:trace contextRef="#ctx0" brushRef="#br1" timeOffset="128269.2681">754 3475 22 0,'0'0'234'16,"0"0"-9"-16,0 0-2 0,0 0-12 0,0 0-14 15,0 0-10-15,0 0-13 0,-21 5-18 0,15-3-14 16,-1 0-10-16,0 0-14 0,-1-1-13 15,2 0-7-15,-1 1-13 0,-1-1-12 0,1 1-32 0,1-1-27 16,-1 0-31-16,1-1-26 0,6 0-42 0,-8 0-59 16,8 0-59-16,-6-3-122 0,6 3-350 0,-4-2 155 15</inkml:trace>
        <inkml:trace contextRef="#ctx0" brushRef="#br1" timeOffset="127956.7891">748 3539 118 0,'0'0'269'0,"0"0"-15"0,0 0-14 16,0 0-15-16,0 0-17 0,0 0-14 15,0 0-14-15,0 0-18 0,0 0-13 0,0 0-8 0,-21 0-9 16,15-1-17-16,-1 0-11 0,1 0-13 0,-1 0-6 16,-1 1-11-16,1 0-21 0,0-2-23 0,1 1-33 15,6 1-41-15,-9 0-47 0,9 0-53 0,-6-3-53 16,6 3-195-16,-5-3-422 0,5 3 186 0</inkml:trace>
      </inkml:traceGroup>
      <inkml:traceGroup>
        <inkml:annotationXML>
          <emma:emma xmlns:emma="http://www.w3.org/2003/04/emma" version="1.0">
            <emma:interpretation id="{3D7884CF-7C24-402F-8533-E7610B3148AB}" emma:medium="tactile" emma:mode="ink">
              <msink:context xmlns:msink="http://schemas.microsoft.com/ink/2010/main" type="line" rotatedBoundingBox="8318,4117 14620,4131 14619,4670 8317,4655"/>
            </emma:interpretation>
          </emma:emma>
        </inkml:annotationXML>
        <inkml:traceGroup>
          <inkml:annotationXML>
            <emma:emma xmlns:emma="http://www.w3.org/2003/04/emma" version="1.0">
              <emma:interpretation id="{5FE8E38A-2F3C-49BD-BFD0-79881C3AC2B6}" emma:medium="tactile" emma:mode="ink">
                <msink:context xmlns:msink="http://schemas.microsoft.com/ink/2010/main" type="inkWord" rotatedBoundingBox="8318,4117 9003,4118 9002,4657 8317,4655"/>
              </emma:interpretation>
              <emma:one-of disjunction-type="recognition" id="oneOf47">
                <emma:interpretation id="interp63" emma:lang="" emma:confidence="1">
                  <emma:literal/>
                </emma:interpretation>
              </emma:one-of>
            </emma:emma>
          </inkml:annotationXML>
          <inkml:trace contextRef="#ctx0" brushRef="#br0" timeOffset="-377892.3712">-5189 3324 176 0,'6'2'265'0,"-6"-2"-14"15,0 0-10-15,0 0-19 0,0 0-21 0,0 0-20 16,0 0-17-16,0 0-16 0,0 0-15 0,0 0-15 16,0 0-13-16,0 0-8 0,-17 4-7 0,12-4-10 15,5 0-10-15,-11 2-6 0,5-2-9 0,1 1-4 16,-1-2-4-16,0-1-5 0,6 2 0 0,-9 0-7 15,4-3-2-15,5 3-8 0,-6-3 2 0,3 1-3 16,3 2-5-16,-4-7-2 0,4 7-2 0,-2-7 0 16,2 7-2-16,0-10-3 0,-1 5 2 0,1 5-3 15,0-12 4-15,1 7-6 0,-1 5-4 0,0-10-4 16,-1 5-12-16,1 5-29 0,1-9-26 0,-1 9-32 16,0 0-36-16,-1-9-42 0,1 9-64 0,0 0-148 15,0 0-423-15,-5-1 187 0</inkml:trace>
          <inkml:trace contextRef="#ctx0" brushRef="#br0" timeOffset="-378267.3376">-5142 3462 50 0,'0'0'197'0,"0"0"-5"0,0 0-13 16,0 0-14-16,0 0-7 0,0 0-12 0,0 0-13 16,2 15-10-16,-2-15-13 0,3 6-6 0,-2 0-15 15,-1-6-2-15,0 8-11 0,0-4-8 0,0-4-5 0,0 9-6 16,0-9-5-16,-1 6-4 0,1-6-8 16,-3 5 2-16,3-5-7 0,-3 4-3 0,-1-3-3 15,4-1-3-15,-6 4-5 0,6-4-1 0,-7 1 0 0,7-1-10 16,0 0 0-16,-7-3-3 0,7 3-1 0,-4-3 1 15,4 3 0-15,-4-3-3 0,4 3 1 0,-4-6 1 16,2 2 0-16,2 4-1 0,-2-8 1 0,2 8-6 16,-2-9 5-16,0 4 2 0,2 5 6 0,-2-7 7 15,2 7 0-15,-2-6 5 0,2 6 3 0,-1-6 3 16,1 6-6-16,0 0 1 0,0 0-6 0,-1-6 2 16,1 6-4-16,0 0-3 0,0 0-1 0,0 0-3 15,0 0-2-15,0 0 0 0,0 0-1 0,0 0-2 16,0 0 0-16,0 0 0 0,7 13-1 0,-7-13 1 15,0 8 2-15,0-8-4 0,-1 8 0 0,1-8 3 16,-2 8-3-16,2-8 2 0,-2 8-6 0,-2-5 5 16,1 0-4-16,0 0-4 0,3-3-5 0,-6 4-2 0,6-4 0 15,-8 1 1-15,8-1-2 0,-8 0 2 16,8 0-1-16,-7-3 4 0,2 0-3 0,2 1 5 16,3 2-3-16,-7-7 2 0,5 3 1 0,-2-2-4 0,0 1 6 15,2 0 3-15,0-1 4 0,1 2 8 0,-2-1-2 16,0-1 4-16,0 1 0 0,1 1 4 0,2 4 6 15,-4-6 6-15,3 1 1 0,1 5-2 0,-2-6-3 16,2 6-3-16,0 0-4 0,-2-5-5 0,2 5-4 16,0 0 4-16,0 0-4 0,0 0 5 0,0 0-9 15,0 0 3-15,0 0-2 0,0 0-1 0,0 0-1 16,1 20 0-16,-1-20-1 0,1 9 3 0,-1-4-5 16,0-5 3-16,1 9-3 0,-1-9 1 0,-2 10 1 0,-1-5 0 15,0-2-1-15,0 1 1 0,-2 1-3 16,-1 0 4-16,1-1-3 0,-2-2 2 0,0 3-5 15,0-3 2-15,0-2-1 0,0 3 4 0,0-1-5 0,0-2 3 16,1 0-1-16,-1-2 2 0,1 2-4 0,6 0 3 16,-9-3-3-16,9 3 3 0,-5-2 5 0,5 2 0 15,-6-3 4-15,6 3 6 0,-3-2-2 0,3 2 1 16,0 0 0-16,0 0-2 0,-6-2-4 0,6 2 1 16,0 0-5-16,0 0 1 0,0 0 0 0,0 0-2 15,0 12-2-15,0-12 1 0,0 0 0 0,4 10 4 16,-3-5-5-16,-1-5 1 0,2 9-3 0,-1-3 4 15,0-1-4-15,1-1 3 0,-2-4-1 0,2 8-1 16,-1-4-3-16,-1-4 3 0,1 8-5 0,-1-8 1 16,0 0-2-16,-4 9-5 0,4-9-3 0,-4 1 1 15,4-1-3-15,-4 1-4 0,4-1 1 0,0 0-5 16,-10-4-1-16,10 4-4 0,-7-3-2 0,3-1 0 0,-1 1 0 16,1 0 0-16,0-1 2 0,0-2 4 15,-1 2-1-15,1 0 4 0,-1-1-1 0,1 2 5 16,-2-1-3-16,3 0 5 0,-1 1 0 0,1-1 4 0,-1 2-2 15,4 2 2-15,-8-5 0 0,5 3-3 0,-2 1 5 16,5 1 2-16,-7-4 0 0,3 3-1 0,4 1-2 16,-6-1 3-16,6 1 1 0,0 0 3 0,-7 0 0 15,7 0 3-15,0 0 2 0,-5 4-3 0,5-4 8 16,-3 4 5-16,3-4 1 0,-1 8 4 0,1-8 0 16,0 8 4-16,-1-1 2 0,1-7-7 0,1 11 12 15,-1-5 1-15,1 3-3 0,-1-1 3 0,0 0-5 16,0 1 3-16,0-1 6 0,1 1 3 0,1 4-1 0,-2-4 1 15,1 3-4-15,-1-1 3 0,2-1-6 16,-4 2 2-16,2-3 1 0,2 1-12 0,-2 2 5 16,0-1-6-16,0-2-4 0,0-2-23 0,0 1-35 0,1-2-32 15,0-1-41-15,-1-5-52 0,1 8-49 0,-1-8-71 16,1 5-167-16,-1-5-489 0,0 0 218 0</inkml:trace>
          <inkml:trace contextRef="#ctx0" brushRef="#br0" timeOffset="-379392.2712">-5048 3696 222 0,'0'0'307'0,"-1"5"-17"16,1-5-13-16,0 0-11 0,0 0-20 0,0 0-14 16,0 0-26-16,11-14-19 0,-9 10-19 0,1 1-15 15,0-2-16-15,-1 1-23 0,0 1-39 0,1-3-40 16,-3 6-50-16,0-5-58 0,0 5-68 0,0 0-68 0,-2-11-205 16,-1 8-447-16,-1 0 199 0</inkml:trace>
          <inkml:trace contextRef="#ctx0" brushRef="#br0" timeOffset="-379610.9905">-4967 3520 23 0,'0'0'210'16,"0"0"-13"-16,5-2-16 0,-5 2-7 0,0 0-19 16,0 0-9-16,0 0-10 0,4 10-12 0,-4-10-9 15,2 5-14-15,-2-5-5 0,1 6-9 0,-1-6-8 16,0 0-5-16,-2 8-8 0,2-8-4 0,-2 5-4 16,2-5-5-16,-3 6-6 0,3-6-2 0,-4 3-5 0,4-3-1 15,0 0 1-15,-7 3-10 0,7-3-4 16,-6 0 2-16,6 0 0 0,-7-2 1 0,7 2-5 15,-6-4 0-15,2 1 1 0,1 0-1 0,3 3 3 0,-7-7-2 16,3 4-1-16,3-2 5 0,-2 0 5 0,1-1 1 16,1 0 6-16,-1-1 3 0,0-2 2 0,0 1-1 15,2-5-1-15,0 1-2 0,1 0 6 0,0-1-7 16,1 1-2-16,-1 3 6 0,0-1-10 0,1 1-5 16,-1 2-4-16,2 1-4 0,0 0-2 0,-3 2 0 15,0 4-8-15,3-9-26 0,-3 9-33 0,1-5-40 16,-1 5-37-16,0 0-44 0,0 0-58 0,0 0-223 15,0 0-487-15,0 0 215 0</inkml:trace>
          <inkml:trace contextRef="#ctx0" brushRef="#br0" timeOffset="-376564.3543">-5640 3535 315 0,'0'0'346'0,"0"0"-14"0,0 0-22 0,0 0-7 15,0 0-34-15,5-10-23 0,-5 10-25 0,5-3-21 16,-5 3-17-16,4-3-17 0,-4 3-47 0,1-3-56 16,-1 3-87-16,0 0-103 0,0 0-128 0,0 0-190 15,0 0-482-15,0 0 214 0</inkml:trace>
          <inkml:trace contextRef="#ctx0" brushRef="#br0" timeOffset="-377266.4303">-5407 3521 19 0,'0'0'178'15,"0"0"-1"-15,0 0-3 0,0 0-5 0,0 0-9 16,0 0-10-16,0 0-6 0,0 0-13 0,0 0-17 16,0 0-8-16,0 0-12 0,0 0-5 0,0 0-12 15,-13 4-15-15,10-3-36 0,3-1-38 0,-10 2-61 16,4-2-77-16,-3 0-123 0,3 0-295 0,6 0 130 0</inkml:trace>
        </inkml:traceGroup>
        <inkml:traceGroup>
          <inkml:annotationXML>
            <emma:emma xmlns:emma="http://www.w3.org/2003/04/emma" version="1.0">
              <emma:interpretation id="{205E8F58-A388-4AE2-BB5C-FCE1C735D607}" emma:medium="tactile" emma:mode="ink">
                <msink:context xmlns:msink="http://schemas.microsoft.com/ink/2010/main" type="inkWord" rotatedBoundingBox="9197,4153 9969,4154 9968,4432 9196,4430"/>
              </emma:interpretation>
              <emma:one-of disjunction-type="recognition" id="oneOf48">
                <emma:interpretation id="interp64" emma:lang="" emma:confidence="1">
                  <emma:literal/>
                </emma:interpretation>
              </emma:one-of>
            </emma:emma>
          </inkml:annotationXML>
          <inkml:trace contextRef="#ctx0" brushRef="#br0" timeOffset="-382079.5516">-4042 3454 183 0,'0'0'242'0,"0"0"-11"15,0 0-15-15,0 0-8 0,0 0-15 0,0 0-12 16,0 0-12-16,0 0-10 0,0 0-11 0,0 0-9 16,13 11-14-16,-10-10-8 0,1 2-7 0,-1-1-8 15,1 2-7-15,1 0-1 0,0 0-16 0,-2 2-5 0,0-3-3 16,0 2-8-16,0-1-5 0,-1 1 2 16,-2-5-8-16,2 7-3 0,-2-7-3 0,0 8-8 15,0-3 0-15,0-5 0 0,-3 8-4 0,0-4-5 0,-3 1-4 16,3-2-4-16,-4-1-10 0,1 1-28 0,-2 0-32 15,2-2-33-15,0-1-45 0,-1 0-56 0,7 0-62 16,-10-4-216-16,5 2-501 0,1-1 221 0</inkml:trace>
          <inkml:trace contextRef="#ctx0" brushRef="#br0" timeOffset="-380829.6734">-4257 3474 53 0,'0'0'176'0,"0"0"-14"0,0 0-18 0,-3 16-10 15,3-16-10-15,-2 7-15 0,2-7-10 0,-2 7-10 16,2-7-8-16,-2 7-12 0,-1-4-3 0,3-3-7 15,-5 6-3-15,3-4-8 0,2-2-7 0,-6 3-2 16,1-2-6-16,5-1-6 0,-7 4 2 0,4-4-9 16,3 0 2-16,-9 0-5 0,9 0-5 0,-8-2 3 15,5-1-2-15,3 3-7 0,-6-5 1 0,4 1-2 16,2 4 5-16,-3-6-10 0,3 6 6 0,-3-6-2 16,3 6 2-16,-1-7-5 0,1 7 6 0,-1-7 0 0,1 7 9 15,0 0 2-15,1-9 10 0,-1 9-2 0,0 0 1 16,0 0 2-16,0-7 4 0,0 7-1 15,0 0-3-15,0 0-5 0,0 0 0 0,0 0-3 0,0 0 1 16,0 0 4-16,0 0-7 0,0 0 5 0,0 0-4 16,0 0 2-16,0 0-3 0,0 0 1 0,5 17-4 15,-5-17-1-15,0 0 1 0,-3 10 1 0,3-10-1 16,-3 7-3-16,0-4 1 0,0 0-5 0,-2 0 1 16,2 0 2-16,-2 0-5 0,0 0 4 0,-1 2-3 15,-1-4 2-15,1 1-6 0,0-1 2 0,0 0-3 16,-1-1 3-16,1-1-5 0,-1-1 2 0,2 0 0 15,1 1 0-15,4 1-2 0,-10-4 0 0,7 1 3 16,1-1 1-16,-2 1-8 0,4 3 7 0,-4-7-5 0,2 3 2 16,2 4 4-16,-2-9 2 0,0 5 6 15,2 4 5-15,0 0 2 0,0-9 9 0,0 9-2 16,-1-6 2-16,1 6 5 0,0 0-1 0,0-7-4 0,0 7-4 16,0 0-4-16,0 0 0 0,0 0-7 0,0 0 0 15,0 0-1-15,0 0 2 0,0 0-4 0,0 0 2 16,0 0-3-16,-4 15 2 0,2-11-5 0,-1 1-1 15,3-5 2-15,-6 11 0 0,3-4-4 0,-1-2 0 16,0 0 0-16,0-1 0 0,0 1 5 0,0 0-4 16,-1-2 0-16,2 0 3 0,-1-2-6 0,1 2 4 15,3-3-2-15,-9-1-3 0,9 1 1 0,-9-2 1 16,9 2-1-16,-7-3 0 0,3 1 1 0,0-1-3 16,1-1 1-16,-1-1-1 0,-1 0 2 0,1 1-3 15,1-1 1-15,0-2 5 0,0 4-3 0,1-1-1 16,2 4 4-16,-4-9 2 0,4 9 7 0,-1-6 5 15,1 6 1-15,-2-6 6 0,2 6-3 0,0 0-5 0,-3-6-3 16,3 6 1-16,0 0-7 0,0 0 4 16,0 0-4-16,0 0-1 0,0 0-2 0,0 0 5 15,0 0 0-15,0 0-1 0,-1 18 0 0,1-18 2 0,0 9 1 16,0-3 2-16,0-6-1 0,-3 9 4 0,2-3-2 16,-1-2-5-16,2-4 3 0,-3 9 1 0,1-5-6 15,-2 0 1-15,1-1 2 0,3-3 3 0,-6 7-4 16,5-5-2-16,1-2 0 0,-6 3 5 0,6-3-6 15,-8 0 1-15,8 0-4 0,-6-4 0 0,2 2 2 16,-1 0-4-16,1-2-1 0,0 1 4 0,-1 0-1 16,-1-3-5-16,2 1 1 0,-2-1 1 0,0 2-3 15,2-2 3-15,-2 1 2 0,1 1 5 0,1-1-5 16,-1 2 2-16,2 0 0 0,0-1-5 0,3 4 2 16,-6-4-1-16,6 4-2 0,-6-2 4 0,6 2-1 15,-6 1-1-15,6-1-3 0,-6 4 2 0,2-2 2 16,1 1-1-16,3-3-6 0,-6 8-1 0,3-5-13 0,0 2-14 15,-1 1-19-15,1-2-27 0,0-1-35 0,-1 0-44 16,1 0-36-16,3-3-53 0,-6 3-202 16,6-3-484-16,-5 3 214 0</inkml:trace>
          <inkml:trace contextRef="#ctx0" brushRef="#br0" timeOffset="-381781.7186">-4152 3320 208 0,'0'0'263'0,"0"-7"-17"0,0 7-12 16,0 0-19-16,0 0-17 0,0 0-10 0,0 0-8 16,0 0-4-16,0 0-9 0,0 0-10 0,1 20-10 15,-1-14-9-15,1 2-9 0,0 2-6 0,-1-1-8 16,0 1-11-16,0 4-11 0,-1-2-8 0,0-3-8 15,0 3-8-15,1 1-2 0,-1-4-6 0,0 2-32 16,0-2-29-16,-1 0-38 0,-1 0-51 0,1-1-54 16,0-1-70-16,0-1-285 0,0 2-539 0,-1-4 238 15</inkml:trace>
          <inkml:trace contextRef="#ctx0" brushRef="#br0" timeOffset="-380610.918">-4641 3378 114 0,'0'0'221'0,"0"0"-22"0,0 0-12 0,0 0-19 16,0 0-17-16,0 0-13 0,-18 4-14 15,13-2-19-15,0 0-12 0,1-1-33 0,-1 2-44 16,0-2-44-16,5-1-53 0,-8 3-164 0,8-3-265 0,-6 0 118 15</inkml:trace>
          <inkml:trace contextRef="#ctx0" brushRef="#br0" timeOffset="-380251.5682">-4321 3356 104 0,'0'0'289'0,"0"0"-17"0,0 0-16 0,0 0-23 16,0 0-19-16,0 0-23 0,0 0-16 0,0 0-20 15,0 0-18-15,0 0-10 0,-22 0-11 0,14 0-15 16,0 0-10-16,0 1-10 0,1-1-18 0,0 1-16 0,0-1-20 15,1 0-17-15,-1 0-13 0,7 0-14 0,-7-1-14 16,2-1-10-16,5 2-8 0,-6-4-4 16,3 2 3-16,3 2-2 0,-2-5 8 0,2 5 1 0,-1-9 0 15,1 9 4-15,2-9 0 0,-2 9 9 0,2-11-5 16,-1 7 9-16,0-1-4 0,-1 5 7 0,2-9 4 16,-1 5 3-16,-1 4-10 0,2-8-19 0,-2 8-26 15,0-7-16-15,0 7-32 0,0 0-158 0,0 0-299 16,0 0 133-16</inkml:trace>
        </inkml:traceGroup>
        <inkml:traceGroup>
          <inkml:annotationXML>
            <emma:emma xmlns:emma="http://www.w3.org/2003/04/emma" version="1.0">
              <emma:interpretation id="{7A110964-4EAC-4DF8-BB1F-4399FC68F912}" emma:medium="tactile" emma:mode="ink">
                <msink:context xmlns:msink="http://schemas.microsoft.com/ink/2010/main" type="inkWord" rotatedBoundingBox="10169,4169 10877,4170 10876,4600 10168,4598"/>
              </emma:interpretation>
              <emma:one-of disjunction-type="recognition" id="oneOf49">
                <emma:interpretation id="interp65" emma:lang="" emma:confidence="1">
                  <emma:literal/>
                </emma:interpretation>
              </emma:one-of>
            </emma:emma>
          </inkml:annotationXML>
          <inkml:trace contextRef="#ctx0" brushRef="#br0" timeOffset="-384391.9112">-3114 3465 154 0,'0'0'244'0,"-4"-3"-12"0,4 3-13 0,0 0-15 15,0 0-12-15,0 0-13 0,0 0-10 0,0 0-11 16,0 0-12-16,0 0-11 0,0 0-11 0,0 0-11 16,0 0-4-16,9 12-8 0,-9-12-10 0,3 3-5 0,-3-3-3 15,4 6-9-15,-2-3-3 0,1 0-2 0,-1 0-11 16,-2-3 2-16,4 7-3 0,-2-5-6 15,-2-2 5-15,2 6-11 0,-2-6-6 0,3 7 1 16,-2-3-4-16,-1-4-4 0,2 7-3 0,-2-7 1 0,0 5-8 16,0-5 3-16,0 0-5 0,-6 7-10 15,3-5-20-15,3-2-18 0,-7 4-16 0,1-3-22 0,0 1-33 16,-2-2-47-16,1 0-47 0,0 0-49 0,-1 0-215 16,0-1-493-16,0 0 219 0</inkml:trace>
          <inkml:trace contextRef="#ctx0" brushRef="#br0" timeOffset="-384157.5569">-3242 3528 112 0,'0'0'211'0,"0"0"-13"0,0 0-15 0,0 0-3 15,0 0-5-15,0 0-1 0,4 18-5 0,-3-12-2 16,1 3-2-16,0 0-9 0,-1-1-5 0,-1 0-10 15,0 2-3-15,0-1-9 0,0 0-11 0,-2 0-8 16,-2 3-11-16,0-4-8 0,-2 3-8 0,0 1-12 16,-3-3-4-16,0 1-9 0,0 0-31 0,0-2-29 15,-1-3-46-15,0 1-49 0,0-1-52 0,3-3-68 16,0 0-227-16,0-1-480 0,0-1 213 0</inkml:trace>
          <inkml:trace contextRef="#ctx0" brushRef="#br0" timeOffset="-383563.8195">-3238 3317 142 0,'0'0'180'0,"0"0"-10"0,0 0-16 15,0 0-11-15,0 0-9 0,0 0-11 0,0 0-5 16,0 0-13-16,0 0-4 0,0 0-13 0,0 0-5 16,0 0-2-16,0 0 0 0,0 0-1 0,0 0 0 15,-9 12 4-15,9-12-7 0,-5 1 1 0,5-1-1 0,-6 2-3 16,2-1-2-16,4-1-4 0,-7 0-3 16,7 0-9-16,-9-1-3 0,3-1-5 0,0 1-1 15,0-1-6-15,-1 0-2 0,2 0-2 0,0 0-1 0,0-1-4 16,1 0 1-16,-1 0 3 0,0 0 2 0,2 0-3 15,3 3 0-15,-4-4-7 0,4 4-3 0,-6-3-2 16,6 3-4-16,-5-4-5 0,5 4-16 0,-7-1-35 16,7 1-47-16,-9 3-51 0,5-3-68 0,-4 2-243 15,1 0-482-15,1 3 213 0</inkml:trace>
          <inkml:trace contextRef="#ctx0" brushRef="#br0" timeOffset="-383923.1966">-3385 3406 109 0,'0'0'246'0,"0"0"-5"0,0 0-9 16,8 9-5-16,-8-9-12 0,3 9-8 0,1-1-9 15,-3-1-16-15,1 2-12 0,-1 0-6 0,0 1-14 16,1-2-10-16,-2 2-13 0,2-3-15 0,-2 2-13 16,1 0-4-16,-2-2-24 0,2 1-39 0,-2-1-43 15,1-1-56-15,0-6-70 0,-2 8-71 0,-1-5-225 0,3-3-468 16,-3 3 208-16</inkml:trace>
          <inkml:trace contextRef="#ctx0" brushRef="#br0" timeOffset="-382860.7655">-3580 3513 208 0,'5'9'231'0,"-5"-9"-11"0,6 3-9 0,-4-2-12 15,2 3-13-15,0-3-8 0,0 0-11 0,0 2-7 16,2 2-17-16,0-2-6 0,-2-1-15 0,0 2-7 15,0-1-11-15,-1 0-6 0,0 1-1 0,0 0-7 16,-1 0-3-16,0 0-5 0,-2-4-6 0,2 8-9 16,-2-8-6-16,-1 8 0 0,1-8-10 0,-2 7-3 15,2-7-4-15,-4 5-7 0,-1-2-7 0,5-3-9 16,-7 1-7-16,4-1-12 0,3 0-3 0,-8-1-8 16,8 1-3-16,-9-4-2 0,6 2-3 0,-2-3 2 15,2 1 1-15,3 4 1 0,-6-9 3 0,5 3 1 0,1-2-2 16,-1 2 1-16,0-2 3 0,1 1 0 0,-1-2 0 15,1 0 4-15,0 3 5 0,0-1 0 16,1-1 2-16,-1 8 5 0,0-10-5 0,0 10-1 0,1-7 2 16,-1 7-3-16,0-6-2 0,0 6 0 0,0 0-1 15,0 0 3-15,0 0-2 0,0 0 1 0,0 0-1 16,0 0 3-16,0 0-2 0,0 0 1 0,0 0-4 16,0 0 3-16,0 0 0 0,0 0-2 0,-5 20 3 15,3-17-6-15,0 1 4 0,2-4-12 0,-5 5 1 16,3-2 1-16,-1 0-5 0,3-3-2 0,-7 5-6 15,4-4-4-15,3-1-6 0,-8 3 7 0,4-3-6 16,4 0 6-16,-9 0-2 0,4 0 3 0,5 0 1 16,-10-3 3-16,4 0 3 0,0 1 1 0,0-2 3 15,2 1 3-15,-2 0-5 0,3 0 13 0,-1 0 10 16,0 0 5-16,1 0 0 0,-1-1 3 0,1 0 1 16,3 4 4-16,-3-5-3 0,0 0 10 0,0 2 4 0,3 3 7 15,-3-6 0-15,3 6 2 0,-3-5 2 0,3 5-2 16,-2-4-1-16,2 4-1 0,0 0-7 15,0 0-1-15,0 0-2 0,0 0-3 0,0 0-1 16,0 0 5-16,0 0-4 0,0 0 1 0,0 0 1 0,9 12-5 16,-7-9 0-16,1 2 0 0,1-1-2 0,0 3 3 15,-1-1-3-15,-1 2-1 0,-2-1 1 0,0-1 2 16,-2 0-9-16,1 2 3 0,-3 0 5 0,0-2-6 16,-2 4-5-16,-1-4-3 0,-2 0-12 0,0 2-15 15,0-1-26-15,-2-3-34 0,0 1-41 0,0-3-68 16,2-1-73-16,0-1-246 0,2-1-548 0,1-1 243 15</inkml:trace>
        </inkml:traceGroup>
        <inkml:traceGroup>
          <inkml:annotationXML>
            <emma:emma xmlns:emma="http://www.w3.org/2003/04/emma" version="1.0">
              <emma:interpretation id="{4AE089E7-AC1F-4F91-BA78-899A697D3AD3}" emma:medium="tactile" emma:mode="ink">
                <msink:context xmlns:msink="http://schemas.microsoft.com/ink/2010/main" type="inkWord" rotatedBoundingBox="11030,4207 12474,4211 12473,4559 11029,4556"/>
              </emma:interpretation>
              <emma:one-of disjunction-type="recognition" id="oneOf50">
                <emma:interpretation id="interp66" emma:lang="" emma:confidence="1">
                  <emma:literal/>
                </emma:interpretation>
              </emma:one-of>
            </emma:emma>
          </inkml:annotationXML>
          <inkml:trace contextRef="#ctx0" brushRef="#br0" timeOffset="-388969.6826">-1600 3365 24 0,'0'0'316'0,"3"-7"-15"0,-3 7-26 0,2-6-26 0,0 3-25 15,-2 3-23-15,3-4-19 0,-3 4-26 0,0 0-31 16,0 0-54-16,0 0-71 0,0 0-79 0,0 0-99 15,0 0-134-15,0 0-337 0,0 0 150 0</inkml:trace>
          <inkml:trace contextRef="#ctx0" brushRef="#br0" timeOffset="-389172.7923">-1568 3505 1 0,'0'0'213'16,"0"0"-3"-16,0 0-7 0,8 16-3 0,-7-12-3 15,-1 2-14-15,2 1-13 0,-1 2-7 0,-1-2-8 16,0 0-15-16,-1-1-13 0,-1 2-3 0,0 1-16 0,-2 1-8 15,1-1-13-15,-1-1-5 0,-3-1-9 0,1 2-5 16,-4-2-10-16,3-1-11 0,-1 0-20 0,0-2-24 16,1-2-32-16,-1 0-34 0,1 1-45 0,-2-3-49 15,2 0-240-15,-1-1-431 0,2-2 191 0</inkml:trace>
          <inkml:trace contextRef="#ctx0" brushRef="#br0" timeOffset="-389407.1618">-1499 3335 81 0,'0'0'261'0,"0"0"-15"0,0 0-10 0,0 0-15 0,0 0-10 16,2 12-9-16,-2-12-6 0,2 8-15 0,-1-2-12 15,1 2-11-15,-1-2-20 0,0 3-4 16,0 0-13-16,-1 0-16 0,1 0-4 0,-1 0-8 0,-1 1-11 16,4 2-6-16,-3 3-11 0,0-6-26 0,0 3-31 15,2-3-41-15,-2 1-48 0,-2-2-60 0,1 0-65 16,-2 0-239-16,1-1-480 0,-1-2 213 0</inkml:trace>
          <inkml:trace contextRef="#ctx0" brushRef="#br0" timeOffset="-386016.7547">-2833 3442 202 0,'2'-4'279'15,"-2"4"-9"-15,3-5-17 0,-3 5-24 0,4-6-21 0,-4 6-19 16,2-3-15-16,-2 3-24 0,0 0-15 0,5-4-43 16,-5 4-50-16,0 0-72 0,5-1-85 0,-5 1-232 15,0 0-375-15,8 6 166 0</inkml:trace>
          <inkml:trace contextRef="#ctx0" brushRef="#br0" timeOffset="-386173.0246">-2735 3518 109 0,'0'0'253'0,"0"0"-13"0,0 0-12 0,0 0-9 16,0 0-11-16,0 0-11 0,0 0-9 0,10 12-9 16,-8-10-7-16,-2-2-16 0,5 7-3 0,-2-3-11 0,-1-2-15 15,-2-2-10-15,5 7-7 0,-2-2-7 16,-3 0-3-16,2 0-11 0,-2-1-3 0,2 1-13 15,-1 1 2-15,-1-6-6 0,0 9-11 0,0-3-13 0,0 0 4 16,0-6-5-16,-2 11 0 0,1-4-4 0,-1-2-4 16,-1 1-1-16,-1 0-2 0,0 0-10 15,0-2 3-15,-1 0-3 0,-1-2-7 0,0 3 7 0,-2-2-5 16,2 1 1-16,-1-1-1 0,-2-2-3 0,1 2-6 16,-2-1 5-16,0 0-1 0,1-1-9 0,-2-4 6 15,1 3 1-15,2 0-7 0,-3-2 3 0,0-1 0 16,4 1 0-16,-2-4 4 0,-1 3-4 0,4-2-1 15,-2-4-1-15,2 3-9 0,-1 0 8 0,3-1-1 16,-1-2-13-16,1 0-4 0,1-1-14 0,1 2-17 16,0-3-20-16,3 3-23 0,-2-4-36 0,2 3-45 15,0-1-36-15,2 2-28 0,1 0-75 0,-1 0-157 16,1 1-503-16,0 0 222 0</inkml:trace>
          <inkml:trace contextRef="#ctx0" brushRef="#br0" timeOffset="-386594.8379">-2484 3650 171 0,'0'0'246'0,"0"0"-19"0,0 0-21 0,0 0-17 15,0 0-24-15,-12 8-15 0,9-7-14 0,-4 1-17 16,-1-1-25-16,-2-1-39 0,2 1-52 0,-2 1-56 15,1-2-78-15,2-2-133 0,-1 0-284 0,1 0 127 16</inkml:trace>
          <inkml:trace contextRef="#ctx0" brushRef="#br0" timeOffset="-385563.6809">-2221 3674 76 0,'0'0'239'16,"0"0"-17"-16,0 0-10 0,-13 4-19 0,8-1-18 15,5-3-9-15,-13-1-18 0,7 1-13 0,-1 1-13 16,-1-1-11-16,1 0-16 0,3 1-31 0,-2-2-49 16,6 1-69-16,-8-1-80 0,5-2-164 0,3 3-323 15,-3-6 144-15</inkml:trace>
          <inkml:trace contextRef="#ctx0" brushRef="#br0" timeOffset="-386797.9656">-2148 3491 158 0,'13'5'209'0,"-13"-5"-20"0,6 3-8 0,-4-1-10 0,-2-2-9 15,7 6-16-15,-6-2-11 0,1-2-11 0,1 2-8 16,0 1-15-16,-3-5-10 0,4 8-7 0,-4-4-11 15,2 0-1-15,-2-4-9 0,3 8-6 0,-3-8-3 16,1 6-5-16,1-1-6 0,-2-5-7 0,0 7-6 16,0-7 1-16,0 6-4 0,0-6-2 0,-3 6-10 15,3-6-15-15,-5 2 2 0,5-2-5 0,-6 1 0 16,6-1-8-16,-6 2 2 0,6-2-5 0,-6-2 2 16,6 2 2-16,-6-4-2 0,6 4 0 0,-4-6 7 15,1 1-3-15,3 5 1 0,-3-6 3 0,2 0 1 16,1 6 8-16,-2-8 2 0,2 8 3 0,1-10 2 15,-2 6 10-15,1 4 7 0,-1-10 1 0,1 10-1 0,1-8 4 16,-1 8 4-16,1-8 5 0,-1 8-7 0,0-6 1 16,0 6-3-16,0-8-3 0,0 8 1 0,0 0-6 15,0 0-1-15,-2-7 2 0,2 7-4 0,0 0-5 16,0 0 1-16,0 0-7 0,0 0 2 0,0 0 1 16,0 0-5-16,0 0 2 0,0 0-1 0,0 0-1 15,0 0-2-15,0 0 2 0,-8 14-1 0,6-12 2 16,-1 3-4-16,3-5 0 0,-5 6 2 0,2-3-3 15,0 0 1-15,-1 0-5 0,1 0-5 0,-3 0 3 16,0 0-6-16,1 0-6 0,-1-1-3 0,0-2 0 16,-1 2-1-16,0-1-8 0,0 0 2 0,1-2 1 15,-1 1 1-15,7 0 1 0,-9-3 4 0,4 2 0 16,0-1-2-16,2 0 3 0,3 2 0 0,-6-8 4 16,5 4 4-16,1 4-2 0,-2-7 2 0,2 7 0 15,-2-8 4-15,2 8 5 0,-1-8 8 0,1 8 8 16,-1-6 1-16,1 6 6 0,0 0 7 0,-1-6-3 0,1 6 0 15,0 0-2-15,0 0-1 0,0 0-3 0,0 0-5 16,0 0-4-16,0 0 2 0,0 0-3 0,0 0-1 16,0 0-5-16,0 0 4 0,0 0-3 0,0 0-2 15,0 0-3-15,0 0 6 0,0 0-9 0,0 0 4 16,5 17 0-16,-5-17 4 0,-1 8-6 0,1-8 4 16,-4 7-2-16,4-7 1 0,-2 6-1 0,-1-3 1 15,3-3-5-15,-3 3 2 0,3-3-6 0,-6 6-2 16,4-4-1-16,2-2-4 0,-7 2-3 0,7-2 3 15,-9 1 0-15,9-1-1 0,-7-3 3 0,3 1 1 16,-1-1 1-16,2 0-2 0,-1-1 1 0,-1-1 1 16,2 0 0-16,-1-1 2 0,1-1 2 0,0 1-3 15,0-3 2-15,0 3 0 0,3-2 0 0,-3-2 4 0,2-2-1 16,1 3-2-16,-2 0 3 0,2-1 2 16,-3 1 2-16,2-1 2 0,0 3 0 0,2-2 2 15,-2 0 6-15,0 3 0 0,1 6 3 0,0-10 5 0,0 10-4 16,-1-7 1-16,1 7-2 0,0-6-1 0,0 6-4 15,0 0-3-15,0 0-1 0,0 0-4 0,0 0 5 16,0 0-2-16,0 0-3 0,0 0 6 0,0 0-1 16,0 0 4-16,4 18-2 0,-3-11 5 0,-1-2-3 15,2 3 3-15,-4-1 2 0,2 0-1 0,-1 3-2 16,1-3 0-16,0 2-8 0,-1 0 6 0,0 0 3 16,-1-1-6-16,0 1-3 0,1 0 5 0,-3-2-2 15,2 3-2-15,-2-4 0 0,2 1-4 0,-1-1 2 0,-4 1 0 16,3-2-6-16,-3-2 5 0,3 2-4 0,-2-3-2 15,2 0-5-15,-1 1-1 0,-1-3-5 0,6 0 2 16,-9 1 0-16,6-2 5 0,3 1-8 0,-12-3 1 16,6 0-1-16,3 1 4 0,-1-3-6 0,-2 0 4 15,1 2 1-15,1-1 1 0,1 0 2 0,0 0 0 16,1-2 0-16,0 1-1 0,-2 1 3 0,4 4 2 16,-2-9 1-16,1 6 1 0,1 3 1 0,-3-6 4 15,3 6-2-15,-1-6 1 0,1 6 0 0,0 0 3 16,0 0-1-16,-1-8-2 0,1 8 2 0,0 0 0 15,0 0-1-15,0 0 1 0,0 0 1 0,0 0-1 16,0 0 1-16,0 0 2 0,0 0-2 0,0 0-1 16,0 0 2-16,8 15 1 0,-8-15 0 0,-2 8-4 15,2-8-2-15,0 11 4 0,-1-7-3 0,-1 4 2 16,-1-3 0-16,-1 0 0 0,2 1 0 0,-1-2 0 16,-1 0-2-16,-2 0 2 0,0 2-10 0,0-3-1 0,0-1-8 15,-2 1 0-15,0 0-3 0,0-2-5 0,1-1-5 16,0 1-3-16,-1-2 2 0,1 1-1 15,1-3 2-15,0 1 1 0,0 0 1 0,3 0 3 0,-2-1 2 16,2 0 0-16,3 3 3 0,-5-7 1 0,3 3 2 16,2 4 1-16,-4-6 5 0,4 6-1 0,-1-6-2 15,1 6 1-15,0 0 1 0,0 0 0 0,0 0 0 16,7-8 3-16,-7 8 1 0,3-1 1 0,-3 1 3 16,0 0 1-16,8 0 2 0,-8 0 2 0,7 5 7 15,-2-2 3-15,-1-1 6 0,-1 2 2 0,1 0 0 16,0 1 2-16,-2 1 1 0,0 0 0 0,-2 1 1 15,0 0-2-15,0 0-1 0,-2 1 0 0,0 1-3 16,0-1-2-16,-2 0-3 0,0-2-3 0,-1 2-1 16,1-1-15-16,-2 1-16 0,0-2-23 0,1 0-39 15,-1-1-47-15,1 0-53 0,0-2-76 0,1 0-169 16,0 0-462-16,4-3 204 0</inkml:trace>
          <inkml:trace contextRef="#ctx0" brushRef="#br0" timeOffset="-388610.3517">-2011 3342 2 0,'0'0'280'0,"0"0"-12"0,0 0-9 0,0 0-9 16,0 0-9-16,0 0-14 0,0 0-15 0,0 0-13 15,10 12-13-15,-8-5-9 0,1 1-11 0,0 4-9 16,0-6-16-16,0 4-2 0,-1 2-11 0,-1 0-12 0,-1 1-14 16,2 0-13-16,-3-1-4 0,1-2-14 0,-1 2-29 15,0 2-41-15,-2-5-56 0,0 0-64 0,-1-1-81 16,2-1-90-16,-1 1-189 0,-1-1-520 0,1 0 231 15</inkml:trace>
          <inkml:trace contextRef="#ctx0" brushRef="#br0" timeOffset="-388251.002">-1844 3545 119 0,'0'0'149'0,"0"0"-8"0,0 0-17 0,0 0-10 0,0 0-9 16,0 0-8-16,0 0-9 0,0 0-13 0,0 0-10 16,0 0-7-16,0 0 5 0,-12 1-5 0,12-1-1 15,0 0 4-15,-8-4-3 0,4 1-7 0,4 3 0 16,-4-6-4-16,4 6-3 0,-4-5 0 0,4 5-2 15,-2-5-5-15,2 5-2 0,0-7-6 0,0 7 2 16,1-7 0-16,-1 7-1 0,2-7 0 0,-2 7-1 16,5-5 0-16,-3 3-9 0,-2 2 2 0,7-4 0 15,-3 3 0-15,-4 1-6 0,7-1 1 0,-7 1-4 16,0 0-1-16,7 3 1 0,-7-3 0 0,6 5-2 16,-4-4-5-16,-2-1 5 0,2 8-7 0,-1-4-13 15,-1-4-25-15,0 9-48 0,0-9-68 0,-2 9-171 0,0-3-346 16,-2 0 154-16</inkml:trace>
        </inkml:traceGroup>
        <inkml:traceGroup>
          <inkml:annotationXML>
            <emma:emma xmlns:emma="http://www.w3.org/2003/04/emma" version="1.0">
              <emma:interpretation id="{2D624BD6-9BBE-4BCD-9A0F-F91FDBCDB6E7}" emma:medium="tactile" emma:mode="ink">
                <msink:context xmlns:msink="http://schemas.microsoft.com/ink/2010/main" type="inkWord" rotatedBoundingBox="12728,4189 13352,4190 13351,4535 12727,4534"/>
              </emma:interpretation>
              <emma:one-of disjunction-type="recognition" id="oneOf51">
                <emma:interpretation id="interp67" emma:lang="" emma:confidence="1">
                  <emma:literal/>
                </emma:interpretation>
              </emma:one-of>
            </emma:emma>
          </inkml:annotationXML>
          <inkml:trace contextRef="#ctx0" brushRef="#br0" timeOffset="-391610.134">-606 3481 22 0,'-6'16'187'0,"6"-16"-8"0,1 5-14 16,-1-5-13-16,0 0-11 0,0 9-16 0,0-9-3 15,-1 6-16-15,1-6-8 0,0 7-7 0,0-7-9 16,0 7-5-16,0-7-3 0,-2 6-4 0,2-6-1 16,-4 3-6-16,1 0-9 0,3-3-3 0,-6 4-6 15,6-4 0-15,-6 2-5 0,1-1-8 0,5-1 4 16,-10 0-2-16,6-1-9 0,-2 1 7 0,6 0 0 15,-9-2-4-15,3-2-5 0,1 1-3 0,-1 1 2 16,2-1-1-16,0-1 0 0,1 1-1 0,3 3-2 16,-6-7 3-16,3 4 5 0,0-1 6 0,0 1 6 0,3 3 6 15,-5-6 2-15,4 2 6 0,1 4-2 16,-4-5-1-16,4 5-2 0,-2-5 0 0,2 5-2 16,0 0-2-16,-3-4-9 0,3 4-1 0,0 0-2 0,0 0-7 15,0 0-1-15,0 0-1 0,0 0-4 0,0 0-1 16,0 0 0-16,0 0-5 0,0 0-1 0,0 0 0 15,0 0 0-15,2 17-8 0,-2-17 6 0,1 7-4 16,-1-7 0-16,0 6 0 0,0-6 2 0,0 0-3 16,-4 8 3-16,0-5-2 0,2 0 0 0,2-3 0 15,-8 5 0-15,4-2 4 0,-2-2-4 0,-1 1-5 16,0-1-2-16,0-1-6 0,0 1-4 0,-1-1-7 16,1 0-4-16,0 1-14 0,1-1-19 0,-1-1-24 15,7 1-25-15,-10-1-30 0,5 1-35 0,5 0-44 16,-7-3-194-16,3 1-441 0,4 2 195 0</inkml:trace>
          <inkml:trace contextRef="#ctx0" brushRef="#br0" timeOffset="-391391.3814">-682 3629 216 0,'0'0'290'0,"0"0"-18"0,3-6-18 16,-3 6-20-16,0 0-23 0,3-5-19 0,-3 5-22 15,0 0-14-15,0 0-17 0,2-7-31 0,-2 7-39 16,0 0-49-16,0 0-54 0,0 0-56 0,0 0-56 16,0 0-198-16,0 0-372 0,0 0 165 0</inkml:trace>
          <inkml:trace contextRef="#ctx0" brushRef="#br0" timeOffset="-391157.0235">-790 3657 47 0,'0'0'259'0,"0"0"-5"0,0 0-14 0,0 0-18 16,-9 2-18-16,9-2-12 0,-6 0-17 0,6 0-18 16,-8 0-16-16,8 0-14 0,-9 0-20 0,2 0-23 15,2-1-30-15,5 1-42 0,-10-1-46 0,6 0-47 16,4 1-56-16,-6-4-201 0,6 4-365 0,-4-4 162 16</inkml:trace>
          <inkml:trace contextRef="#ctx0" brushRef="#br0" timeOffset="-390032.1138">-883 3387 244 0,'0'0'239'0,"0"0"-12"0,0 0-12 0,0 0-23 15,0 0-13-15,-12-4-20 0,12 4-18 0,-6-1-6 16,6 1-16-16,-9-1-10 0,4 1-10 0,5 0-11 15,-7-3-10-15,3 1-5 0,4 2-10 0,-8-4-8 16,4 1-7-16,2 0-5 0,2 3-9 0,-4-5-1 16,4 5-8-16,-3-8-7 0,3 8-3 0,0-8-7 0,0 8-9 15,-1-8-8-15,1 8-14 0,0-7-19 16,0 7-26-16,0 0-40 0,0-10-52 0,0 10-212 16,0-6-402-16,0 6 178 0</inkml:trace>
          <inkml:trace contextRef="#ctx0" brushRef="#br0" timeOffset="-390266.4847">-841 3460 123 0,'0'0'214'0,"0"0"-8"0,0 0-15 16,0 0-10-16,0 0-10 0,0 0-17 0,0 0-11 16,0 0-7-16,0 0-7 0,0 0-11 0,0 0-11 15,3 18-7-15,-3-18-13 0,0 0-7 0,-3 9-6 16,3-9-8-16,-3 7-7 0,2-4-6 0,1-3-3 0,-5 5-6 16,3-1-3-16,2-4-3 0,-7 4-4 0,3-1-6 15,0-2 2-15,4-1-8 0,-8 2-3 16,4-2-8-16,0 1-3 0,4-1-5 0,-9-1 3 0,9 1-4 15,-7-3 0-15,7 3-4 0,-7-2 3 0,4 0-2 16,3 2 1-16,-3-7 0 0,3 7-8 0,-2-5 13 16,2 5-4-16,-2-5-3 0,2 5 3 0,0 0 4 15,0-6 3-15,0 6-1 0,0 0 4 0,0 0 0 16,0 0 1-16,0 0-5 0,0-8 1 0,0 8-4 16,0 0 0-16,0 0-1 0,0 0 2 0,0 0-2 15,0 0 2-15,0 0 0 0,0 0-3 0,0 0 0 16,0 0-2-16,-3 20 0 0,1-17-2 0,0 1 1 15,-1 0-10-15,-3 0-1 0,2-1-10 0,-1 1-8 0,-1 0-15 16,0-2 2-16,0 2-4 0,0-3 0 16,-1 1-3-16,2-1 0 0,-1 0 4 0,0-2 4 15,-1 1-2-15,7 0 6 0,-10-3 3 0,3 3 11 0,2-3 4 16,0 1 1-16,1 0 4 0,-1 0 10 0,5 2-1 16,-6-4 8-16,2 2 8 0,4 2 9 0,-4-3 7 15,4 3 7-15,-5-2 8 0,5 2 4 0,0 0 5 16,-4-3 1-16,4 3 2 0,0 0-3 0,0 0 1 15,0 0-4-15,0 0-3 0,0 0 0 0,0 0-6 16,0 0-2-16,0 0 0 0,0 0-4 0,0 0 1 16,0 0 3-16,0 0-2 0,0 0 3 0,11 8 2 15,-9-5-5-15,1 1 3 0,-3-4-5 0,4 7 1 16,-2-5 0-16,0 3-3 0,0 0 3 0,-2-5 2 16,2 7-6-16,0-4-1 0,-2-3 2 0,0 9-2 15,0-9-1-15,0 9 3 0,0-5-5 0,0-4-5 16,-2 8-3-16,2-8 4 0,-2 9-1 0,1-4-5 0,-1-1 4 15,2-4-3-15,-4 6-1 0,1 2-1 16,0-6 3-16,0 2-7 0,0-1-3 0,3-3 2 16,-9 4-2-16,6-2 2 0,-3 0-3 0,-1-1-1 0,1 1 0 15,-1-3 0-15,0 1 1 0,-1 0 0 0,1 0-2 16,-1 0 3-16,0-1-5 0,-3-3-1 0,0 2 1 16,-1-1 6-16,1-2-4 0,1 1-1 0,2 1 0 15,-1-3-1-15,2 1-4 0,1-1 4 0,0 1-1 16,1-2 1-16,1-1-4 0,1 1-2 0,0-1-7 15,3 1-4-15,0-2-9 0,0 2-10 0,1-1-9 16,1-1-10-16,2 2-17 0,-1 0-22 0,1 0-26 16,1-1-21-16,1 1-39 0,2 1-48 0,-1-1-242 15,1 0-506-15,1 1 225 0</inkml:trace>
        </inkml:traceGroup>
        <inkml:traceGroup>
          <inkml:annotationXML>
            <emma:emma xmlns:emma="http://www.w3.org/2003/04/emma" version="1.0">
              <emma:interpretation id="{04B0764C-63BA-4BD1-AE95-D14863D529E7}" emma:medium="tactile" emma:mode="ink">
                <msink:context xmlns:msink="http://schemas.microsoft.com/ink/2010/main" type="inkWord" rotatedBoundingBox="13569,4209 14042,4210 14041,4470 13568,4468"/>
              </emma:interpretation>
              <emma:one-of disjunction-type="recognition" id="oneOf52">
                <emma:interpretation id="interp68" emma:lang="" emma:confidence="1">
                  <emma:literal/>
                </emma:interpretation>
              </emma:one-of>
            </emma:emma>
          </inkml:annotationXML>
          <inkml:trace contextRef="#ctx0" brushRef="#br0" timeOffset="-396031.7329">-304 3355 236 0,'3'-6'323'0,"-3"6"-16"16,3-3-24-16,-3 3-27 0,0 0-23 0,3-8-23 16,-3 8-26-16,0 0-17 0,0-4-25 0,0 4-36 15,0 0-41-15,0 0-53 0,0 0-59 0,0 0-82 16,0 0-95-16,0 0-130 0,0 0-384 0,0 0 170 16</inkml:trace>
          <inkml:trace contextRef="#ctx0" brushRef="#br0" timeOffset="-396219.2297">-208 3483 190 0,'0'0'225'0,"0"0"-18"0,0 0-14 0,0 0-12 0,0 0-12 15,0 0-12-15,0 0-3 0,0 13-7 0,0-13-11 16,-2 8-9-16,0-3-3 0,-1 2-14 0,1-4-7 16,2-3-6-16,-3 7-7 0,0-2 0 0,0-2 3 15,0 2-12-15,0-1-10 0,-1-2-6 0,4-2-3 16,-7 5-6-16,3-3-1 0,0 1-8 0,4-3 0 16,-7 2-9-16,2-1 4 0,5-1-6 0,-7 0-7 15,7 0-4-15,-7-3-1 0,4 0-5 0,3 3 2 16,-6-4-1-16,3 0-4 0,0 0 2 0,1-1 0 15,2 5 3-15,-2-12-4 0,0 5-3 0,1-1 3 16,0 1-1-16,1-1 4 0,-1 1-4 0,1 7 2 16,-1-9-1-16,1 9-2 0,0-7-1 0,0 7-1 15,-2-5-2-15,2 5 0 0,0 0-2 0,0 0-3 16,-5-2 1-16,5 2 2 0,0 0-5 0,0 0 1 16,-9 9 1-16,5-6 4 0,-1 3-6 0,-1-2-4 15,1 0-3-15,-1 0-6 0,-1 1-14 0,2-2-18 16,-1 0-10-16,-1 1-33 0,1-2-43 0,6-2-45 15,-9 3-53-15,4-3-263 0,5 0-529 0,0 0 233 0</inkml:trace>
          <inkml:trace contextRef="#ctx0" brushRef="#br0" timeOffset="-396656.7005">56 3510 143 0,'0'0'228'0,"0"0"-12"0,0 0-18 0,8 13-9 0,-8-13-8 16,3 3-13-16,-3-3-10 0,4 6-12 0,0-2-11 15,-4-4-9-15,3 6-11 0,-2-3-10 0,-1-3-10 16,3 7-9-16,-3-7-10 0,2 6-5 16,-2-6-5-16,0 6-4 0,0-6-8 0,-2 7-5 0,2-7-2 15,-4 7-5-15,4-7-4 0,-5 4-5 0,2 0-5 16,-1-3 0-16,0 1-2 0,0 0-10 0,0 1-7 16,4-3-1-16,-8-1-13 0,8 1-7 0,-10-2-6 15,7 1-3-15,-2-1-1 0,-1 0-1 0,0-2-3 16,1-1-2-16,1 0 1 0,-1 0 2 0,1 1 2 15,1-1-1-15,1-1 5 0,1 1 2 0,1-2 0 16,-1-1 3-16,1 1 0 0,0-1 0 0,1 1 5 16,1 1-1-16,-1-2-2 0,2 1 2 0,0 1 4 15,0 1 3-15,-1 1-1 0,-1 0 5 0,3-1-2 16,-4 5 5-16,4-5-1 0,-4 5 1 0,5-2-1 16,-5 2 1-16,7-1 1 0,-7 1 0 0,0 0-2 0,8 3 1 15,-5 0 4-15,-3-3 0 0,4 8 5 16,-2-5-6-16,-1 2 3 0,1 1-2 0,-2-1-2 15,0 2 1-15,0-7 1 0,-2 10-2 0,1-4 2 16,-3 0 0-16,0 0-3 0,0 1 1 0,-2-2 1 0,2 1-2 16,-2-3 1-16,0 0 2 0,0 0-3 0,-1 0-1 15,0 0 0-15,0-3 1 0,1 0 0 0,0 0-4 16,-1-1 1-16,-1-1 0 0,1 1-2 0,1-1 2 16,0-1 2-16,0-1 0 0,2 2 0 0,-1-4 3 15,2 1 18-15,2 1 2 0,-1 0 8 0,0-2 6 16,1 0 4-16,1-2 3 0,1-2 0 0,1-2 0 15,0-1-4-15,1 0-2 0,1-1-2 0,2-5-4 16,-3 6 8-16,2 0-15 0,-1 1-2 0,-2 2 1 16,1 4 2-16,0-1-5 0,-2 3-6 0,1 0-10 15,-2 4-17-15,2-5-33 0,-2 5-41 0,0 0-51 16,0 0-67-16,0 0-75 0,0 0-177 0,0 0-488 16,-10 14 216-16</inkml:trace>
        </inkml:traceGroup>
        <inkml:traceGroup>
          <inkml:annotationXML>
            <emma:emma xmlns:emma="http://www.w3.org/2003/04/emma" version="1.0">
              <emma:interpretation id="{0F7C92BC-15E8-4C69-BC49-F85882AC169F}" emma:medium="tactile" emma:mode="ink">
                <msink:context xmlns:msink="http://schemas.microsoft.com/ink/2010/main" type="inkWord" rotatedBoundingBox="14240,4251 14620,4252 14619,4480 14239,4479"/>
              </emma:interpretation>
              <emma:one-of disjunction-type="recognition" id="oneOf53">
                <emma:interpretation id="interp69" emma:lang="" emma:confidence="1">
                  <emma:literal>(</emma:literal>
                </emma:interpretation>
                <emma:interpretation id="interp70" emma:lang="" emma:confidence="0">
                  <emma:literal>&lt;</emma:literal>
                </emma:interpretation>
                <emma:interpretation id="interp71" emma:lang="" emma:confidence="0">
                  <emma:literal>.</emma:literal>
                </emma:interpretation>
                <emma:interpretation id="interp72" emma:lang="" emma:confidence="0">
                  <emma:literal>'</emma:literal>
                </emma:interpretation>
                <emma:interpretation id="interp73" emma:lang="" emma:confidence="0">
                  <emma:literal>€</emma:literal>
                </emma:interpretation>
              </emma:one-of>
            </emma:emma>
          </inkml:annotationXML>
          <inkml:trace contextRef="#ctx0" brushRef="#br1" timeOffset="128534.8971">662 3422 115 0,'0'0'222'0,"0"0"-5"0,0 0-8 0,0 0-10 16,0 0-6-16,0 0-8 0,-7 9-17 0,7-9-14 16,-2 5-3-16,2-5 0 0,-4 7-7 0,4-4-2 0,-3 2-4 15,0-1-12-15,0 1-8 0,0-1 6 0,1 0-14 16,-2 2-10-16,0-2 6 0,-2 2-18 0,2 0-6 15,0-3-8-15,0 1-8 0,2-1-5 0,-2 1-2 16,1 0-8-16,1 1-9 0,-2 0-2 0,3-1-4 16,1-4-5-16,-4 8 1 0,2-3 0 0,2-5-7 15,0 9-3-15,0-5 0 0,0-4-3 0,2 10-2 16,0-6-1-16,1 1-4 0,3 0-15 0,0-1-18 16,-1 0-24-16,2 1-27 0,-1-2-32 0,0 2-45 15,0-1-54-15,0-1-74 0,-2 0-228 0,-1-2-545 16,-3-1 241-16</inkml:trace>
          <inkml:trace contextRef="#ctx0" brushRef="#br0" timeOffset="-393281.8609">368 3520 164 0,'0'0'202'16,"0"0"-14"-16,0 0-19 0,0 0-13 0,0 0-4 15,0 0-13-15,14 6-3 0,-14-6-14 0,5 5-8 16,-5-5-14-16,5 4-11 0,-2-2-4 0,-3-2 0 16,5 6-8-16,-3-5-3 0,1 2-8 0,-3-3-5 15,3 8-2-15,-3-5-10 0,0-3-5 0,3 6-3 16,-3-6-6-16,0 6-4 0,0-6 3 0,-1 9-4 0,1-9-3 16,0 0-3-16,-2 8-4 0,0-5 2 0,2-3-4 15,0 0-3-15,-5 6-6 0,5-6-3 16,-5 1-6-16,5-1 6 0,-6 0-6 0,6 0 1 15,0 0-7-15,-9-3 1 0,9 3 1 0,-5-4 1 0,5 4 2 16,-3-6 11-16,3 6-12 0,-3-6-1 0,1 1-1 16,2 5 4-16,-1-7 3 0,1 7 2 0,-2-9 4 15,2 9 3-15,-1-9 2 0,1 9 3 0,1-8 2 16,-1 8 12-16,1-8 1 0,-1 8-1 0,1-6-6 16,-1 6 2-16,0-6-1 0,0 6-4 0,0 0-10 15,1-7-2-15,-1 7 1 0,0 0-2 0,0 0-3 16,1-5-3-16,-1 5 3 0,0 0-1 0,0 0 0 15,0 0-3-15,0 0 0 0,0 0-3 0,0 0 3 16,0 0 0-16,-10 13 3 0,7-10-2 0,-1 1 5 16,1 2-9-16,0-3 2 0,3-3 3 0,-6 5 0 15,4-4-6-15,-2 1 1 0,1 1 0 0,3-3-2 16,-9 2-3-16,5-1-2 0,4-1 3 0,-8 1 2 16,8-1-1-16,-8-2 3 0,8 2-3 0,-8-4 3 15,5 1-1-15,3 3 1 0,-4-4 2 0,4 4 9 16,-3-8 6-16,2 2 3 0,0 0 12 0,1 6 5 15,1-14 1-15,1 6-1 0,0 0 12 0,0-4-3 16,2 1-5-16,-1-2 2 0,1 1-10 0,-1 0-2 0,1 0-5 16,2 1-1-16,-3 3-3 0,1 0-8 0,0 2-31 15,-1 3-49-15,-3-2-61 0,0 5-84 16,0 0-295-16,0 0-550 0,0 0 243 0</inkml:trace>
        </inkml:traceGroup>
      </inkml:traceGroup>
    </inkml:traceGroup>
    <inkml:traceGroup>
      <inkml:annotationXML>
        <emma:emma xmlns:emma="http://www.w3.org/2003/04/emma" version="1.0">
          <emma:interpretation id="{E712D130-EBD7-4ADB-916D-00B9387451CE}" emma:medium="tactile" emma:mode="ink">
            <msink:context xmlns:msink="http://schemas.microsoft.com/ink/2010/main" type="paragraph" rotatedBoundingBox="14692,3516 11243,3548 11238,3005 14687,2973" alignmentLevel="1"/>
          </emma:interpretation>
        </emma:emma>
      </inkml:annotationXML>
      <inkml:traceGroup>
        <inkml:annotationXML>
          <emma:emma xmlns:emma="http://www.w3.org/2003/04/emma" version="1.0">
            <emma:interpretation id="{2A224489-A7F6-4CF6-91FC-45C7F786F92D}" emma:medium="tactile" emma:mode="ink">
              <msink:context xmlns:msink="http://schemas.microsoft.com/ink/2010/main" type="line" rotatedBoundingBox="14692,3516 11243,3548 11238,3005 14687,2973"/>
            </emma:interpretation>
          </emma:emma>
        </inkml:annotationXML>
        <inkml:traceGroup>
          <inkml:annotationXML>
            <emma:emma xmlns:emma="http://www.w3.org/2003/04/emma" version="1.0">
              <emma:interpretation id="{43BF8940-E984-47E7-98E6-3D30D5A4E141}" emma:medium="tactile" emma:mode="ink">
                <msink:context xmlns:msink="http://schemas.microsoft.com/ink/2010/main" type="inkWord" rotatedBoundingBox="14692,3516 12962,3532 12957,2990 14687,2974"/>
              </emma:interpretation>
              <emma:one-of disjunction-type="recognition" id="oneOf54">
                <emma:interpretation id="interp74" emma:lang="" emma:confidence="1">
                  <emma:literal/>
                </emma:interpretation>
              </emma:one-of>
            </emma:emma>
          </inkml:annotationXML>
          <inkml:trace contextRef="#ctx0" brushRef="#br0" timeOffset="-411155.6541">445 2123 70 0,'0'0'211'0,"0"0"-18"0,0 0-11 16,0 0-10-16,0 0-17 0,0 0-5 0,0 0-3 15,0 0 2-15,0 0-1 0,-1 13-3 0,1-13-3 16,-9 11-4-16,4-7-7 0,-2 4-3 0,-2-1-23 16,0 1-9-16,-3-1-7 0,1 0-8 15,-4 1-22-15,-1 1-41 0,1-1-44 0,4-2-64 0,-1-2-81 16,2 1-233-16,0 1-438 0,2-3 195 0</inkml:trace>
          <inkml:trace contextRef="#ctx0" brushRef="#br0" timeOffset="-411546.246">329 2318 108 0,'0'0'198'0,"0"0"-11"0,0 0-10 15,0 0-3-15,0 0-19 0,0 0-14 0,0 0 0 16,0 0-9-16,0 0-10 0,0 0-10 0,7 14-9 15,-7-14 2-15,4 5-15 0,-4-5-5 0,3 6-12 16,-3-6-3-16,2 6 0 0,-2-6-12 0,0 7 1 16,0-7-7-16,-1 7-7 0,1-7 1 0,-2 6-4 15,2-6-4-15,-3 5-6 0,3-5 3 0,-5 4-7 0,3-2-1 16,2-2-4-16,-5 3 5 0,5-3-11 0,-6 1-3 16,1 1-8-16,5-2 7 0,-7 0-10 15,7 0 0-15,-7-2-3 0,3 1 0 0,-1-1 0 16,5 2-2-16,-8-3 1 0,5 0 7 0,-1 0-7 0,1-1 3 15,3 4-3-15,-4-10 4 0,2 7 3 0,0-1-2 16,2 4 3-16,-4-7 4 0,4 7 7 0,-1-8 5 16,1 8 7-16,-2-7 11 0,2 7 2 15,-1-7-1-15,1 7 12 0,0 0 3 0,1-10-2 0,-1 10 5 16,0 0-2-16,1-7-4 0,-1 7 2 0,0 0-5 16,0 0-6-16,0 0-10 0,0-6-3 0,0 6-4 15,0 0-1-15,0 0-8 0,0 0 2 16,0 0-6-16,0 0 3 0,0 0-2 0,0 0 3 0,4 15-6 15,-4-15-2-15,2 7 5 0,-1-1-8 0,0-1 1 16,-1-5 3-16,0 10 1 0,1-4-2 0,-1-6 1 16,-1 8 0-16,1-8-1 0,-1 9-2 0,0-4 0 15,1-5-1-15,-3 7 11 0,2-2-9 0,-3-1 0 16,0-1 1-16,1-1 3 0,-2-1-6 0,-1 0 0 16,0 2 1-16,-2-2-3 0,1 0 3 0,-1-1-1 15,0 2 1-15,-2-4-1 0,-1 0-1 0,-2-1 0 16,1 3 3-16,-4-4 0 0,0-1-8 0,5 2-2 15,-1-1-2-15,2-1-2 0,-1-1-12 0,0 2-9 16,2-1-7-16,3 1-12 0,1-1-13 0,0 1-22 16,1 1-26-16,2-1-38 0,2 4-24 0,-2-8-54 15,2 8-44-15,6-13-222 0,-1 5-529 0,0 3 234 16</inkml:trace>
          <inkml:trace contextRef="#ctx0" brushRef="#br0" timeOffset="-410827.5291">302 2516 55 0,'0'0'249'0,"0"0"-6"0,0 0-10 15,0 0-6-15,0 0-21 0,0 0-23 0,0 0-17 0,0 0-19 16,0 0-9-16,0 0-14 0,-15 0-22 0,15 0-28 15,-13-3-42-15,8 1-60 0,-1 0-81 0,-1 0-232 16,-1 1-368-16,1-1 163 0</inkml:trace>
          <inkml:trace contextRef="#ctx0" brushRef="#br0" timeOffset="-410077.6082">-88 2386 64 0,'0'0'208'0,"0"0"-12"16,0 0-4-16,0 0-13 0,0 0-15 0,14 3-5 15,-14-3-15-15,5 4-3 0,-3 1-12 0,-2-5-8 0,5 6-13 16,-3-2-10-16,-2-4-9 0,3 6-9 15,-3-6-8-15,2 6-4 0,-2-1-6 0,0-5-8 16,1 8-7-16,-1-8 2 0,0 6-8 0,0-6-3 0,0 0-6 16,-3 7 3-16,3-7-9 0,-2 5-1 0,2-5-5 15,-4 2-1-15,4-2-7 0,0 0-7 0,-6-1 0 16,6 1 0-16,0 0-4 0,-9-6-1 0,6 4-2 16,1-2 2-16,2 4 1 0,-5-6 0 0,3 2-3 15,2 4 2-15,-4-7 3 0,4 7 1 0,-3-6-5 16,2 2 9-16,1 4-1 0,0 0 1 0,-2-9 0 15,2 9 3-15,-1-6-2 0,1 6-2 0,0 0-1 16,0-6 3-16,0 6-5 0,0 0 3 0,0 0-3 16,-1-6-3-16,1 6-3 0,0 0 4 0,0 0-2 15,0 0 2-15,0 0 1 0,0 0-3 0,0 0 9 16,0 0-7-16,0 0-3 0,0 0 3 0,0 0-2 16,-8 10 3-16,8-10-3 0,-5 7 0 0,2-5 3 15,0 2-5-15,-1-1-4 0,0-1-7 0,4-2-1 16,-10 3 0-16,3-1-5 0,3 1 2 0,-2-1-1 15,-2-1-3-15,2 0 4 0,-1-1 2 0,1 0-2 16,1 0 4-16,5 0 2 0,-10 0 0 0,6-2 2 16,4 2 2-16,-6-4 2 0,2 1 2 0,4 3 9 15,-4-8 3-15,2 3 5 0,0 1 12 0,2 4 0 16,0-9 5-16,0 9 4 0,1-14 9 0,1 6 4 16,0-2 2-16,2-1-1 0,-1 0 0 0,2-1 7 15,0-1-2-15,-2 0-6 0,2 2 5 0,-1-1-4 16,-1 3 6-16,-1 1-13 0,0 1-5 0,-1 1 0 0,0 1-8 15,0 1-2-15,-1 4-18 0,0 0-29 0,0 0-42 16,0 0-63-16,-4-7-80 0,4 7-303 16,0 0-549-16,-10 7 243 0</inkml:trace>
          <inkml:trace contextRef="#ctx0" brushRef="#br0" timeOffset="-408780.8158">-340 2352 121 0,'0'0'185'0,"2"5"-8"0,-2-5-13 15,1 5-5-15,-1-5-11 0,0 6-9 0,0-6-14 16,0 0-8-16,-1 9-3 0,1-9-2 0,0 7-8 0,0-7-17 16,-2 7-2-16,2-7-11 0,-3 7-7 15,2-4-3-15,1-3-6 0,-5 4-6 0,2-1-4 0,3-3-7 16,-6 5-4-16,2-4-2 0,4-1-3 0,-7 2-3 16,7-2-2-16,-8-3-1 0,8 3-6 15,-7-3 0-15,3 1-1 0,4 2-5 0,-5-3-1 0,1 1-1 16,4 2-2-16,-5-6 0 0,3 2 1 0,2 4-1 15,-4-5 0-15,4 5-1 0,-2-5 2 0,2 5 9 16,-1-6 5-16,1 6 0 0,-2-5-2 0,2 5 2 16,0 0-3-16,-1-7-1 0,1 7 1 0,0 0-2 15,-1-8-1-15,1 8-6 0,0 0-1 0,0 0-5 16,0 0 0-16,0 0 0 0,0 0 0 0,0 0 0 16,0 0-3-16,0 0 2 0,0 0 0 0,0 0-1 15,-7 15-1-15,5-10 2 0,2-5 1 0,-2 7 0 16,0-2-4-16,0-2 0 0,-1 1 0 0,-1 0 0 15,0 0-7-15,0 0-6 0,-2-2-4 0,0 4-7 16,1-3-2-16,0-1-4 0,-1-1-1 0,1 1 1 16,1-1-1-16,4-1-1 0,-9 0 1 0,5 1 1 15,4-1 2-15,-8-4 5 0,4 2 4 0,4 2-2 0,-5-4 5 16,3 1 0-16,2 3 2 0,-3-9 6 0,1 7 4 16,2 2 2-16,-1-9 4 0,1 9 3 15,0-7 7-15,0 7 2 0,0-7 5 0,0 7 5 0,0 0 4 16,-1-8 4-16,1 8-2 0,0 0-3 0,1-6-5 15,-1 6 2-15,0 0-5 0,0 0-4 0,0 0-2 16,0 0-3-16,0 0 0 0,0 0-4 0,0 0 1 16,0 0-1-16,0 0 0 0,0 0-3 0,0 0 1 15,0 0 0-15,0 0 3 0,0 0-4 0,-3 24-3 16,1-21 2-16,2-3-1 0,-1 6-1 0,1-6 0 16,-3 6 0-16,3-6-4 0,-3 5-8 0,-1-2-3 15,4-3-6-15,-5 3-2 0,0-1-5 0,5-2-3 16,-7 0-3-16,7 0-3 0,-9 0 2 0,5 0 2 0,-3 0-1 15,2-1 8-15,5 1-2 0,-11-6 1 16,5 4 11-16,1 0-7 0,2 0 5 0,-1-1 3 16,4 3-2-16,-7-8 5 0,4 4-2 0,0 1 11 0,2-2 5 15,1 5 5-15,-3-7 4 0,1 3 3 0,2 4 2 16,-3-8 3-16,3 8 8 0,-1-7-2 0,1 7 2 16,-2-5-3-16,2 5-1 0,0 0-1 0,0 0-5 15,-3-5 5-15,3 5-6 0,0 0-4 0,0 0-5 16,0 0 3-16,0 0-1 0,0 0-1 0,0 0-3 15,0 0-3-15,0 0 2 0,0 0 0 0,-1 17-1 16,1-17 0-16,0 7 1 0,0-7 5 0,-3 9-7 16,0-5 2-16,1 0-2 0,-1 2 5 0,-1 0-5 15,0-3 0-15,-1 1-3 0,-1 1 4 0,-1-1 0 16,0 0-3-16,0-1-1 0,-1 1-4 0,1-1 8 16,-1-3-4-16,-1 2 0 0,2-1-1 0,-1 0 0 15,1 0 2-15,0 0 0 0,2-1-1 0,5 0 0 16,-9-1 1-16,9 1 3 0,-7-2 9 0,5-1 15 0,2 3 12 15,-4-1 3-15,4 1 3 0,0 0 8 16,0 0 1-16,-5-2-3 0,5 2-1 0,0 0-3 16,0 0 1-16,0 0-11 0,0 0 4 0,0 0-3 0,0 0 2 15,0 0-3-15,0 0-6 0,0 0-7 0,0 0-3 16,9 12 1-16,-7-9-2 0,1 1-2 0,-3-4-2 16,3 8 0-16,-1-3-4 0,1-2 0 0,-1 1-5 15,-1 1 6-15,-1-5 1 0,2 9-9 0,-1-4-2 16,-1-5 1-16,0 7-2 0,0-7 3 0,0 8 0 15,0-8 1-15,-1 6-4 0,1-6-1 0,-1 9 3 16,-1-6 3-16,0 1-3 0,-2-1 2 0,0-1-4 16,1 2-4-16,-3-3 5 0,1 3-1 0,-1-1-2 15,0 0 5-15,-1-2 3 0,-2 0-4 0,2 0 4 16,-1-1-3-16,-1 0-5 0,2 0 1 0,-1 0 3 16,0-1 4-16,-3-3-10 0,3 3 6 0,0-1-5 15,-2-2 2-15,-2 2 1 0,2-2 1 0,-1-1-1 16,1 1 0-16,-1-1 1 0,1-1-5 0,2 2 5 0,2-1-5 15,0 0 4-15,2-1-5 0,-1 1 0 0,1 0 2 16,0-1 1-16,2 0-3 0,0 0-11 16,2 0-14-16,0-5-13 0,1 4-15 0,0 0-17 0,1-1-27 15,2 0-36-15,-1 1-26 0,0-3-33 0,0 3-28 16,1-1-43-16,0 2-244 0,-2 1-549 0,0-3 244 16</inkml:trace>
          <inkml:trace contextRef="#ctx0" brushRef="#br0" timeOffset="-407874.6313">-354 2227 121 0,'0'0'245'16,"0"0"-9"-16,0 0-14 0,0 0-18 0,-10-6-19 16,10 6-16-16,-7-2-18 0,7 2-12 0,-7 0-15 0,7 0-9 15,-6-1-13-15,6 1-9 0,-7-4-9 16,7 4-15-16,-6-2-20 0,2 0-12 0,4 2-13 15,-7-3-14-15,4 0-10 0,3 3-4 0,-4-4-4 0,4 4-1 16,-2-7 3-16,1 2 1 0,1 5 0 0,-2-7 0 16,2 7 5-16,0-9 2 0,0 9 8 0,-2-7 3 15,2 7 6-15,-2-9 3 0,2 9-3 0,0-9-4 16,0 4 2-16,0 5-4 0,0-8-4 0,0 8-19 16,-2-7-18-16,0 3-38 0,2 4-43 0,-2-7-62 15,2 7-178-15,-7-4-378 0,4 1 168 0</inkml:trace>
          <inkml:trace contextRef="#ctx0" brushRef="#br0" timeOffset="-408280.8006">-670 2653 272 0,'0'0'271'16,"0"0"-27"-16,0 0-20 0,0 0-25 0,0 0-16 16,0 0-19-16,-19-2-20 0,14 2-12 0,-2 2-14 15,-1-2-18-15,2 0-35 0,-1 1-36 0,1-2-56 16,-1 1-67-16,7 0-92 0,-7-3-121 0,3-1-332 16,4 4 148-16</inkml:trace>
          <inkml:trace contextRef="#ctx0" brushRef="#br0" timeOffset="-408624.5659">-923 2298 209 0,'0'0'283'15,"2"-6"2"-15,-2 6-19 0,5-7-22 0,-4 5-15 16,-1 2-28-16,3-4-21 0,-3 4-19 0,0 0-15 0,0 0-20 16,0 0-31-16,0 0-47 0,0 0-55 15,0 0-67-15,8 5-69 0,-8-5-233 0,1 8-405 16,-1-8 180-16</inkml:trace>
          <inkml:trace contextRef="#ctx0" brushRef="#br1" timeOffset="127131.3691">732 2392 23 0,'0'0'225'0,"0"0"-14"0,0 0-12 0,0 0-8 16,-13-6-17-16,13 6-14 0,-12 2-16 15,6-2-17-15,-2 0-10 0,1 1-13 0,0 0-14 16,-1-1-31-16,1 0-27 0,0 2-39 0,2-1-32 16,5-1-49-16,-10-3-35 0,6 3-144 0,4 0-288 0,-7-4 127 15</inkml:trace>
          <inkml:trace contextRef="#ctx0" brushRef="#br1" timeOffset="126818.8924">704 2440 197 0,'0'0'214'0,"7"1"-4"0,-7-1-13 16,0 0-7-16,0 0-13 0,5-1-6 0,-5 1-15 15,0 0-7-15,5-2-11 0,-5 2-6 0,0 0-8 16,0 0-8-16,0 0-4 0,0 0-6 0,0 0-11 16,0 0-9-16,0 0-7 0,0 0-11 0,-18 2-1 15,12-2-8-15,-2 1-7 0,1 0-4 0,-1-1-6 16,1 0-12-16,0 0-24 0,-2 1-17 0,4 0-37 15,5-1-41-15,-10 0-36 0,7-2-42 0,3 2-41 16,-8-2-188-16,5 0-428 0,3 2 189 0</inkml:trace>
          <inkml:trace contextRef="#ctx0" brushRef="#br1" timeOffset="127381.3268">642 2324 73 0,'0'0'231'0,"0"-4"-7"0,0 4-19 0,0 0-13 16,0 0-10-16,0 0-6 0,0 0-2 0,0 0-2 15,0 0-7-15,0 0-6 0,0 0 2 0,0 0-12 16,-9 13-8-16,6-8-10 0,0-1-6 0,-1 2-6 15,-1 0-10-15,0-1-8 0,-1 2-5 0,-1-1 6 16,1 0-20-16,3 2-4 0,-1-4 6 0,-1 2-13 16,1 0-8-16,-1 0-6 0,3-1-5 0,0-1-3 15,1 1-7-15,1-5-2 0,-1 11-4 0,3-6-10 16,0 2-4-16,1-2-3 0,3-1-33 0,-1 2-30 16,3-1-28-16,-1 0-52 0,-1 2-52 0,1-4-65 15,2 5-59-15,-5-2-190 0,3 1-531 0,-3-2 236 16</inkml:trace>
        </inkml:traceGroup>
        <inkml:traceGroup>
          <inkml:annotationXML>
            <emma:emma xmlns:emma="http://www.w3.org/2003/04/emma" version="1.0">
              <emma:interpretation id="{5F8AFAB6-F547-464A-ADEA-206DB8EEE35C}" emma:medium="tactile" emma:mode="ink">
                <msink:context xmlns:msink="http://schemas.microsoft.com/ink/2010/main" type="inkWord" rotatedBoundingBox="12817,3419 12216,3425 12213,3045 12813,3039"/>
              </emma:interpretation>
            </emma:emma>
          </inkml:annotationXML>
          <inkml:trace contextRef="#ctx0" brushRef="#br0" timeOffset="-406280.9793">-1245 2312 44 0,'0'0'210'16,"0"0"-17"-16,0 0-12 0,0 0-14 0,15-4-17 0,-15 4-11 15,7-2-20-15,-7 2-10 0,6-2-7 0,-6 2-6 16,7 0-16-16,-7 0-6 0,5 0-7 16,-5 0-8-16,6 0-4 0,-6 0-4 0,6 2-5 0,-3 0-2 15,-3-2-9-15,5 3-1 0,-5-3-5 0,3 3-6 16,0 0 0-16,-3-3-5 0,4 5-3 0,-4-5 4 15,2 7-8-15,-2-7 1 0,1 4-4 0,-1-4-5 16,0 6 2-16,0-6-1 0,2 5-4 0,-2-5-3 16,2 4-1-16,-2-4 1 0,3 5 1 0,-3-5-2 15,2 4 2-15,-2-4-2 0,4 4 0 0,-4-4 3 16,2 4-2-16,-2-4 3 0,4 5-2 0,-4-5-2 16,3 2 0-16,-3-2 6 0,0 0-1 0,4 5-3 15,-4-5-2-15,2 2 4 0,-2-2-5 0,0 0 1 16,0 0-7-16,0 0 14 0,0 0 1 0,0 0-5 15,2 5 3-15,-2-5-2 0,0 0 1 0,0 0 2 16,0 0 2-16,0 0-2 0,0 0 2 0,0 0 1 0,-10 4-3 16,10-4 0-16,-5 1 1 0,5-1 3 15,-7 2-2-15,2-2 7 0,1 1 0 0,-3 0-2 16,1 2 0-16,-1-1-2 0,-1 0 1 0,0-1 0 16,0 0 0-16,-4 0-3 0,2 0-3 0,1 0 2 0,-1 2-3 15,1-5-1-15,-1 0-5 0,2 2-2 0,-1-2-2 16,1 1-4-16,0-2-2 0,1 1 4 0,-1-1 0 15,2 1 6-15,0-1-5 0,3 1 6 0,-1-2-1 16,1 0-5-16,-1 0 3 0,1 1 4 0,3 3-2 16,-4-7 2-16,4 7-6 0,0-7 4 0,0 7-1 15,-1-7 2-15,1 7 1 0,0 0-4 0,3-6 6 16,-3 6-4-16,2-4-1 0,-2 4 6 0,4-4-1 16,-4 4-1-16,0 0 0 0,0 0 0 0,0 0-1 15,6 0-2-15,-6 0 6 0,0 0 1 0,0 0 4 16,4 6 9-16,-4-6-1 0,0 0 5 0,1 6-2 15,-1-6 7-15,1 5-7 0,-1-5-1 0,0 9 0 16,0-9 0-16,-2 7 0 0,2-7 2 0,-2 6-2 0,-1-4 0 16,3-2 2-16,-6 5 2 0,2-3-4 15,-1 2-2-15,-2-1-1 0,0-2 3 0,0 0-2 16,-1-1 0-16,2 0-1 0,-1 3-3 0,0-2-2 0,1-2-1 16,-1 1 5-16,-1-1-3 0,2 1 1 0,-1 1-2 15,4 0-1-15,3-1 3 0,-8-1 2 0,8 1 3 16,-6 0 3-16,6 0 5 0,0 0-1 0,-6 0 7 15,6 0-6-15,0 0 4 0,0 0 1 0,0 0-4 16,-6 1-3-16,6-1-1 0,0 0 0 0,0 0 5 16,0 0 0-16,0 0 5 0,-1 6 4 0,1-6 0 15,0 0 4-15,0 0 1 0,5 10-10 0,-5-10 3 16,1 5-2-16,-1-5-6 0,0 0-2 0,1 8-2 16,-1-8 1-16,2 7-4 0,-2-2 1 0,0-5-2 15,0 7-1-15,0-2 0 0,0-5-1 0,2 7 0 16,0-1-1-16,-1-2 2 0,-1-4 2 0,1 8 0 15,1-4 1-15,-2-4-2 0,0 8 4 0,0-8 3 0,-2 8 4 16,2-8-4-16,-3 9 10 0,1-7-12 0,1 2 12 16,1-4-11-16,-6 6 2 0,1-4-9 0,1 3 3 15,-3-2-2-15,1 1 5 0,-2 0-5 0,2-2-5 16,-2 0 1-16,0 2-2 0,0-3-3 0,1 0 3 16,-4 0-2-16,0 1-3 0,-2-1 2 0,0-2 1 15,-3 1-8-15,0-2 3 0,-2-1 1 0,5 1-1 16,-3-3 1-16,4 2-4 0,-1 0-1 0,2-1-5 15,0-1 3-15,2 1-2 0,2-2-10 0,1 0 1 16,2-1-10-16,1-2-3 0,1 2-9 0,2-2-17 16,0 1-6-16,2 0-10 0,-1-2-15 0,3 0-22 15,-1 1-19-15,2 1-22 0,0 2-21 0,1-4-32 16,0 3-47-16,-3 0-193 0,4 1-477 0,-2 0 211 16</inkml:trace>
          <inkml:trace contextRef="#ctx0" brushRef="#br0" timeOffset="-405718.5495">-1217 2181 88 0,'3'-4'349'16,"-3"4"-18"-16,4-2-21 0,-4 2-23 0,4-4-25 15,-4 4-22-15,0 0-24 0,4-3-19 0,-4 3-22 16,0 0-26-16,0 0-39 0,2-4-41 0,-2 4-50 15,0 0-61-15,0 0-71 0,0 0-77 0,0 0-220 16,0 0-444-16,0 0 197 0</inkml:trace>
          <inkml:trace contextRef="#ctx0" brushRef="#br0" timeOffset="-402281.2898">-1353 2368 117 0,'0'0'131'0,"0"0"-7"0,0 0-12 0,0 0-7 0,0 0-10 16,0 0-16-16,0 0-1 0,0 0-3 0,-9 11 2 16,9-11-29-16,0 0 26 0,0 0-9 0,0 0 5 15,0 0 0-15,0 0-5 0,0 0-2 0,0 0 0 16,-5 1-9-16,5-1-3 0,0 0-5 0,0 0-2 16,0 0-1-16,0 0-1 0,0 0-8 0,0 0 0 15,0 0-2-15,0 0-3 0,-7-5 2 0,7 5 2 16,0 0-1-16,0 0-1 0,0 0-5 0,0 0 5 0,0-8-6 15,0 8 0-15,0 0-6 0,0 0 4 16,6-9-1-16,-3 7 0 0,-3 2 4 0,3-4-9 16,-3 4 1-16,6-5-1 0,-5 2 2 0,-1 3-8 0,4-3 2 15,-4 3-15-15,5-4-24 0,-5 4-32 0,4-1-51 16,-4 1-53-16,0 0-172 0,0 0-363 0,4-1 161 16</inkml:trace>
          <inkml:trace contextRef="#ctx0" brushRef="#br0" timeOffset="-405921.6615">-1427 2253 2 0,'3'-4'330'0,"-3"4"-9"15,4-4-15-15,-4 4-17 0,2-5-25 0,-2 5-25 16,4-3-28-16,-4 3-14 0,5-3-25 0,-5 3-31 0,6-2-40 16,-6 2-42-16,6-2-52 0,-6 2-53 0,4-1-60 15,-4 1-67-15,5 0-213 0,-5 0-418 0,7-1 185 16</inkml:trace>
          <inkml:trace contextRef="#ctx0" brushRef="#br0" timeOffset="-406124.757">-1597 2308 59 0,'2'-3'272'0,"-2"3"-17"16,3-4-24-16,-3 4-22 0,5-5-22 0,-5 5-16 16,5-2-22-16,-2 0-11 0,-3 2-38 0,6-2-38 15,-6 2-42-15,5-2-63 0,0 1-74 0,-5 1-166 16,0 0-305-16,6-4 135 0</inkml:trace>
        </inkml:traceGroup>
        <inkml:traceGroup>
          <inkml:annotationXML>
            <emma:emma xmlns:emma="http://www.w3.org/2003/04/emma" version="1.0">
              <emma:interpretation id="{DEC7B993-B21B-4EB8-88F6-35B103B05301}" emma:medium="tactile" emma:mode="ink">
                <msink:context xmlns:msink="http://schemas.microsoft.com/ink/2010/main" type="inkWord" rotatedBoundingBox="12000,3459 11242,3466 11238,3005 11995,2998"/>
              </emma:interpretation>
              <emma:one-of disjunction-type="recognition" id="oneOf55">
                <emma:interpretation id="interp75" emma:lang="" emma:confidence="1">
                  <emma:literal/>
                </emma:interpretation>
              </emma:one-of>
            </emma:emma>
          </inkml:annotationXML>
          <inkml:trace contextRef="#ctx0" brushRef="#br0" timeOffset="-404734.244">-2055 2516 151 0,'0'0'291'0,"0"0"-13"0,0 0-24 16,12-7-21-16,-9 4-22 0,-3 3-25 0,3-6-22 15,0 3-38-15,-3 3-42 0,4-6-58 16,-1 3-74-16,-3 3-66 0,1-5-193 0,-1 5-334 0,0 0 148 15</inkml:trace>
          <inkml:trace contextRef="#ctx0" brushRef="#br0" timeOffset="-404921.7062">-1972 2303 153 0,'0'0'218'16,"0"0"-17"-16,0 0-17 0,0 0-12 0,0 0-9 15,0 0-11-15,0 0-8 0,0 0-11 0,0 0-10 16,0 15-8-16,0-15-8 0,3 10-7 0,-2-6-2 0,1 3-9 16,-1-2-9-16,1 0-5 0,0 3-6 15,-1-2-4-15,-1-6-10 0,0 9-1 0,0-9-4 16,-3 8-6-16,0-4-2 0,1 1-4 0,0-2-3 0,-4 0-4 15,1-1 2-15,-1-1-7 0,-1 2 0 0,1 0-4 16,-2-2-5-16,1-1-10 0,-1 0-14 0,1 0-13 16,-1-1-16-16,1 1-18 0,1 0-23 0,1-2-29 15,5 2-52-15,-9-4-61 0,3 3-155 0,2 0-406 16,4 1 180-16</inkml:trace>
          <inkml:trace contextRef="#ctx0" brushRef="#br0" timeOffset="-403828.0555">-2126 2151 253 0,'0'0'317'15,"6"-4"-14"-15,-4 1-11 0,-2 3-19 0,7-5-22 16,-5 2-24-16,-2 3-17 0,4-5-22 0,-3 3-21 15,-1 2-14-15,5-5-42 0,-5 5-42 0,0 0-50 16,0 0-59-16,0 0-71 0,0 0-85 0,0 0-219 16,0 0-449-16,0 0 199 0</inkml:trace>
          <inkml:trace contextRef="#ctx0" brushRef="#br0" timeOffset="-404062.414">-2162 2302 170 0,'4'-2'231'0,"-4"2"-13"0,5-3-17 0,-5 3-13 0,6-2-17 15,-2 1-17-15,-4 1-12 0,9-2-12 0,-9 2-13 16,7 0-10-16,-3-1-10 0,-4 1-12 0,8 1-8 16,-8-1-7-16,7 0-7 0,-7 0-8 0,4 0-4 15,-4 0-6-15,5 2-4 0,-5-2-5 0,5 3-4 16,-5-3-3-16,1 4-3 0,-1-4 0 0,3 5-7 16,-3-5 3-16,1 8-4 0,-1-8-2 0,1 8-3 15,-1-8 1-15,2 7-5 0,-2-7 2 0,3 7-3 16,-2-2 2-16,-1-5-5 0,0 9 3 0,1-4-6 15,-1-5 3-15,1 9 1 0,0-4-1 0,-1-5-2 16,3 8 2-16,-2-4-3 0,-1-4 1 0,1 8-1 16,-1-8 0-16,2 6 3 0,-2-6-3 0,0 0-1 15,1 5-4-15,-1-5 8 0,0 0-1 0,-5 4-1 16,5-4 2-16,-7 0-4 0,0 0 2 0,-1 0-3 16,-1 0 1-16,1 0-1 0,-2-1 0 0,-1 0-1 15,-1 1 2-15,0-2-4 0,1 0 5 0,0 1-2 16,0-1-2-16,4 0 2 0,-2 2 1 0,3-1 0 0,0 0-1 15,0 1-2-15,6 0 4 0,-9 0-3 0,9 0 1 16,-7 1 0-16,7-1-2 0,-3 1-6 0,3-1 7 16,0 0 1-16,-6 2 5 0,6-2-1 0,0 0 8 15,-1 9 7-15,1-9 1 0,0 6 4 0,0-6 1 16,1 8 5-16,-1-8 5 0,0 11 3 0,0-4 4 16,0 1 1-16,0-3-2 0,-1 3-4 0,1 0 1 15,-2 1-3-15,0-1-1 0,0 0-9 0,-3 1 1 16,1-1-1-16,-2 2-1 0,-1-1 4 0,-1-1-9 15,1-2-8-15,0 1-15 0,-1-2-14 0,-2-1-25 16,3 0-26-16,0-2-33 0,1-1-34 0,1 0-44 16,5-1-45-16,-10-3-214 0,6-2-473 0,-2 0 210 15</inkml:trace>
          <inkml:trace contextRef="#ctx0" brushRef="#br0" timeOffset="-403328.1003">-2442 2320 76 0,'0'0'212'0,"0"0"-18"0,2-11-11 15,-2 11-7-15,3-6-8 0,-3 6-14 0,5-5-11 16,-3 1-9-16,0 1-4 0,-2 3-5 0,4-6-7 15,0 5-12-15,-4 1-13 0,6-3-7 0,-4 1-10 16,-2 2-8-16,6-3-7 0,-6 3-6 0,6-3-4 16,-6 3-6-16,7 0-7 0,-7 0-2 0,6 0-4 15,-6 0-2-15,6 3-1 0,-6-3-1 0,3 3-4 16,-3-3-4-16,5 2 1 0,-5-2-2 0,3 6 3 16,-3-6 1-16,0 7-1 0,0-7 4 0,-2 8-3 15,2-8 1-15,-6 7-1 0,3-4 2 0,-3 3-9 16,-1-1 1-16,1-1 2 0,-1 1-1 0,0-1 1 15,-1 0-3-15,-1 0 0 0,0 0 1 0,-1 1 3 16,1-3 0-16,1 0 2 0,0 2 4 0,2-1 1 0,0 0-2 16,0 1-4-16,3-3 0 0,-1 1 0 0,4-2-2 15,-6 5-4-15,2-1-2 0,2-1 9 16,-1 3 2-16,1-1-1 0,0 0 1 0,2 3 0 16,-2 0 4-16,1 1 0 0,0 0 1 0,2-1-1 0,-1 1 1 15,3 3-3-15,-3-3 2 0,1 1-5 0,0-1 1 16,2 2 0-16,-2-2-4 0,0 0-2 0,0-1-3 15,0 0-16-15,-1 2-22 0,-1-3-33 0,1 1-49 16,-1-2-53-16,-1-1-68 0,0 0-80 0,2-5-173 16,-3 7-518-16,1-4 230 0</inkml:trace>
          <inkml:trace contextRef="#ctx0" brushRef="#br0" timeOffset="-400578.2363">-2688 2444 202 0,'0'0'317'0,"0"0"-11"0,-4-4-16 15,4 4-14-15,0 0-18 0,0 0-11 0,0 0-24 16,0 0-34-16,0-9-9 0,0 9-10 0,0 0-28 15,0 0-20-15,0 0-49 0,0 0-61 0,0 0-86 16,0 0-99-16,0 0-287 0,-2-4-499 0,2 4 221 16</inkml:trace>
          <inkml:trace contextRef="#ctx0" brushRef="#br0" timeOffset="-399234.6096">-2707 2456 15 0,'0'0'326'0,"0"0"-14"0,0 0-14 0,0 0-11 15,0 0-17-15,0 0-16 0,-10-11-20 0,10 11-10 0,0 0-22 16,0 0-14-16,0 0-11 0,0-7-25 0,0 7-20 16,0 0-7-16,0 0-21 0,0 0-20 15,0 0-31-15,0 0-58 0,0 0-57 0,0 0-64 0,0 0-65 16,0 0-91-16,0 0-181 0,0 0-499 0,0 0 221 15</inkml:trace>
        </inkml:traceGroup>
      </inkml:traceGroup>
    </inkml:traceGroup>
    <inkml:traceGroup>
      <inkml:annotationXML>
        <emma:emma xmlns:emma="http://www.w3.org/2003/04/emma" version="1.0">
          <emma:interpretation id="{CA731B3B-2FDD-4BDD-BDC8-61D63406B847}" emma:medium="tactile" emma:mode="ink">
            <msink:context xmlns:msink="http://schemas.microsoft.com/ink/2010/main" type="paragraph" rotatedBoundingBox="14692,2337 9696,2376 9691,1712 14687,1673" alignmentLevel="1"/>
          </emma:interpretation>
        </emma:emma>
      </inkml:annotationXML>
      <inkml:traceGroup>
        <inkml:annotationXML>
          <emma:emma xmlns:emma="http://www.w3.org/2003/04/emma" version="1.0">
            <emma:interpretation id="{EFAE7E9E-1FD5-4F8F-9977-8CA1F1C22101}" emma:medium="tactile" emma:mode="ink">
              <msink:context xmlns:msink="http://schemas.microsoft.com/ink/2010/main" type="line" rotatedBoundingBox="14692,2337 9696,2376 9691,1712 14687,1673"/>
            </emma:interpretation>
          </emma:emma>
        </inkml:annotationXML>
        <inkml:traceGroup>
          <inkml:annotationXML>
            <emma:emma xmlns:emma="http://www.w3.org/2003/04/emma" version="1.0">
              <emma:interpretation id="{C4558F23-0ADC-4B0E-BCBE-701D79F5BEDA}" emma:medium="tactile" emma:mode="ink">
                <msink:context xmlns:msink="http://schemas.microsoft.com/ink/2010/main" type="inkWord" rotatedBoundingBox="14691,2229 14526,2231 14524,2055 14690,2054"/>
              </emma:interpretation>
              <emma:one-of disjunction-type="recognition" id="oneOf56">
                <emma:interpretation id="interp76" emma:lang="" emma:confidence="0">
                  <emma:literal>W</emma:literal>
                </emma:interpretation>
                <emma:interpretation id="interp77" emma:lang="" emma:confidence="0">
                  <emma:literal>V</emma:literal>
                </emma:interpretation>
                <emma:interpretation id="interp78" emma:lang="" emma:confidence="0">
                  <emma:literal>N</emma:literal>
                </emma:interpretation>
                <emma:interpretation id="interp79" emma:lang="" emma:confidence="0">
                  <emma:literal>w</emma:literal>
                </emma:interpretation>
                <emma:interpretation id="interp80" emma:lang="" emma:confidence="0">
                  <emma:literal>v</emma:literal>
                </emma:interpretation>
              </emma:one-of>
            </emma:emma>
          </inkml:annotationXML>
          <inkml:trace contextRef="#ctx0" brushRef="#br1" timeOffset="126023.0554">733 1276 248 0,'0'0'247'0,"0"0"-14"15,0 0-15-15,0 0-14 0,0 0-14 0,0 0-17 16,-10 4-13-16,10-4-13 0,0 0-13 0,-10 0-13 16,5 0-8-16,5 0-11 0,-10 3-11 0,2-4-12 15,1 1-2-15,1 0-11 0,-1 1-9 0,-1-1-11 16,1 0-15-16,1 0-32 0,0 0-25 0,6 0-39 16,-10-3-32-16,10 3-43 0,-7-1-43 0,5-1-189 15,2 2-401-15,0 0 179 0</inkml:trace>
          <inkml:trace contextRef="#ctx0" brushRef="#br1" timeOffset="126037.6796">721 1236 76 0,'0'0'215'0,"0"0"-14"0,0 0 2 15,0 0-9-15,-13-3-16 0,13 3-17 0,-13 1-17 16,6 1-10-16,-4 1-16 0,1-3-11 0,1 2-10 15,-1 0-10-15,-1-1-19 0,1-1-21 0,2 1-24 16,2 2-34-16,1-3-35 0,0 1-50 0,5-1-37 16,-6-1-162-16,6 1-319 0,-6-4 141 0</inkml:trace>
          <inkml:trace contextRef="#ctx0" brushRef="#br1" timeOffset="126038.6796">633 1188 197 0,'0'0'242'0,"0"0"-11"0,0 0-11 0,-6-9-12 16,6 9-11-16,0 0-15 0,0 0-15 0,0 0-10 0,0 0-8 15,0 0-6-15,0 0-12 0,0 0-10 0,-9 9-6 16,9-9-10-16,-1 6 3 0,1-6 0 0,-1 9-6 16,-2-4-4-16,2 0 2 0,0 1-14 0,-1 0 4 15,1-2-7-15,-3 3-11 0,2-2 1 0,-2 1-4 16,0 3-2-16,1-2-6 0,1 0-4 0,-2-2-9 15,2 3-1-15,-1-2-4 0,1-1-4 0,0 1-2 16,1-1-8-16,-1 0-10 0,2-5-12 0,-3 11-22 16,2-5-36-16,1-2-41 0,0-4-58 0,-1 9-70 15,4-4-65-15,-1-1-248 0,3-1-577 0,1 0 256 16</inkml:trace>
        </inkml:traceGroup>
        <inkml:traceGroup>
          <inkml:annotationXML>
            <emma:emma xmlns:emma="http://www.w3.org/2003/04/emma" version="1.0">
              <emma:interpretation id="{A1957717-7554-491F-8DBE-713D5283B915}" emma:medium="tactile" emma:mode="ink">
                <msink:context xmlns:msink="http://schemas.microsoft.com/ink/2010/main" type="inkWord" rotatedBoundingBox="14314,2277 12177,2294 12172,1710 14309,1693"/>
              </emma:interpretation>
              <emma:one-of disjunction-type="recognition" id="oneOf57">
                <emma:interpretation id="interp81" emma:lang="" emma:confidence="1">
                  <emma:literal/>
                </emma:interpretation>
              </emma:one-of>
            </emma:emma>
          </inkml:annotationXML>
          <inkml:trace contextRef="#ctx0" brushRef="#br0" timeOffset="-443997.0047">-497 1296 88 0,'0'0'144'0,"0"0"-3"16,0 0-16-16,0 0-10 0,0 0-1 0,-10-6-8 15,10 6-13-15,-5-3 0 0,5 3 0 0,-4-3 0 16,4 3-4-16,-5-3-5 0,5 3-8 0,-4-4-9 0,4 4 1 16,-4-5-8-16,4 5 8 0,-3-6-5 0,3 6 0 15,-2-4-7-15,2 4-4 0,0 0-2 16,0-9-2-16,0 9 0 0,0 0-2 0,0 0 1 0,0-8 1 15,0 8-1-15,0 0 0 0,0 0-1 0,3-5-1 16,-3 5-3-16,0 0 0 0,3-2-2 0,-3 2-7 16,0 0 6-16,0 0-1 0,0 0 5 0,7 0 1 15,-7 0 2-15,0 0-1 0,6 3-1 0,-6-3-5 16,6 4 3-16,-4-1-3 0,-2-3 3 0,7 4-3 16,-4-3-2-16,0 3 0 0,-3-4-1 0,6 4 2 15,-4-1 3-15,2 1-4 0,-4-4-1 0,4 5 1 16,-1-2 0-16,-3-3-7 0,4 5 1 0,-3-2-6 15,-1-3 1-15,3 6-1 0,-3-6-3 0,0 8 0 16,1-4 1-16,-1-4-2 0,0 0-2 0,0 11 4 16,0-11 1-16,-1 7-3 0,0-1 8 0,1-6-4 15,-2 8-3-15,0-4 0 0,-1 1-1 0,1-1 0 16,2-4-4-16,-6 7 1 0,3-4-5 0,-1 0 1 0,0-1 0 16,1 2-1-16,-1 0 0 0,-1-1-5 15,1-2 3-15,-2 3 1 0,1 0-1 0,-1-1 0 16,-1-1-2-16,1 0-2 0,0 0-6 0,0-2 8 0,-1 1 6 15,0 1-9-15,-1-2-5 0,1 0 2 0,-1 0-1 16,0-2 2-16,-1 1-5 0,1-1 4 0,1 1 2 16,0-3-5-16,0 2-2 0,-1-2 5 0,0 0 3 15,2 0 7-15,-1-1-16 0,0-1-2 0,0 0 1 16,2 0-1-16,-1 0-11 0,1-2-5 0,1 0-2 16,1 1-12-16,0 0-8 0,3-1-19 0,-2 1-26 15,2 0-32-15,0-1-40 0,2 0-31 0,2 0-35 16,-1 0-33-16,1-1-216 0,3-1-514 0,0 1 228 15</inkml:trace>
          <inkml:trace contextRef="#ctx0" brushRef="#br0" timeOffset="-443793.8845">-500 1129 136 0,'0'0'239'0,"0"0"-24"16,0 0-17-16,0 0-18 0,0 0-12 16,-16-2-13-16,16 2-15 0,-12 2-14 0,4-2-16 0,1 1-7 15,1-1-18-15,-1 0-36 0,3 2-56 0,4-2-69 16,-8 1-228-16,8-1-329 0,-6-3 146 0</inkml:trace>
          <inkml:trace contextRef="#ctx0" brushRef="#br0" timeOffset="-435153.9027">-680 839 184 0,'0'0'185'0,"5"-4"-5"0,-5 4-4 0,4-2-2 16,-4 2-7-16,0 0-6 0,4-1-12 0,-4 1-11 15,0 0-3-15,0 0-6 0,0 0-1 0,-3 16-5 16,-1-8-8-16,-1 0-10 0,-1 2-6 0,-1 2-9 16,-1-3-4-16,-3 6-8 0,-1 2-9 0,2-5-5 0,-4 2-6 15,1 1-8-15,1 0-4 0,1-5-20 0,-3 2-13 16,3-4-34-16,1 2-38 0,1-2-25 0,0 0-34 16,3-1-32-16,0-4-46 0,0 2-188 0,1-1-415 15,1-1 184-15</inkml:trace>
          <inkml:trace contextRef="#ctx0" brushRef="#br0" timeOffset="-434982.0413">-821 970 188 0,'0'0'206'0,"0"0"-2"15,0 0-14-15,-12 7-16 0,8-4-13 0,-3 1-20 0,1-1-21 16,-1 2 0-16,-5 1-14 0,2 0-13 0,0 1-34 15,-2-1-45-15,2-3-61 0,3 2-89 16,0-1-130-16,0 0-288 0,1-2 128 0</inkml:trace>
          <inkml:trace contextRef="#ctx0" brushRef="#br0" timeOffset="-437763.0789">-897 1132 161 0,'-1'-6'234'0,"1"6"-7"15,0 0-8-15,0 0-7 0,0 0-11 0,0 0-9 16,-2-6-17-16,2 6-11 0,0 0-15 0,0 0-11 15,0 0-15-15,0 0-11 0,0 0-12 0,0 0-10 16,0 0-9-16,0 0-6 0,0 0-10 0,0 0-1 16,0 0-8-16,4 19-8 0,-3-14-1 0,-1-5-9 15,0 9-2-15,0-1 0 0,0-3-6 0,0 2 0 0,0 0-3 16,-1 1-2-16,1-1-2 0,0 0-6 0,0 1 0 16,-1-1-2-16,1 0 1 0,0-1-3 15,-1 1 3-15,-2 1-2 0,3-2-5 0,-1 1-4 0,-1-2 9 16,0 0-10-16,2-5 6 0,-2 8-5 0,1-4-1 15,-2 0 4-15,3-4 0 0,-4 4-8 0,0-2 6 16,-1 1-4-16,1-3-2 0,4 0-2 0,-10 0-1 16,5 1-8-16,-3-2 1 0,3 0-9 0,5 1 0 15,-11-3-4-15,7 1 2 0,-2-1-1 0,2 0-1 16,-1-1 3-16,1 0 2 0,1 0-1 0,3 4 2 16,-6-8 0-16,4 4 5 0,0-1-2 0,2 5 6 15,-4-7-5-15,4 2 3 0,0 5 2 0,-3-7 5 16,1 3 5-16,2 4 4 0,0 0 2 0,-1-7 1 15,1 7 3-15,0 0-1 0,-1-5-1 0,1 5-2 16,0 0 0-16,0 0 2 0,0 0-2 0,0 0-1 16,-3-5-2-16,3 5 2 0,0 0-5 0,0 0 0 0,0 0 1 15,0 0-1-15,0 0 0 0,0 0 0 0,0 0-1 16,0 0 3-16,5 16-1 0,-5-16-1 16,-1 8-1-16,1-8 1 0,-2 8-1 0,0-5 0 0,2-3 2 15,-3 7-1-15,0-3 0 0,1 0 1 0,2-4 0 16,-7 6-2-16,4-4 1 0,-1 0-5 0,-1 0-5 15,1 0-2-15,-2 1 0 0,-1-2 3 0,0 0-2 16,-1-1 1-16,0 1-5 0,0-1 5 0,0 0 2 16,1 0 2-16,1-1-2 0,1 2 3 0,5-1-2 15,-9 0 2-15,9 0-2 0,-6 0 2 0,6 0 2 16,-5-1-1-16,5 1 3 0,0 0-1 0,0 0-1 16,0 0-3-16,-5-2 3 0,5 2 1 0,0 0-2 15,0 0-1-15,0 0 2 0,0 0-4 0,0 0 5 16,0 0-2-16,12 7 4 0,-9-4 2 0,-3-3-5 15,6 5-1-15,-3-1 1 0,-2 0 1 0,-1-4 0 16,4 6 0-16,-3-2-1 0,2 0-1 0,-3-4 3 0,3 7 1 16,-3-7-2-16,0 5 3 0,0-5 1 0,0 6-2 15,0-6 1-15,0 0-1 0,-2 7-2 0,2-7 1 16,-4 4-2-16,4-4-1 0,-4 2-1 0,4-2 0 16,0 0 0-16,-10-2 1 0,10 2-1 0,-7-4-3 15,3 3 4-15,4 1 2 0,-7-5-4 0,3 3 1 16,1-2 1-16,3 4 0 0,-6-6-1 0,4 1 1 15,0 1 0-15,2 4 2 0,-5-9 0 0,4 4 0 16,0-1-3-16,0 1 3 0,1 5 4 0,-1-9 1 16,1 3 3-16,0 6-4 0,0-9 8 0,0 9 0 15,0-7-2-15,0 7-1 0,0-7-1 0,0 7 2 16,0 0-2-16,1-6-2 0,-1 6-2 0,0 0-2 16,0 0 3-16,0 0-1 0,0-7-2 0,0 7-1 0,0 0 1 15,0 0-2-15,0 0 4 0,0 0-2 16,0 0-2-16,0 0-1 0,0 0 0 0,0 0 1 15,0 0 0-15,0 0 0 0,2 19-1 0,-2-19-1 0,-3 6-1 16,3-6 4-16,-3 7-3 0,0-3 0 0,3-4-2 16,-6 7-4-16,3-4-3 0,0 0-1 0,-2 0-5 15,1-1-5-15,0-1-3 0,-2 2-12 0,1-1 5 16,-1-1-5-16,1 0 0 0,-1-1-2 0,-1-1 6 16,0 1 2-16,7 0 1 0,-9-3 3 0,2 1 4 15,3 1-3-15,-1-1 4 0,0-1-1 0,1 0 2 16,0 0 3-16,0 0 2 0,0 0 2 0,1-1 0 15,0 0 2-15,3 4 4 0,-4-7 1 0,2 3 5 16,2 4 4-16,-4-6 6 0,4 6 14 0,-1-5-5 16,1 5 3-16,-1-8 4 0,1 8 1 0,0 0 4 15,-1-5 1-15,1 5-5 0,0 0-1 0,0 0-3 16,0 0 1-16,-1-7-5 0,1 7-3 0,0 0-1 0,0 0-2 16,0 0-2-16,0 0 2 0,0 0-3 0,0 0 0 15,0 0-3-15,0 0 1 0,0 0 2 16,-2 16-1-16,2-16-3 0,0 0 1 0,-1 9-2 0,1-9 1 15,0 6-2-15,0-6 2 0,-2 6-1 0,2-6 2 16,-3 6-2-16,3-6-1 0,-3 5 1 0,3-5 2 16,-4 5-4-16,1-3 6 0,3-2-6 0,-5 3 0 15,1-1 0-15,0 0 6 0,4-2-5 0,-8 2 0 16,5-1-1-16,3-1-1 0,-9 1-3 0,3-1 6 16,6 0-1-16,-10-2-4 0,3-1-1 0,2 2 4 15,-1-1-4-15,1 2 1 0,0-3 1 0,5 3 1 16,-8-4 4-16,4 3-4 0,4 1 1 0,-5-4 2 15,4 0-1-15,1 4 2 0,-3-6 2 0,3 6 3 16,0 0 6-16,-1-9 1 0,1 9 5 0,-3-6 7 0,3 6-3 16,-2-7 3-16,2 7-1 0,0 0 6 15,0-6-6-15,0 6 2 0,0 0-1 0,0-7-2 16,0 7 0-16,0 0-7 0,0 0-2 0,-2-5-3 0,2 5-1 16,0 0-1-16,0 0-4 0,0 0 2 0,0 0-2 15,0 0 0-15,0 0-2 0,0 0-1 16,0 0 3-16,0 0 3 0,0 0-10 0,0 0 2 0,0 0 0 15,5 14 4-15,-5-14-2 0,0 0 0 0,0 6 3 16,0-6-3-16,0 0-6 0,0 7 2 0,0-7 0 16,0 7 1-16,0-7-3 0,2 5 0 0,-2-5 4 15,-3 5-4-15,3-5 2 0,-2 7 2 0,2-7-4 16,-4 6 5-16,2-4-6 0,2-2 0 0,-4 5-5 16,1-2-4-16,3-3 0 0,-7 4 0 0,2-3-7 15,5-1 0-15,-6 4 2 0,2-4 3 0,-1 0-1 16,5 0 2-16,-10-2 0 0,3 0-2 0,2 1 2 15,-1-2 4-15,0 0-2 0,0 0 1 0,2 0 3 0,0-1 0 16,-1-1 0-16,2-1-2 0,0 2 2 16,-2-1 0-16,2-3 0 0,0 0 8 0,1 1-5 15,0-1-1-15,-1-1 7 0,3 2 1 0,-2 0 6 0,0 0 0 16,1-1 0-16,0 2 4 0,1 6 6 0,-1-9 2 16,1 9-2-16,0-8 6 0,0 8-2 0,-2-7 4 15,2 7-5-15,-1-4-1 0,1 4-5 0,0 0 1 16,0 0-5-16,0 0 2 0,-1-7-1 0,1 7 0 15,0 0-2-15,0 0 0 0,0 0 0 0,0 0 4 16,0 0-1-16,0 0 3 0,0 0-1 0,6 16-5 16,-4-12 8-16,-2-4-5 0,3 7-4 0,-3-1 2 15,2-1 2-15,-1-1-6 0,1 4 0 0,-1-4-4 16,0 1 2-16,-1-5 0 0,2 10-2 0,-2-2 5 16,0-3-4-16,0 2 1 0,-1 1-7 0,-1-3 5 15,2-5 3-15,-1 11-4 0,-1-6 3 0,-1 2-4 16,-1 0 1-16,0 0 3 0,-1 0-3 0,-1-2-2 0,1-1 0 15,-2 2 4-15,0-3-4 0,-2 2 6 0,-2 1-3 16,0-2 0-16,-1-2-1 0,-2 2-3 16,2-3 2-16,-4 0 0 0,0-2-4 0,2-1 4 15,1 1 0-15,0-1-3 0,4 0-1 0,0-1-2 0,2-2-4 16,-2 3-3-16,3-3-10 0,1 2-8 0,2-3-24 16,0 2-21-16,2-2-23 0,0-1-31 0,3-1-41 15,0 0-36-15,3-3-40 0,0 2-47 0,0 0-148 16,1 2-474-16,1-2 210 0</inkml:trace>
          <inkml:trace contextRef="#ctx0" brushRef="#br0" timeOffset="-436122.5527">-1013 1406 81 0,'0'0'273'16,"0"0"-6"-16,0 0-18 0,0 0-13 0,0 0-11 0,0 0-16 15,0 0-19-15,0 0-17 0,0 0-15 0,0 0-18 16,0 0-12-16,0 0-9 0,-17-6-15 16,11 7-10-16,-1-1-9 0,-1 1-9 0,2-1-11 0,-1 0-19 15,7 0-37-15,-9 1-45 0,5 0-55 0,4-1-53 16,-8 2-57-16,4-2-209 0,4 0-443 0,-6 2 197 15</inkml:trace>
          <inkml:trace contextRef="#ctx0" brushRef="#br0" timeOffset="-436544.3994">-1302 1403 228 0,'0'0'248'0,"0"0"-19"0,0 0-14 16,0 0-18-16,0 0-21 0,-14 3-15 0,14-3-13 16,-10 3-16-16,4-3-14 0,0 1-9 0,-1 2-11 15,1-3-15-15,1 1-27 0,1 0-44 0,4-1-63 16,-6 0-68-16,6 0-221 0,0 0-369 0,0 0 163 16</inkml:trace>
          <inkml:trace contextRef="#ctx0" brushRef="#br0" timeOffset="-437231.8651">-1376 838 26 0,'4'-5'278'0,"-4"5"-19"16,0 0-16-16,3-2-19 0,-3 2-12 15,0 0-15-15,0 0-15 0,0 0-13 0,0 14-13 16,0-14-15-16,-4 15-13 0,-1-6-9 0,-1 4-9 0,-1 0-9 16,1-1-8-16,-2 1-12 0,-2 3-4 0,-3-1-11 15,1-1-1-15,-1 1-11 0,3-5 0 0,-1 2-9 16,2-1-6-16,-1-2-25 0,1 0-26 0,0-1-46 15,3-2-46-15,-1-2-51 0,1 0-50 0,1-1-229 16,-1-1-469-16,1 0 208 0</inkml:trace>
          <inkml:trace contextRef="#ctx0" brushRef="#br0" timeOffset="-437481.8348">-1437 1092 228 0,'3'-6'346'0,"-3"6"-27"0,1-3-16 0,-1 3-35 15,5-6-28-15,-5 6-22 0,3-4-23 0,-3 4-15 16,3-3-38-16,-3 3-53 0,0 0-73 0,2-5-80 15,-2 5-85-15,0 0-240 0,2-4-421 0,-2 4 187 16</inkml:trace>
          <inkml:trace contextRef="#ctx0" brushRef="#br0" timeOffset="-437044.3909">-1537 960 56 0,'0'0'228'0,"0"0"-10"0,0 0-16 0,0 0-9 16,-5 16-17-16,2-9-13 0,-1-1-17 0,0 2-18 15,-2 0-17-15,2-1-37 0,-3 3-58 0,1 0-60 16,1-1-83-16,1-1-130 0,1-1-279 0,-2 2 124 0</inkml:trace>
          <inkml:trace contextRef="#ctx0" brushRef="#br0" timeOffset="-446106.2306">349 1001 40 0,'4'-2'231'0,"-4"2"-10"0,0 0-6 0,0 0-17 16,0 0-14-16,0 0-21 0,0 0-10 0,0 0-9 0,0 0-11 16,0 0-12-16,0 0-6 0,-13 17-3 0,8-11-14 15,-1 0-11-15,-4 2-7 0,0 1-7 0,0-1-17 16,-2 0-39-16,-2 3-37 0,4-2-42 15,-1-1-79-15,0 0-81 0,2 3-111 0,0-4-361 0,0 3 160 16</inkml:trace>
          <inkml:trace contextRef="#ctx0" brushRef="#br0" timeOffset="-446340.5757">294 1233 153 0,'0'0'241'0,"0"0"-20"0,0 0-10 15,0 0-18-15,0 0-13 0,0 0-17 16,0 0-13-16,0 0-8 0,0 0-9 0,0 0-9 0,0 0-9 16,0 0-13-16,0 0-8 0,0 0-8 0,2 12-7 15,-2-12-6-15,0 0-7 0,1 7-8 0,-1-7-2 16,0 0-5-16,0 6-4 0,0-6-3 0,1 6-5 15,-1-6-3-15,0 0-5 0,-2 8-1 0,2-8-3 16,-3 4-2-16,3-4 0 0,-5 5-6 0,5-5-6 16,-6 1-1-16,6-1-9 0,-5 2-12 0,5-2-3 15,-6-2-4-15,6 2 4 0,-7-1-3 0,7 1 2 16,-7-4-1-16,3 2 2 0,1-1 1 0,0 0 2 16,-1-1-2-16,0 0 6 0,4 4-2 0,-3-9-4 15,0 5 9-15,1 0 7 0,-1-2 12 0,3 6-3 0,-2-10 1 16,1 4 1-16,-1 1 4 0,2 5 3 15,0-9 8-15,0 9 2 0,-2-7 7 0,2 7 4 16,-2-6 2-16,2 6 2 0,0-6 2 0,0 6-1 16,0 0 3-16,0 0-1 0,0-8-2 0,0 8-2 0,0 0-5 15,0 0-7-15,0 0 7 0,0 0-17 0,0 0 2 16,0 0-7-16,0 0-1 0,0 0-1 16,0 0-1-16,0 0-5 0,0 0 2 0,0 0-6 0,0 0 5 15,2 21 1-15,-2-21-7 0,1 8 1 0,0-3-2 16,-1 1 1-16,0-6-3 0,0 6 2 0,0-6-3 15,0 9 14-15,0-5-12 0,0-4-2 0,0 8 1 16,0-8-5-16,-3 8 9 0,2-4-5 0,1-4 17 16,-7 4-15-16,3 0 1 0,0-2-3 0,-2 0 1 15,0 1 1-15,-1-1-2 0,-1-2-1 0,-1 0-3 16,-1 0 6-16,-2 0 2 0,1-2-4 0,-2 0 5 16,-3-2-2-16,3 3-2 0,1-2-1 0,-1 0 0 15,2-1 4-15,1-1-16 0,3 3-7 0,0-2-6 16,0 2-11-16,3-3-24 0,0-1-26 0,2 0-27 15,2 2-33-15,0 4-43 0,1-14-43 0,2 7-45 16,1-1-201-16,1 1-516 0,4-4 229 0</inkml:trace>
          <inkml:trace contextRef="#ctx0" brushRef="#br0" timeOffset="-445778.1277">269 1387 197 0,'0'0'253'0,"2"2"-9"16,-2-2-9-16,0 0-3 0,0 0-14 0,0 0-21 16,0 0-11-16,0 0-14 0,0 0-23 0,-10 3-12 15,10-3-13-15,-11 0-13 0,5-1-17 0,-2 2-27 16,0-2-45-16,2 2-67 0,-2-2-65 0,1-1-75 16,-1 2-198-16,8 0-416 0,-13-2 185 0</inkml:trace>
          <inkml:trace contextRef="#ctx0" brushRef="#br0" timeOffset="-445371.9065">-78 1116 225 0,'0'0'246'0,"0"0"-13"15,0 0-14-15,0 0-13 0,0 0-16 0,-5-3-15 16,5 3-11-16,0 0-7 0,0 0-7 0,-5 9-15 16,2-5-5-16,3-4-8 0,-3 8-8 0,0-1-7 15,2 0-2-15,-1 0-8 0,1 1-9 0,1 0-5 16,-1 1-5-16,0 0-7 0,1 0-13 0,0 1-4 16,-1-1-7-16,2 1-3 0,-1 1-9 0,0-2-15 15,-1 0-32-15,1 0-39 0,-2-1-50 0,2 1-59 16,-2-4-59-16,0 1-250 0,-1-1-507 0,-1 0 225 15</inkml:trace>
          <inkml:trace contextRef="#ctx0" brushRef="#br0" timeOffset="-444715.7036">-187 1065 101 0,'0'0'228'0,"0"0"-9"16,0 0-15-16,6 0-12 0,-6 0-17 0,0 0-17 15,0 0-11-15,0 0-12 0,0 0-9 0,0 0-13 16,0 0-6-16,-15 7-14 0,8-6-13 0,1-1-10 15,-2 3-35-15,3-2-63 0,0-1-84 0,5 0-229 16,-9 1-369-16,4-1 164 0</inkml:trace>
          <inkml:trace contextRef="#ctx0" brushRef="#br0" timeOffset="-444965.6879">-239 1233 157 0,'0'0'220'0,"0"0"-12"15,0 0-14-15,0 0-12 0,7 5-11 0,-7-5-10 16,0 0-8-16,0 8-12 0,0-8-12 0,2 5-10 16,-2-5-12-16,0 6-11 0,0-6-7 0,0 0-8 15,-2 9-6-15,2-9-7 0,0 7-9 0,0-7-6 16,-3 7-4-16,2-3-5 0,1-4-3 0,-5 5-3 15,1-2-1-15,4-3-6 0,-6 4-4 0,2-2-2 16,-1 1-1-16,1-2-4 0,-1 0-1 0,-1 0-2 16,6-1 0-16,-11-1-1 0,7 0-2 0,4 1-3 15,-9-4-1-15,5 4 1 0,0-2-2 0,0-1 1 16,1-1-3-16,3 4 6 0,-4-5 4 0,2 0 11 16,2 5 8-16,-3-11 5 0,3 3-5 0,-1 0 5 15,2 1 0-15,0-3 3 0,1-4-6 0,-1-1 0 16,2-3 4-16,-3 3-15 0,2-1-4 0,-1 3-2 15,0-1-21-15,1 2-35 0,-1 3-43 0,-1 1-47 16,0 1-53-16,0 2-48 0,0 5-238 0,2-10-503 16,-2 10 222-16</inkml:trace>
        </inkml:traceGroup>
        <inkml:traceGroup>
          <inkml:annotationXML>
            <emma:emma xmlns:emma="http://www.w3.org/2003/04/emma" version="1.0">
              <emma:interpretation id="{BFE56C13-C7FF-4B9E-895E-A645C62C6E64}" emma:medium="tactile" emma:mode="ink">
                <msink:context xmlns:msink="http://schemas.microsoft.com/ink/2010/main" type="inkWord" rotatedBoundingBox="11935,2281 11388,2285 11385,1917 11933,1913"/>
              </emma:interpretation>
              <emma:one-of disjunction-type="recognition" id="oneOf58">
                <emma:interpretation id="interp82" emma:lang="" emma:confidence="1">
                  <emma:literal/>
                </emma:interpretation>
              </emma:one-of>
            </emma:emma>
          </inkml:annotationXML>
          <inkml:trace contextRef="#ctx0" brushRef="#br0" timeOffset="-433169.6593">-2130 1204 146 0,'0'0'222'0,"0"0"-16"0,0 0-11 0,0 0-14 16,0 0-12-16,0 0-5 0,0 0-11 0,0 0-10 16,0 0-9-16,10-13-8 0,-10 13-11 0,2-3-12 15,-2 3-8-15,0 0-12 0,7-2-6 0,-7 2-5 16,4-3-10-16,-4 3-4 0,8 0-6 0,-8 0-6 16,4-1-2-16,-4 1-7 0,0 0-2 0,7 0-8 15,-7 0 0-15,0 0-1 0,6 3-6 0,-6-3 0 0,0 0-4 16,3 3-4-16,-3-3 0 0,3 4-4 15,-3-4-3-15,0 6-5 0,0-6-3 0,0 6-4 16,0-6 1-16,0 0-5 0,-2 9-1 0,2-9-8 0,-1 6 0 16,1-6 1-16,-1 7-1 0,1-7 0 0,1 7 2 15,-1-7 0-15,0 5 2 0,0-5 1 0,2 4 4 16,-2-4 0-16,0 0 3 0,1 6-9 16,-1-6 7-16,2 4 1 0,-2-4 5 0,2 4-1 0,-2-4 0 15,0 0-1-15,5 4 2 0,-5-4 0 0,3 3 2 16,-3-3-1-16,5 2 1 0,-5-2 0 0,5 0 6 15,-5 0-8-15,5 3 0 0,-5-3 3 0,7 1 1 16,-7-1 3-16,0 0-5 0,6-1 10 0,-6 1-5 16,0 0-2-16,5 1 5 0,-5-1 0 0,0 0 1 15,0 0-2-15,0 0-1 0,0 0-1 0,-16 3 1 16,16-3-2-16,-13 0 0 0,6 0 1 0,0 1 2 16,-1 1-5-16,-3-2-6 0,2 1 3 0,-3 0 6 15,1-1-6-15,0 0 4 0,-1 0 1 0,0 0-1 16,0 0-2-16,0-1 4 0,-1 0-3 0,2 0-3 15,0-1 0-15,-1 0 0 0,4 1-2 0,-1-3 7 16,0 4-2-16,2-2 1 0,3 0-1 0,0 1-2 0,-1-2 4 16,5 3-2-16,-4-6 0 0,2 2-3 0,2 4-1 15,-2-7 2-15,2 7-1 0,0-7 0 0,0 7-3 16,0 0 4-16,2-9-1 0,-2 9-1 0,4-3 0 16,-4 3 1-16,2-6 3 0,-2 6 0 0,0 0-3 15,7-2 4-15,-7 2 1 0,0 0 7 0,5 0 1 16,-5 0-1-16,0 0 2 0,8 3-2 0,-6 0 2 15,-2-3 1-15,5 3-4 0,-2 1 7 0,-3-4-4 16,3 5 0-16,-3-5-2 0,1 6 1 0,-1-6-4 16,0 5 6-16,0-5-2 0,-2 7 2 0,2-7-5 15,-5 8 3-15,0-5 0 0,2-1-3 0,-3 1-1 16,0 0 2-16,-1-1-1 0,1 1 0 0,-1 0-4 16,-2-2 2-16,3 2-2 0,-2-2-3 0,1 0 0 15,1 1-2-15,-3-1 0 0,4 0 2 0,-2-1-2 16,3 1 4-16,4-1-2 0,-7 0 4 0,2 1 1 15,5-1-4-15,0 0 4 0,-6 0 6 0,6 0 7 16,0 0 4-16,-5 1-1 0,5-1 3 0,0 0 3 0,0 0 3 16,0 0-8-16,0 0 7 0,0 0 1 0,0 0-2 15,0 0-1-15,0 0 0 0,0 0-5 0,0 0 1 16,0 0 1-16,0 0-3 0,0 0 1 0,0 0 1 16,10 9-6-16,-10-9 7 0,2 5-7 0,-2-5-2 15,4 6 1-15,-3-3 2 0,2 1-3 0,-3-4-2 16,2 7-2-16,-1-4 7 0,-1-3-2 0,2 9-3 15,-2-9-1-15,1 8 8 0,-1-4-6 0,0-4 5 16,0 7-6-16,0-7 2 0,0 8-3 0,0-8-1 16,-2 6 5-16,2-6 2 0,-4 6-4 0,1-2 7 15,0 0 4-15,0-2 0 0,-1 2-4 0,0-3 1 16,-3 1-1-16,1 1-2 0,-1-1 1 0,1 0-4 16,-3 0 6-16,2 1-7 0,-2-1 2 0,1-1-3 15,-2 1-3-15,-1-1-1 0,0-1 0 0,2 0-4 16,-3 0 4-16,2-3 9 0,-1 3-11 0,4 0 10 15,-1 0-14-15,-2-4 2 0,2 1-3 0,1 0-3 16,1 1 1-16,1-3 5 0,1 2-1 0,0-1-2 0,1-2 3 16,1 1-20-16,0-1-10 0,2 6-11 0,0-12-22 15,0 3-22-15,1 2-20 0,1 0-21 16,-1-1-32-16,1 2-34 0,1-3-47 0,0 1-274 0,-2 2-548 16,1 0 242-16</inkml:trace>
          <inkml:trace contextRef="#ctx0" brushRef="#br0" timeOffset="-432763.4531">-2323 1132 47 0,'2'-5'326'0,"-2"5"-12"0,5-7-22 0,-3 2-30 15,0-1-22-15,0 1-28 0,2 1-18 0,-1 0-20 16,-3 4-17-16,4-8-36 0,-3 5-43 0,-1 3-50 16,3-3-58-16,-3 3-60 0,0 0-51 0,0 0-223 15,0 0-395-15,0 0 175 0</inkml:trace>
          <inkml:trace contextRef="#ctx0" brushRef="#br0" timeOffset="-432966.5633">-2506 1213 272 0,'0'0'288'0,"1"-5"-12"16,-1 5-19-16,1-5-14 0,-1 5-23 0,0 0-25 15,2-6-19-15,-2 6-19 0,3-4-17 0,-3 4-26 0,0 0-37 16,6-1-39-16,-6 1-50 0,0 0-53 15,7 1-59-15,-7-1-73 0,6-1-146 0,-6 1-371 16,8 0 164-16</inkml:trace>
          <inkml:trace contextRef="#ctx0" brushRef="#br0" timeOffset="-432529.0953">-2050 1058 253 0,'3'-2'308'0,"1"0"-21"0,-4 2-18 0,5-5-15 0,-2 2-19 16,1 1-19-16,-4 2-20 0,0 0-19 0,4-4-21 15,-4 4-20-15,2-3-36 0,-2 3-37 0,0 0-46 16,0 0-55-16,0 0-63 0,0 0-85 0,0 0-205 16,0 0-423-16,0 0 188 0</inkml:trace>
        </inkml:traceGroup>
        <inkml:traceGroup>
          <inkml:annotationXML>
            <emma:emma xmlns:emma="http://www.w3.org/2003/04/emma" version="1.0">
              <emma:interpretation id="{0603F76D-C3C5-45D1-A1AD-3FE3B5F6470E}" emma:medium="tactile" emma:mode="ink">
                <msink:context xmlns:msink="http://schemas.microsoft.com/ink/2010/main" type="inkWord" rotatedBoundingBox="11210,2364 9696,2376 9691,1712 11205,1700"/>
              </emma:interpretation>
              <emma:one-of disjunction-type="recognition" id="oneOf59">
                <emma:interpretation id="interp83" emma:lang="" emma:confidence="1">
                  <emma:literal/>
                </emma:interpretation>
              </emma:one-of>
            </emma:emma>
          </inkml:annotationXML>
          <inkml:trace contextRef="#ctx0" brushRef="#br0" timeOffset="-428685.6219">-3669 837 133 0,'3'-2'266'0,"-3"2"-18"0,4-3-15 0,-4 3-18 16,0 0-11-16,0 0-11 0,0 0-10 0,0 0-11 0,0 0-14 15,3 9-11-15,-3-9-15 0,-7 9-10 16,2-2-14-16,-1 3-9 0,-2 1-10 0,-1-1-7 15,-2 5-10-15,0 1-6 0,-2-3-8 0,0 0-17 0,-1 2-26 16,-1-1-40-16,0 1-36 0,0 0-45 0,1-2-49 16,4-4-74-16,-3 3-181 0,-2-1-445 15,4-4 197-15</inkml:trace>
          <inkml:trace contextRef="#ctx0" brushRef="#br0" timeOffset="-429154.3307">-3802 1108 104 0,'1'-7'246'16,"-1"7"-6"-16,0 0-17 0,0 0-17 0,3-5-15 16,-3 5-16-16,0 0-11 0,0 0-4 0,0 0 0 15,6 1-6-15,-6-1-10 0,0 0-11 0,6 11-10 16,-3-10-4-16,-2 3-17 0,-1-4-6 0,2 9-8 16,0-2-8-16,-1 0-7 0,0 1-4 0,-1-2-11 15,0 5-4-15,0-4-3 0,0 2-7 0,0 0-7 16,0-2 0-16,-1 2-4 0,0-1-2 0,-1 1 0 15,0-1-4-15,-1-1-4 0,0-1-1 0,-1 1-1 16,-1-1-5-16,1 1-2 0,0-3-4 0,0-2-11 16,0 1-1-16,-2 0-8 0,0-1-5 0,0-1-2 15,0 0-1-15,-1-2 0 0,7 1 3 0,-9-3 1 16,3 0 1-16,1 0 3 0,2 1 1 0,-1-2 0 0,0 0 0 16,1 0-1-16,1 0 5 0,-1 0 0 0,3 4-1 15,-4-10 1-15,2 5-2 0,2 5 7 16,-1-8-2-16,1 8-4 0,-1-8 0 0,1 8 8 0,-1-6-4 15,1 6 5-15,0 0-3 0,0-6-3 0,0 6 2 16,0 0 1-16,0 0 1 0,0 0-1 0,0 0-2 16,0 0 3-16,0 0-1 0,0 0 3 0,0 0-1 15,0 0 0-15,0 0 1 0,0 0 3 0,0 0-2 16,6 14 2-16,-6-14-2 0,0 0-2 0,-2 7-2 16,2-7 6-16,-2 8-3 0,-1-4 1 0,-1 0-2 15,-2 2 2-15,1-2 0 0,-1 0-3 0,0 0 2 16,-1 0-2-16,1-1 0 0,0-1-1 0,-1-1 3 15,1 2-5-15,1 0 3 0,0-3-3 0,5 0 2 16,-8 1 2-16,8-1-4 0,-6 0 4 0,6 0-1 16,0 0-1-16,-6-1 5 0,6 1 1 0,0 0 1 15,0 0-2-15,0 0 2 0,0 0 0 0,-6-2-2 16,6 2 4-16,0 0-4 0,0 0 3 0,0 0 0 0,0 0-2 16,0 0 0-16,12 7 1 0,-12-7 0 0,4 7 4 15,-1-4-5-15,0 0 1 0,-3-3-3 16,3 6 2-16,-2-1 3 0,-1-5-2 0,1 8-1 0,0-4 3 15,-1-4-1-15,0 9-2 0,0-9 0 0,-1 6 1 16,1-6-4-16,-3 8 0 0,1-6 0 0,2-2-1 16,-4 4 5-16,4-4-4 0,-6 2-1 0,6-2-1 15,-5 1-7-15,5-1-3 0,0 0-2 0,-9-7-1 16,6 6 0-16,0-3-3 0,0 0 1 0,0 1-3 16,0-3 0-16,0 2 0 0,-1-1 0 0,2 2 6 15,-1-1-4-15,-1-1 6 0,0 2-3 0,1 0 4 16,-1 0 1-16,-1 0 1 0,0 0-1 0,-1 0-1 15,1 2-2-15,5 1 7 0,-8-3 0 0,1 3-2 16,3-1 0-16,4 1-1 0,-9-2 2 0,5 2-1 16,4 0 1-16,-8 1 3 0,4 1-2 0,4-2 0 15,-6 4 0-15,3-1 1 0,3-3 2 0,-5 6 2 16,4-3 1-16,-1 2 1 0,2-5 2 0,-2 10 9 0,3-2 5 16,2-1-3-16,-3-1 2 0,1 3 1 0,2-1 3 15,2 2 4-15,-2 1-1 0,3 0 5 16,-2 0-2-16,1 0-4 0,-1-3-6 0,0 0 3 0,1 4-2 15,-2-3 0-15,-2-1-6 0,2 0-2 0,-1 2-1 16,-2-4-16-16,1 0-22 0,0-1-32 0,0 0-35 16,-1-5-36-16,-1 9-42 0,1-9-51 0,-2 5-279 15,2-5-545-15,0 0 241 0</inkml:trace>
          <inkml:trace contextRef="#ctx0" brushRef="#br0" timeOffset="-428951.2191">-3988 1108 88 0,'0'0'314'15,"3"-8"-10"-15,-3 8-17 0,2-8-23 0,0 6-21 31,-2 2-24-31,2-7-18 0,-2 7-29 0,3-4-12 0,-3 4-33 16,0 0-45-16,3-3-52 0,-3 3-59 0,0 0-74 16,0 0-71-16,0 0-191 0,0 0-394 0,0 0 175 15</inkml:trace>
          <inkml:trace contextRef="#ctx0" brushRef="#br0" timeOffset="-428279.4046">-4262 1316 294 0,'0'0'392'0,"2"-5"-14"0,-2 5-17 0,1-7-21 16,-1 7-27-16,3-6-25 0,-3 6-30 0,3-5-27 15,-3 5-29-15,3-3-51 0,-3 3-71 0,0 0-97 16,2-5-128-16,-2 5-152 0,0 0-175 0,-9-3-511 0,3 2 226 16</inkml:trace>
          <inkml:trace contextRef="#ctx0" brushRef="#br0" timeOffset="-431638.5151">-2806 1202 64 0,'0'0'260'0,"-2"-2"-11"0,2 2-11 0,0 0-12 16,0 0-16-16,0 0-16 0,0 0-16 0,0 0-16 16,0 0-15-16,0 0-9 0,0 0-12 0,0 0-7 15,0 0-5-15,0 0-7 0,0 0-4 0,0 0-2 16,0 0-5-16,0 0-2 0,0 0-8 0,11 13 2 15,-8-11-13-15,0 0-7 0,1 2-3 0,1-1-5 16,-1 0 6-16,-1-1-17 0,2 2-4 0,-2-2-2 16,1 1 0-16,-1-1-2 0,2 2-5 0,-5-4-5 15,4 4 0-15,-2-1-3 0,-2-3-6 0,0 6-3 16,0-6-2-16,0 0 1 0,-5 7-1 0,1-5-8 16,-2 1-24-16,0 0-31 0,0 0-36 0,0-1-53 15,-2 2-55-15,4-4-66 0,-3 3-271 0,1-2-570 16,-1 1 252-16</inkml:trace>
          <inkml:trace contextRef="#ctx0" brushRef="#br0" timeOffset="-431388.5415">-2917 1273 87 0,'0'0'233'0,"0"0"-15"0,0 0 1 16,0 0-4-16,0 0-12 0,0 0-8 0,0 0-5 15,0 0-5-15,-2 12-7 0,2-12-9 0,0 8-3 16,0-8-10-16,1 13-6 0,-1-7-8 0,-1 2-7 16,-1 0-6-16,0 0-23 0,1 0 2 0,-2 1-15 15,0 0-8-15,-2-1-9 0,0 4-4 0,0-5-7 16,-2 3-10-16,0-1-22 0,2-2-28 0,-2 0-32 16,0-2-38-16,-1 2-34 0,2-3-42 0,-2 1-46 15,4-3-29-15,-1 2-58 0,-1-4-170 0,2 1-480 16,4-1 213-16</inkml:trace>
          <inkml:trace contextRef="#ctx0" brushRef="#br0" timeOffset="-430373.0027">-3059 1240 10 0,'0'0'222'0,"5"-2"-15"0,-5 2-14 16,0 0-14-16,0 0-11 0,0 0-13 0,0 0-15 15,0 10-11-15,0-10-13 0,0 0-15 0,-4 9-9 16,4-9-5-16,-5 6-14 0,3-3-3 0,-2 1-8 16,1-1-9-16,-3 1-5 0,3 0-16 0,-2-1-6 15,0-1-21-15,1 1 4 0,0-1-8 0,4-2-1 16,-7 3-5-16,2-1 3 0,5-2-1 0,-6 0 2 15,6 0 0-15,0 0 1 0,-7-5-1 0,7 5-1 16,-2-5 5-16,2 5 3 0,-1-6 10 0,1 6 4 16,0 0-1-16,0-10 9 0,0 10-2 0,2-8 2 15,-2 8 8-15,1-8-1 0,-1 8 0 0,3-5 2 0,-2 1 2 16,-1 4-1-16,2-5 0 0,-2 5 0 0,0 0-8 16,1-5-2-16,-1 5-5 0,0 0-2 0,0 0 2 15,0 0-4-15,0 0-1 0,0 0-4 16,0 0 0-16,0 0-1 0,0 0 0 0,-4 16-3 0,4-16-1 15,-5 7-4-15,2-2-5 0,1-2-4 0,-1 0-10 16,-1 1-9-16,0 0-8 0,0-1-11 0,-1 1-8 16,-1-1-2-16,1-1 5 0,-2 0-5 0,0 0 2 15,1-2 2-15,0 0 0 0,6 0 2 0,-10-2 3 16,6 1 0-16,4 1 8 0,-8-4 5 0,5 2 11 16,3 2 4-16,-5-7 3 0,4 4 2 0,1 3 14 15,-2-8 10-15,2 8 5 0,0-6 3 0,0 6 5 16,0 0 7-16,-1-9 7 0,1 9 3 0,0 0 1 15,1-6-5-15,-1 6-2 0,0 0-4 0,0 0-5 0,0 0-3 16,0 0 0-16,0 0-5 0,0 0-1 16,0 0-4-16,0 0-6 0,0 0 4 0,0 0 0 15,0 0-3-15,0 0-1 0,0 0 0 0,-8 13 1 0,6-9-3 16,2-4 0-16,-6 7-1 0,3-4-10 0,-1-1-6 16,-2 3-12-16,1-3-1 0,0 1 1 0,-2-1-5 15,2 0-2-15,-1-1 0 0,1 1 2 0,5-2 1 16,-10-1 1-16,5 0 3 0,5 1 3 0,-8-3 5 15,2 1-1-15,3-1 1 0,3 3 6 0,-6-5 12 16,3 2 5-16,3 3 7 0,-3-7 8 0,3 7 5 16,-5-4 10-16,5 4 12 0,0-5 4 0,0 5 2 15,-3-6 4-15,3 6-3 0,0 0 0 0,0 0 2 16,-1-6 2-16,1 6-1 0,0 0-3 0,0 0-2 16,0 0 4-16,0 0-13 0,0 0 2 0,0 0-4 15,0 0 1-15,0 0-12 0,0 0-2 0,0 0-4 16,0 0 0-16,0 0-7 0,0 0 2 0,0 0-3 15,0 0-4-15,0 0-4 0,0 0 2 0,0 0 1 0,0 0-4 16,0 0 8-16,0 0 5 0,3 18-9 16,-3-18-8-16,1 7 4 0,-1-7 11 0,2 7-10 15,-2-7 1-15,-2 8-7 0,2-8 3 0,0 7-4 0,0-7 4 16,-2 7 1-16,2-7-4 0,-2 5 2 0,2-5 0 16,-3 5-4-16,3-5 9 0,-4 5-5 0,0-3-5 15,-1 0 4-15,1 0 3 0,-1 1-3 0,-3 0 0 16,1-1 1-16,1 0-3 0,-1 0-1 0,-2 0 0 15,-2-1-1-15,1 1 1 0,-2-1-5 0,0-1 6 16,1 0-3-16,-4-1 2 0,-2-1 1 0,4 1-4 16,0-1 2-16,1-1 1 0,0 2-5 0,0-1 7 15,1-1-3-15,1 0-3 0,3 0-1 0,1-1-6 16,0-1-6-16,0 1-10 0,1-2-6 0,2 1-12 16,1 2-4-16,-1-2-13 0,1 1-21 0,0-3-20 15,0-1-19-15,1 4-21 0,1 4-30 0,0-11-17 16,1 5-37-16,1-1-59 0,0 2-145 0,0-1-462 15,1 0 204-15</inkml:trace>
          <inkml:trace contextRef="#ctx0" brushRef="#br0" timeOffset="-430185.5037">-3469 1168 92 0,'0'0'263'0,"4"-1"-16"0,-4 1-20 0,0 0-20 15,0 0-14-15,0 0-21 0,0 0-13 0,0 0-18 16,0 0-9-16,-22 0-17 0,14 0-9 0,1 1-12 16,-2-1-27-16,2 0-35 0,-1 1-50 0,1-1-57 15,1 0-66-15,-1 0-195 0,0 0-363 0,1 0 160 16</inkml:trace>
        </inkml:traceGroup>
      </inkml:traceGroup>
    </inkml:traceGroup>
    <inkml:traceGroup>
      <inkml:annotationXML>
        <emma:emma xmlns:emma="http://www.w3.org/2003/04/emma" version="1.0">
          <emma:interpretation id="{B6412B21-B6FE-49D4-8CA5-091D70AEE6AC}" emma:medium="tactile" emma:mode="ink">
            <msink:context xmlns:msink="http://schemas.microsoft.com/ink/2010/main" type="paragraph" rotatedBoundingBox="14661,1217 11965,1239 11961,704 14657,683" alignmentLevel="1"/>
          </emma:interpretation>
        </emma:emma>
      </inkml:annotationXML>
      <inkml:traceGroup>
        <inkml:annotationXML>
          <emma:emma xmlns:emma="http://www.w3.org/2003/04/emma" version="1.0">
            <emma:interpretation id="{039F382B-A8E0-4B59-A86B-B6AB40671A3F}" emma:medium="tactile" emma:mode="ink">
              <msink:context xmlns:msink="http://schemas.microsoft.com/ink/2010/main" type="line" rotatedBoundingBox="14661,1217 11965,1239 11961,704 14657,683"/>
            </emma:interpretation>
          </emma:emma>
        </inkml:annotationXML>
        <inkml:traceGroup>
          <inkml:annotationXML>
            <emma:emma xmlns:emma="http://www.w3.org/2003/04/emma" version="1.0">
              <emma:interpretation id="{F66E61F3-872F-44A4-B2CE-A05E81C1F3BF}" emma:medium="tactile" emma:mode="ink">
                <msink:context xmlns:msink="http://schemas.microsoft.com/ink/2010/main" type="inkWord" rotatedBoundingBox="14660,1105 14470,1106 14468,904 14658,903"/>
              </emma:interpretation>
              <emma:one-of disjunction-type="recognition" id="oneOf60">
                <emma:interpretation id="interp84" emma:lang="" emma:confidence="0">
                  <emma:literal>,</emma:literal>
                </emma:interpretation>
                <emma:interpretation id="interp85" emma:lang="" emma:confidence="0">
                  <emma:literal>H</emma:literal>
                </emma:interpretation>
                <emma:interpretation id="interp86" emma:lang="" emma:confidence="0">
                  <emma:literal>X</emma:literal>
                </emma:interpretation>
                <emma:interpretation id="interp87" emma:lang="" emma:confidence="0">
                  <emma:literal>.</emma:literal>
                </emma:interpretation>
                <emma:interpretation id="interp88" emma:lang="" emma:confidence="0">
                  <emma:literal>-</emma:literal>
                </emma:interpretation>
              </emma:one-of>
            </emma:emma>
          </inkml:annotationXML>
          <inkml:trace contextRef="#ctx0" brushRef="#br1" timeOffset="124209.684">699 177 160 0,'0'0'249'15,"3"-1"-9"-15,-3 1-20 0,0 0-11 0,0 0-15 0,0 0-14 16,0 0-17-16,0 0-17 0,0 0-13 0,0 0-13 15,0 0-8-15,0 0-12 0,0 0-8 0,-18 4-9 16,14-4-7-16,4 0-9 0,-11 1-8 0,4 1-5 16,-1-2-6-16,1 0-13 0,-2 3-24 0,1-3-20 15,-1 0-34-15,1 0-29 0,1 0-35 0,0 0-36 16,0-3-53-16,2 3-168 0,-2-2-394 0,7 2 174 16</inkml:trace>
          <inkml:trace contextRef="#ctx0" brushRef="#br1" timeOffset="124506.5491">699 116 213 0,'0'0'246'15,"0"0"-15"-15,0 0-14 0,-13-5-11 0,6 4-17 16,2 1-16-16,-3 1-15 0,0-1-19 0,1 1-14 15,-1-1-12-15,1 0-20 0,0-1-31 0,0 1-52 16,1 0-53-16,0-1-57 0,1-1-57 0,5 2-156 16,-7-2-339-16,3 0 151 0</inkml:trace>
          <inkml:trace contextRef="#ctx0" brushRef="#br1" timeOffset="124756.5188">614 31 20 0,'0'0'233'15,"0"0"-16"-15,0 0-20 0,-4-3-12 0,4 3-6 16,0 0 0-16,0 0-7 0,0 0-4 0,0 0-15 16,-5 12 2-16,3-8-4 0,2-4-6 0,-4 8-5 15,1-4-11-15,2 3-4 0,-2 0-3 0,-1 1-6 16,1-1-4-16,0 0 8 0,-2-1-15 0,0 1 2 15,0 1-9-15,-1-2-5 0,-2 3-6 0,3-3-4 16,-4 1 1-16,3-1 2 0,1-1-21 0,0 0-3 16,0-1 3-16,2 1-5 0,0-1-16 0,3-4 7 15,0 8-4-15,0-8-5 0,3 10-5 0,3-6-7 16,1-1-17-16,2 3-32 0,2-2-47 0,0-1-53 16,0 1-60-16,2 1-78 0,-2-1-85 0,-1 0-208 15,-2-2-594-15,-1 1 263 0</inkml:trace>
        </inkml:traceGroup>
        <inkml:traceGroup>
          <inkml:annotationXML>
            <emma:emma xmlns:emma="http://www.w3.org/2003/04/emma" version="1.0">
              <emma:interpretation id="{0D2D319B-5B86-461C-8948-38DB4C722751}" emma:medium="tactile" emma:mode="ink">
                <msink:context xmlns:msink="http://schemas.microsoft.com/ink/2010/main" type="inkWord" rotatedBoundingBox="14295,1180 12934,1191 12930,754 14292,743"/>
              </emma:interpretation>
              <emma:one-of disjunction-type="recognition" id="oneOf61">
                <emma:interpretation id="interp89" emma:lang="" emma:confidence="1">
                  <emma:literal/>
                </emma:interpretation>
              </emma:one-of>
            </emma:emma>
          </inkml:annotationXML>
          <inkml:trace contextRef="#ctx0" brushRef="#br0" timeOffset="-458620.9371">322-19 202 0,'0'0'209'0,"0"0"-11"0,0 0-10 16,0 0-14-16,0-6-14 0,0 6-16 0,0 0-14 15,0 0-12-15,0 0-11 0,0 0-9 0,0 0-10 16,-15 6-5-16,11-3-9 0,-2-1-7 0,1 2-3 16,0-1-3-16,-1 1-2 0,0-1-6 0,1 1-8 15,1 0 1-15,1-1-2 0,-1 2-7 0,1-1-3 16,0-2 0-16,0 3-9 0,0-1 6 0,3-4-7 16,-3 7 3-16,1-4-8 0,2-3 0 0,-1 8 0 15,1-8 0-15,0 7-2 0,0-7-1 0,3 6 0 16,-3-6 0-16,6 5-2 0,-2-2-1 0,1-2-5 15,2 1 4-15,0 1-3 0,0-1 1 0,0 0 0 16,0 0-1-16,-1 1 4 0,1 0-1 0,-2 0-2 0,1 0-3 16,-2-1 2-16,1 2 1 0,-1-3-2 0,-1 2-1 15,-3-3 2-15,2 5 1 0,-2-5-2 16,0 0-1-16,-5 11-1 0,1-7 2 0,-4 0 2 16,-2 0-3-16,1-1-3 0,-1 1 0 0,-1 2-14 0,0-2-24 15,-1-1-39-15,1 1-61 0,2-3-53 0,1-1-241 16,0 0-461-16,8 0 204 0</inkml:trace>
          <inkml:trace contextRef="#ctx0" brushRef="#br0" timeOffset="-459105.2979">7 36 29 0,'1'-5'176'16,"2"2"-6"-16,-3 3-11 0,5-5-9 0,-2 2-1 16,-3 3-11-16,5-6-6 0,-1 4-9 0,-2 0-5 0,-2 2-5 15,6-4 4-15,-6 4-5 0,3-2-6 0,-3 2-4 16,6-2-11-16,-6 2-2 0,0 0-4 15,6-1-9-15,-6 1-7 0,6 0-5 0,-6 0-3 16,6 1-6-16,-2-1-5 0,-4 0-7 0,8 3 1 0,-4 2-1 16,1-2-6-16,-1 3-3 0,2-3-1 0,-2 4 0 15,-2-2 1-15,2 2-6 0,-2-2 6 16,-1 0-6-16,1 0 0 0,-1 3 0 0,0-4-3 0,1 4-3 16,-2-4 0-16,0-4-1 0,-2 15-1 0,0-7-3 15,-3-2-2-15,0 0-17 0,-1 1-24 0,-3 1-31 16,1-1-37-16,2-2-52 0,-1-2-39 0,1 0-69 15,2 0-140-15,4-3-425 0,-5 3 188 0</inkml:trace>
          <inkml:trace contextRef="#ctx0" brushRef="#br0" timeOffset="-457480.3747">35 275 148 0,'0'0'145'0,"0"0"-16"0,0 0-3 0,0 0-2 0,0 0-8 15,0 0-6-15,0 0-6 0,0 0-7 16,0 0-1-16,0 0-5 0,0 0-3 0,0 0-3 0,0 0 0 15,0 0-3-15,0 0-4 0,0 0-1 0,0 0-6 16,0 0-1-16,-2 5-5 0,2-5-4 0,0 0-3 16,0 0-1-16,0 0-2 0,0 0 1 15,0 0-5-15,0 0-3 0,0 0 0 0,0 0 2 0,0 0-3 16,5 9-3-16,-5-9-6 0,0 0-1 0,2 3-3 16,-2-3-4-16,0 0-4 0,0 0 0 0,2 5-4 15,-2-5 1-15,0 0-5 0,0 0-2 0,2 5 1 16,-2-5-2-16,0 0-1 0,0 0 0 0,1 5 7 15,-1-5-3-15,0 0 0 0,0 0 2 0,0 0 3 16,0 0 4-16,0 0-2 0,0 0 2 0,0 0 2 16,0 0-3-16,0 0-4 0,0 0 1 0,0 0-2 15,0 0-5-15,0 0-1 0,0 0 0 0,0 0 1 16,0 0-4-16,0 0 0 0,0 0-2 0,0 0 0 16,-7-15-2-16,7 15 0 0,-3-8-8 0,0 0-8 15,2 1-5-15,-1 1-11 0,2-2-13 0,0 0-17 16,-1 1-26-16,-1-2-28 0,1 2-47 0,0-2-38 15,1 2-49-15,-2 0-158 0,0 0-434 0,-1 0 192 16</inkml:trace>
          <inkml:trace contextRef="#ctx0" brushRef="#br0" timeOffset="-459511.5141">-32 92 85 0,'0'0'221'0,"0"0"-11"0,0 0-8 15,0 0-17-15,0 0-14 0,0 0-11 0,0 0-8 16,0 0-9-16,0 0-6 0,0 0-4 0,0 0-4 15,0 0-8-15,15 6-2 0,-15-6-4 16,4 8-4-16,-2-5-4 0,0 3-3 0,-1-2-9 0,2 1-5 16,0 2-2-16,0-1-4 0,0 2-12 0,-2-1-6 15,1 0-6-15,0 2-7 0,0-2-2 0,2 1-3 16,-3 0-5-16,1-2-4 0,0 2-6 0,0-1-8 16,0 0-25-16,0 0-41 0,0-3-45 0,-1 1-60 15,-1-5-56-15,3 6-42 0,-3-6-212 0,1 5-493 16,-1-5 218-16</inkml:trace>
          <inkml:trace contextRef="#ctx0" brushRef="#br0" timeOffset="-456933.5629">-157 170 173 0,'0'0'181'0,"0"0"-11"0,-4 4-12 0,4-4-16 0,0 0-9 16,-7 1-10-16,7-1-10 0,-4 2-6 0,4-2-8 15,0 0-10-15,-5 1-8 0,5-1-9 0,0 0-8 16,0 0-2-16,-8-4-4 0,8 4-5 0,-2-4 0 15,2 4-7-15,0 0-5 0,-3-6-1 0,3 6-7 0,0 0 0 16,1-8-4-16,-1 8-3 0,3-7-4 16,-3 7-2-16,2-6 3 0,-2 6-7 0,4-4 1 15,-4 4-4-15,5-4 3 0,-5 4-2 0,6-3-1 16,-6 3 4-16,5-1 1 0,-5 1-3 0,8-1 1 16,-8 1-2-16,6 1 4 0,-2 0-8 0,-4-1 7 15,6 4 2-15,-3-1 4 0,-3-3-3 0,3 6 13 16,0-2 11-16,-3 2 2 0,0-6 6 0,-1 11 2 15,-1-5 0-15,-2 4-6 0,-2-4-5 0,0 4 2 0,-3 0-3 16,-2-1-4-16,-3 2-8 0,0 1-19 0,-2-1-44 16,3-3-63-16,1 0-72 0,0 0-88 0,0-2-163 15,2-2-451-15,-2 0 199 0</inkml:trace>
          <inkml:trace contextRef="#ctx0" brushRef="#br0" timeOffset="-454261.8825">-343 32 110 0,'0'0'208'0,"-1"-7"-12"0,1 7-16 15,0 0-8-15,0 0-14 0,0 0-5 16,0 0-7-16,0 0-5 0,0 0-8 0,0 0 2 0,0 0-8 16,-10 12-7-16,8-8-10 0,-2 1-3 0,0 1-9 15,-1 1-9-15,0-1-9 0,0 2-4 0,-2 2-5 16,1-2-12-16,-1-1 3 0,0 3-14 0,-2-3-23 16,0 2-30-16,-2 1-49 0,2-1-57 0,1-3-59 15,-1 2-241-15,3-2-445 0,-2 0 197 0</inkml:trace>
          <inkml:trace contextRef="#ctx0" brushRef="#br0" timeOffset="-454511.8471">-447 10 177 0,'0'0'234'0,"0"0"-9"15,0 0-13-15,0 0-7 0,11 7-12 0,-10-2-10 16,2-2-6-16,-1 3-8 0,2 0-10 0,0 1 2 16,0 0-18-16,3 3-8 0,-2-1-12 0,-1-1-7 15,1 2-11-15,-1 0-12 0,1 0-5 0,-1-2-7 16,0 1-11-16,1 1-15 0,-2 0-33 0,0-4-39 16,-1-1-33-16,-1 0-42 0,1 0-47 0,0-1-51 15,-1 0-45-15,-1-4-166 0,1 6-434 0,-1-6 192 16</inkml:trace>
          <inkml:trace contextRef="#ctx0" brushRef="#br0" timeOffset="-454839.9654">-570 169 178 0,'0'0'210'0,"0"0"-14"16,0 0-12-16,0 0-21 0,0 0-8 0,-1 8-10 15,1-8-12-15,0 0-11 0,0 0-6 0,0 0-11 16,-4 6-6-16,4-6-5 0,-5 1-9 0,5-1-8 0,0 0-8 16,-6 1-4-16,6-1-11 0,0 0 0 15,-10-2-8-15,10 2-3 0,-6-3-10 0,3 0 10 16,-1 0-11-16,1-1 0 0,-1 1-8 0,4 3 3 15,-4-8 2-15,3 4 0 0,-1-2-5 0,2 6 1 0,-1-12-4 16,1 7-1-16,1-2-1 0,-1-2-2 0,3 1-1 16,-1 0 2-16,2 1-5 0,0 2 0 15,-1-3-4-15,0 4 2 0,1-1-4 0,-1 2 2 16,1 0-4-16,-4 3 0 0,6-5-3 0,-2 5 2 0,-4 0-4 16,0 0 4-16,9 4 0 0,-5-2-1 0,0 0 0 15,0 3-1-15,-1-2-1 0,0 4 1 0,0 1-2 16,0-2 2-16,-3 1-9 0,1 1-14 0,-1 0-17 15,-1 2-36-15,-1-3-32 0,-1 1-46 0,1-2-32 16,-3 0-203-16,2 0-418 0,-2 0 184 0</inkml:trace>
          <inkml:trace contextRef="#ctx0" brushRef="#br0" timeOffset="-455277.4234">-746-124 87 0,'0'0'250'15,"0"0"-3"-15,0 0-10 0,0 0 0 0,0 0-20 16,3 13-14-16,-3-13-13 0,1 10-3 0,-1-2-15 16,1 1-12-16,-2 3-3 0,2-2-12 0,-2 2-11 15,1 0-9-15,-2 1-3 0,2 0-8 0,-2 1-3 16,2-2-8-16,-1 2-12 0,-1-1-4 0,1-1-9 0,0 1-2 16,-1-1 1-16,2 1-17 0,-2-1-2 15,2 0-8-15,-1-3-5 0,1 3 0 0,1-5-12 16,0 1 0-16,-1-1-4 0,1 1 0 0,-1-2-6 15,0-6 1-15,0 9-2 0,1-5-3 0,-1-4-2 0,1 6-2 16,-1-6 10-16,0 0-13 0,0 6-5 0,0-6-7 16,0 0-7-16,0 0-3 0,5 3-3 0,-5-3-2 15,0 0-11-15,8-7-4 0,-4 5-1 16,1-3-11-16,-2 1-1 0,1 1 2 0,-1-4-5 0,1 3-4 16,1-2 4-16,-2 2-8 0,0-2 1 0,1-1 2 15,-1 1 5-15,0 1-3 0,0-1 2 0,0-1 4 16,-1 2-2-16,0-2-4 0,0 2 7 0,-2 5 3 15,2-10-1-15,-1 5 4 0,-1 5 2 0,0-9 3 16,0 9 3-16,-2-9 5 0,0 4-1 0,-1 0 3 16,3 5 2-16,-7-8-1 0,2 3-1 0,1 3 2 15,0 0-6-15,-3-1-11 0,1 2-15 0,-1 0-27 16,7 1-24-16,-11 1-24 0,4 0-30 0,2-1-40 16,0 2-163-16,1-1-388 0,-1 1 172 0</inkml:trace>
          <inkml:trace contextRef="#ctx0" brushRef="#br0" timeOffset="-455793.0112">-914 12 127 0,'0'0'223'0,"0"0"-11"0,0 0-14 0,0 0-6 16,0 0 1-16,0 0-3 0,0 0-17 15,-6 15-10-15,2-8-15 0,0-1-5 0,-2 3-19 0,0 1-8 16,-1-1-10-16,2 2-4 0,-3 1-9 16,2-3-11-16,-2 3-7 0,2 0-9 0,-3-2-5 0,3-1-10 15,-1 0-23-15,3-1-33 0,-1 0-44 0,1-3-51 16,1-1-59-16,1 1-53 0,1-2-179 0,1-3-422 16,0 0 187-16</inkml:trace>
          <inkml:trace contextRef="#ctx0" brushRef="#br0" timeOffset="-456042.9751">-1026 28 63 0,'0'0'259'0,"0"0"-21"0,0 0-19 0,0 0-13 15,0 0-10-15,0 0-6 0,0 0-12 0,11 6-10 16,-9-4-6-16,2 2-9 0,0 0-13 0,0 1 1 15,1 2-10-15,0-1-2 0,-1 0-9 0,1 3-9 16,0-1-12-16,-2-1-10 0,2 1-7 0,0 0-10 16,1 2-5-16,-1-3-1 0,-2 1-17 0,0-1-30 15,0-1-41-15,0 2-37 0,-2-3-57 0,2 0-58 16,-1 0-59-16,1-2-225 0,-3-3-495 0,1 7 220 16</inkml:trace>
        </inkml:traceGroup>
        <inkml:traceGroup>
          <inkml:annotationXML>
            <emma:emma xmlns:emma="http://www.w3.org/2003/04/emma" version="1.0">
              <emma:interpretation id="{AD14DF32-7E7E-4752-B83E-EDA1AF896F3A}" emma:medium="tactile" emma:mode="ink">
                <msink:context xmlns:msink="http://schemas.microsoft.com/ink/2010/main" type="inkWord" rotatedBoundingBox="12692,1233 11965,1239 11961,704 12688,699"/>
              </emma:interpretation>
              <emma:one-of disjunction-type="recognition" id="oneOf62">
                <emma:interpretation id="interp90" emma:lang="" emma:confidence="1">
                  <emma:literal/>
                </emma:interpretation>
              </emma:one-of>
            </emma:emma>
          </inkml:annotationXML>
          <inkml:trace contextRef="#ctx0" brushRef="#br0" timeOffset="-452996.3516">-1282 73 164 0,'0'0'192'0,"0"0"-13"0,0 0-17 16,0 0-9-16,0 0-9 0,0 0-9 0,0 0-5 16,0 0-5-16,0 0-12 0,0 0-3 0,0 0-9 15,0 0-10-15,0 0-7 0,0 0-8 0,5 18-6 16,-5-18-1-16,2 5-2 0,-2-5-5 0,3 7-7 15,-3-4-4-15,0-3-4 0,2 6 2 0,1-3-7 16,-3-3-2-16,0 0 2 0,0 9-3 0,0-9 1 16,0 0 2-16,0 0-3 0,-5 7-5 0,2-5-3 15,3-2-5-15,-7 2-3 0,4-1 0 0,3-1-5 16,-10 1 0-16,4-1-2 0,-3 0-6 0,2-1-7 16,1 1-8-16,-2-1-8 0,1 0-9 0,1 0-12 15,-1 0-12-15,1 0-27 0,0 1-30 0,6 0-44 16,-6-3-59-16,1 3-172 0,5 0-409 0,-6-3 181 15</inkml:trace>
          <inkml:trace contextRef="#ctx0" brushRef="#br0" timeOffset="-452793.2183">-1355 243 30 0,'0'0'305'0,"0"0"-23"0,0 0-24 0,0 0-29 16,2-18-21-16,-2 18-20 0,0 0-23 0,3-7-33 15,-3 7-49-15,0-5-52 0,0 5-68 0,0 0-62 16,0 0-198-16,-1-8-320 0,1 8 143 0</inkml:trace>
          <inkml:trace contextRef="#ctx0" brushRef="#br0" timeOffset="-452121.4008">-1479 53 178 0,'0'0'252'0,"3"-2"-20"0,-3 2-21 0,0 0-17 16,7-4-10-16,-7 4-19 0,6-3-10 0,-1 3-12 0,-1-1-13 15,-4 1-15-15,8-2-8 0,-8 2-8 0,6 0-9 16,-6 0-12-16,7 0-3 0,-7 0-10 16,6 2-8-16,-6-2-2 0,4 1-10 0,-4-1-1 15,3 4-6-15,-3-4-5 0,3 4-4 0,-3-4-7 0,5 6-9 16,-5-6-5-16,3 6-6 0,-2-4-2 15,1 2-4-15,-2-4-4 0,1 6 2 0,-1-6-2 0,3 4 0 16,-3-4-4-16,2 8 1 0,-1-5-1 0,-1-3 0 16,2 7 2-16,-2-7 2 0,2 5 1 0,-2-5 0 15,1 4-1-15,-1-4 2 0,1 5 1 0,-1-5 2 16,0 0-1-16,4 3 3 0,-4-3-1 0,5 3-3 16,-5-3 2-16,3 1 0 0,-3-1 2 0,0 0 5 15,5 1-9-15,-5-1 1 0,0 0 2 0,0 0-1 16,0 0 3-16,0 0-3 0,0 0 0 0,0 0 0 15,-13 5 2-15,7-3-2 0,-4-1-4 0,0-1 1 16,-3 2 0-16,2-1 1 0,1 0-6 0,-4-1-3 16,1 2-3-16,2-2 0 0,-2 0 1 0,2 1 1 15,-1-1 1-15,1 0 3 0,2 0-3 0,2 0 2 16,0 0 4-16,-1 0 3 0,2-1 8 0,0 1 5 16,6 0 5-16,-8 0 6 0,8 0 5 0,-7 0 4 15,7 0-3-15,0 0 0 0,-4 1-3 0,4-1 2 0,0 0 3 16,0 0-2-16,0 0 0 0,0 0-2 0,0 0 4 15,9 10-2-15,-6-8-2 0,0 0-1 0,1 1 3 16,1 2 3-16,-3-1 1 0,3 2 4 16,0 0 1-16,-2 1-3 0,1-2 6 0,-2 1-9 0,-1 1-5 15,-1 0 2-15,-1 0-2 0,-1 2 1 0,-2-2-4 16,1 2 0-16,-2-3-3 0,-2 3 4 0,2-3-6 16,-2 0-5-16,-1-1-21 0,1-1-26 0,1 1-25 15,-2-2-32-15,2 0-41 0,0-3-51 0,0 0-58 16,-2 0-177-16,2-3-457 0,1-2 202 0</inkml:trace>
          <inkml:trace contextRef="#ctx0" brushRef="#br0" timeOffset="-451871.4302">-1397-153 280 0,'2'-4'295'16,"-2"4"-18"-16,2-7-19 0,0 4-25 0,-2 3-22 0,3-5-26 16,-3 5-21-16,0 0-39 0,3-4-50 0,-3 4-55 15,0 0-60-15,0 0-70 0,0 0-78 0,-10 10-110 16,4-6-323-16,0 1 144 0</inkml:trace>
          <inkml:trace contextRef="#ctx0" brushRef="#br0" timeOffset="-451324.5686">-1719 106 112 0,'-1'-6'178'0,"1"6"-10"16,0 0-10-16,-2-7-13 0,2 7 0 0,0 0-12 15,0-7-4-15,0 7-11 0,2-8-8 0,-2 8-6 16,2-7-8-16,-1 2-5 0,-1 5-7 0,4-8-5 15,-4 3-5-15,3 1 1 0,-3 4-5 0,3-6-2 16,-3 2-2-16,0 4-13 0,3-4-9 0,-3 4-2 16,4-4-3-16,-4 4-7 0,0 0-2 0,5-2-3 15,-5 2-7-15,0 0 4 0,0 0-2 0,8 3-3 0,-8-3-1 16,3 3 6-16,-3-3 2 0,4 5 0 16,0-2-1-16,-4-3 0 0,3 5-9 0,-3-1 9 15,0-4 0-15,0 0-1 0,-2 10-1 0,2-10 0 0,-5 8-6 16,3-5 0-16,-3 1 4 0,0 2 1 0,-1-3-3 15,-1 0 2-15,1 1-2 0,-2 1 0 0,-2 0-2 16,1-1 3-16,2 0-4 0,-4 0-2 0,3-1 0 16,0 0 1-16,1 0 3 0,1 1-3 0,-2-2-1 15,3-1 3-15,1 1-2 0,0 1-4 0,4-3 1 16,-6 4-2-16,3-1 6 0,0 1-4 0,1 0 5 16,2-4 8-16,-3 10 3 0,1-5-1 0,2 2 1 15,0-7 5-15,0 12-1 0,0-3-2 0,0-2 0 16,1 1 0-16,-1 3 3 0,2-2-1 0,-1 1 1 15,0 0-8-15,0-1 1 0,0 1-4 0,0-2-2 16,-1 1-19-16,0-1-32 0,0 0-36 0,0 0-62 16,-1-1-67-16,2-2-72 0,-1-5-234 0,-2 8-542 15,0-4 240-15</inkml:trace>
          <inkml:trace contextRef="#ctx0" brushRef="#br0" timeOffset="-449824.7018">-1831 362 29 0,'0'0'158'0,"0"0"-1"0,0 0-12 15,0 0 1-15,0 0-16 0,0 0-4 0,0 0-8 16,0 0-12-16,0 0-6 0,0 0-7 0,0 0-14 15,0 0-8-15,0 0-5 0,0 0-6 0,0 0-4 16,0 0 2-16,0 0-2 0,0 0-4 0,0 0 0 0,0 0 0 16,0 0 0-16,0 0 6 0,0 0-4 15,0 0 2-15,0 0 3 0,0 0 1 0,0 0 2 16,0 0-3-16,0 0 3 0,0 0 0 0,0 0-7 16,0 0 0-16,0 0 0 0,0 0 0 0,0 0-4 0,0 0-1 15,0 0 1-15,0 0 0 0,0 0-3 16,0 0-3-16,0 0-6 0,0 0-4 0,0 0-1 15,0 0-4-15,0 0-4 0,0 0-2 0,0 0-2 0,6-14-4 16,-6 14-18-16,2-10-26 0,-1 6-27 0,0-3-51 16,-1-1-72-16,1-2-82 0,-1-2-180 15,-1 0-473-15,-1 0 211 0</inkml:trace>
          <inkml:trace contextRef="#ctx0" brushRef="#br0" timeOffset="-427529.4459">-1982 142 232 0,'-6'-2'349'0,"6"2"-15"0,0 0-20 0,0 0-20 16,0 0-28-16,0 0-20 0,-6-4-24 0,6 4-24 16,0 0-18-16,0 0-25 0,0 0-19 0,0 0-38 15,0 0-59-15,17-1-72 0,-17 1-80 0,7 2-87 16,-7-2-254-16,4 3-490 0,-4-3 217 0</inkml:trace>
        </inkml:traceGroup>
      </inkml:traceGroup>
    </inkml:traceGroup>
  </inkml:traceGroup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9812" y="1237717"/>
            <a:ext cx="4531201" cy="2632992"/>
          </a:xfrm>
        </p:spPr>
        <p:txBody>
          <a:bodyPr anchor="b"/>
          <a:lstStyle>
            <a:lvl1pPr algn="ctr">
              <a:defRPr sz="3498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6353" y="3972247"/>
            <a:ext cx="3998119" cy="1825938"/>
          </a:xfrm>
        </p:spPr>
        <p:txBody>
          <a:bodyPr/>
          <a:lstStyle>
            <a:lvl1pPr marL="0" indent="0" algn="ctr">
              <a:buNone/>
              <a:defRPr sz="1399"/>
            </a:lvl1pPr>
            <a:lvl2pPr marL="266548" indent="0" algn="ctr">
              <a:buNone/>
              <a:defRPr sz="1166"/>
            </a:lvl2pPr>
            <a:lvl3pPr marL="533095" indent="0" algn="ctr">
              <a:buNone/>
              <a:defRPr sz="1049"/>
            </a:lvl3pPr>
            <a:lvl4pPr marL="799643" indent="0" algn="ctr">
              <a:buNone/>
              <a:defRPr sz="933"/>
            </a:lvl4pPr>
            <a:lvl5pPr marL="1066190" indent="0" algn="ctr">
              <a:buNone/>
              <a:defRPr sz="933"/>
            </a:lvl5pPr>
            <a:lvl6pPr marL="1332738" indent="0" algn="ctr">
              <a:buNone/>
              <a:defRPr sz="933"/>
            </a:lvl6pPr>
            <a:lvl7pPr marL="1599286" indent="0" algn="ctr">
              <a:buNone/>
              <a:defRPr sz="933"/>
            </a:lvl7pPr>
            <a:lvl8pPr marL="1865833" indent="0" algn="ctr">
              <a:buNone/>
              <a:defRPr sz="933"/>
            </a:lvl8pPr>
            <a:lvl9pPr marL="2132381" indent="0" algn="ctr">
              <a:buNone/>
              <a:defRPr sz="933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CB18D-5AF7-46E0-A5BE-6136A4BDD0DB}" type="datetimeFigureOut">
              <a:rPr lang="en-US" smtClean="0"/>
              <a:t>4/20/2020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C1E23-A2E3-467F-A6FE-F1527094F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1544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CB18D-5AF7-46E0-A5BE-6136A4BDD0DB}" type="datetimeFigureOut">
              <a:rPr lang="en-US" smtClean="0"/>
              <a:t>4/20/2020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C1E23-A2E3-467F-A6FE-F1527094F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452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718" y="1885463"/>
            <a:ext cx="4597837" cy="3145935"/>
          </a:xfrm>
        </p:spPr>
        <p:txBody>
          <a:bodyPr anchor="b"/>
          <a:lstStyle>
            <a:lvl1pPr>
              <a:defRPr sz="3498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3718" y="5061159"/>
            <a:ext cx="4597837" cy="1654373"/>
          </a:xfrm>
        </p:spPr>
        <p:txBody>
          <a:bodyPr/>
          <a:lstStyle>
            <a:lvl1pPr marL="0" indent="0">
              <a:buNone/>
              <a:defRPr sz="1399">
                <a:solidFill>
                  <a:schemeClr val="tx1"/>
                </a:solidFill>
              </a:defRPr>
            </a:lvl1pPr>
            <a:lvl2pPr marL="266548" indent="0">
              <a:buNone/>
              <a:defRPr sz="1166">
                <a:solidFill>
                  <a:schemeClr val="tx1">
                    <a:tint val="75000"/>
                  </a:schemeClr>
                </a:solidFill>
              </a:defRPr>
            </a:lvl2pPr>
            <a:lvl3pPr marL="533095" indent="0">
              <a:buNone/>
              <a:defRPr sz="1049">
                <a:solidFill>
                  <a:schemeClr val="tx1">
                    <a:tint val="75000"/>
                  </a:schemeClr>
                </a:solidFill>
              </a:defRPr>
            </a:lvl3pPr>
            <a:lvl4pPr marL="799643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4pPr>
            <a:lvl5pPr marL="1066190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5pPr>
            <a:lvl6pPr marL="1332738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6pPr>
            <a:lvl7pPr marL="159928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7pPr>
            <a:lvl8pPr marL="1865833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8pPr>
            <a:lvl9pPr marL="213238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CB18D-5AF7-46E0-A5BE-6136A4BDD0DB}" type="datetimeFigureOut">
              <a:rPr lang="en-US" smtClean="0"/>
              <a:t>4/20/2020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C1E23-A2E3-467F-A6FE-F1527094F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105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66494" y="2013259"/>
            <a:ext cx="2265601" cy="479855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98730" y="2013259"/>
            <a:ext cx="2265601" cy="479855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CB18D-5AF7-46E0-A5BE-6136A4BDD0DB}" type="datetimeFigureOut">
              <a:rPr lang="en-US" smtClean="0"/>
              <a:t>4/20/2020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C1E23-A2E3-467F-A6FE-F1527094F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713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7188" y="402654"/>
            <a:ext cx="4597837" cy="146180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7189" y="1853949"/>
            <a:ext cx="2255188" cy="908592"/>
          </a:xfrm>
        </p:spPr>
        <p:txBody>
          <a:bodyPr anchor="b"/>
          <a:lstStyle>
            <a:lvl1pPr marL="0" indent="0">
              <a:buNone/>
              <a:defRPr sz="1399" b="1"/>
            </a:lvl1pPr>
            <a:lvl2pPr marL="266548" indent="0">
              <a:buNone/>
              <a:defRPr sz="1166" b="1"/>
            </a:lvl2pPr>
            <a:lvl3pPr marL="533095" indent="0">
              <a:buNone/>
              <a:defRPr sz="1049" b="1"/>
            </a:lvl3pPr>
            <a:lvl4pPr marL="799643" indent="0">
              <a:buNone/>
              <a:defRPr sz="933" b="1"/>
            </a:lvl4pPr>
            <a:lvl5pPr marL="1066190" indent="0">
              <a:buNone/>
              <a:defRPr sz="933" b="1"/>
            </a:lvl5pPr>
            <a:lvl6pPr marL="1332738" indent="0">
              <a:buNone/>
              <a:defRPr sz="933" b="1"/>
            </a:lvl6pPr>
            <a:lvl7pPr marL="1599286" indent="0">
              <a:buNone/>
              <a:defRPr sz="933" b="1"/>
            </a:lvl7pPr>
            <a:lvl8pPr marL="1865833" indent="0">
              <a:buNone/>
              <a:defRPr sz="933" b="1"/>
            </a:lvl8pPr>
            <a:lvl9pPr marL="2132381" indent="0">
              <a:buNone/>
              <a:defRPr sz="933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7189" y="2762541"/>
            <a:ext cx="2255188" cy="406328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698730" y="1853949"/>
            <a:ext cx="2266295" cy="908592"/>
          </a:xfrm>
        </p:spPr>
        <p:txBody>
          <a:bodyPr anchor="b"/>
          <a:lstStyle>
            <a:lvl1pPr marL="0" indent="0">
              <a:buNone/>
              <a:defRPr sz="1399" b="1"/>
            </a:lvl1pPr>
            <a:lvl2pPr marL="266548" indent="0">
              <a:buNone/>
              <a:defRPr sz="1166" b="1"/>
            </a:lvl2pPr>
            <a:lvl3pPr marL="533095" indent="0">
              <a:buNone/>
              <a:defRPr sz="1049" b="1"/>
            </a:lvl3pPr>
            <a:lvl4pPr marL="799643" indent="0">
              <a:buNone/>
              <a:defRPr sz="933" b="1"/>
            </a:lvl4pPr>
            <a:lvl5pPr marL="1066190" indent="0">
              <a:buNone/>
              <a:defRPr sz="933" b="1"/>
            </a:lvl5pPr>
            <a:lvl6pPr marL="1332738" indent="0">
              <a:buNone/>
              <a:defRPr sz="933" b="1"/>
            </a:lvl6pPr>
            <a:lvl7pPr marL="1599286" indent="0">
              <a:buNone/>
              <a:defRPr sz="933" b="1"/>
            </a:lvl7pPr>
            <a:lvl8pPr marL="1865833" indent="0">
              <a:buNone/>
              <a:defRPr sz="933" b="1"/>
            </a:lvl8pPr>
            <a:lvl9pPr marL="2132381" indent="0">
              <a:buNone/>
              <a:defRPr sz="933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698730" y="2762541"/>
            <a:ext cx="2266295" cy="406328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CB18D-5AF7-46E0-A5BE-6136A4BDD0DB}" type="datetimeFigureOut">
              <a:rPr lang="en-US" smtClean="0"/>
              <a:t>4/20/2020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C1E23-A2E3-467F-A6FE-F1527094F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533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CB18D-5AF7-46E0-A5BE-6136A4BDD0DB}" type="datetimeFigureOut">
              <a:rPr lang="en-US" smtClean="0"/>
              <a:t>4/20/2020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C1E23-A2E3-467F-A6FE-F1527094F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422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CB18D-5AF7-46E0-A5BE-6136A4BDD0DB}" type="datetimeFigureOut">
              <a:rPr lang="en-US" smtClean="0"/>
              <a:t>4/20/2020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C1E23-A2E3-467F-A6FE-F1527094F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885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7188" y="504190"/>
            <a:ext cx="1719330" cy="1764665"/>
          </a:xfrm>
        </p:spPr>
        <p:txBody>
          <a:bodyPr anchor="b"/>
          <a:lstStyle>
            <a:lvl1pPr>
              <a:defRPr sz="1866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66295" y="1088912"/>
            <a:ext cx="2698730" cy="5374525"/>
          </a:xfrm>
        </p:spPr>
        <p:txBody>
          <a:bodyPr/>
          <a:lstStyle>
            <a:lvl1pPr>
              <a:defRPr sz="1866"/>
            </a:lvl1pPr>
            <a:lvl2pPr>
              <a:defRPr sz="1632"/>
            </a:lvl2pPr>
            <a:lvl3pPr>
              <a:defRPr sz="1399"/>
            </a:lvl3pPr>
            <a:lvl4pPr>
              <a:defRPr sz="1166"/>
            </a:lvl4pPr>
            <a:lvl5pPr>
              <a:defRPr sz="1166"/>
            </a:lvl5pPr>
            <a:lvl6pPr>
              <a:defRPr sz="1166"/>
            </a:lvl6pPr>
            <a:lvl7pPr>
              <a:defRPr sz="1166"/>
            </a:lvl7pPr>
            <a:lvl8pPr>
              <a:defRPr sz="1166"/>
            </a:lvl8pPr>
            <a:lvl9pPr>
              <a:defRPr sz="1166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67188" y="2268855"/>
            <a:ext cx="1719330" cy="4203335"/>
          </a:xfrm>
        </p:spPr>
        <p:txBody>
          <a:bodyPr/>
          <a:lstStyle>
            <a:lvl1pPr marL="0" indent="0">
              <a:buNone/>
              <a:defRPr sz="933"/>
            </a:lvl1pPr>
            <a:lvl2pPr marL="266548" indent="0">
              <a:buNone/>
              <a:defRPr sz="816"/>
            </a:lvl2pPr>
            <a:lvl3pPr marL="533095" indent="0">
              <a:buNone/>
              <a:defRPr sz="700"/>
            </a:lvl3pPr>
            <a:lvl4pPr marL="799643" indent="0">
              <a:buNone/>
              <a:defRPr sz="583"/>
            </a:lvl4pPr>
            <a:lvl5pPr marL="1066190" indent="0">
              <a:buNone/>
              <a:defRPr sz="583"/>
            </a:lvl5pPr>
            <a:lvl6pPr marL="1332738" indent="0">
              <a:buNone/>
              <a:defRPr sz="583"/>
            </a:lvl6pPr>
            <a:lvl7pPr marL="1599286" indent="0">
              <a:buNone/>
              <a:defRPr sz="583"/>
            </a:lvl7pPr>
            <a:lvl8pPr marL="1865833" indent="0">
              <a:buNone/>
              <a:defRPr sz="583"/>
            </a:lvl8pPr>
            <a:lvl9pPr marL="2132381" indent="0">
              <a:buNone/>
              <a:defRPr sz="583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CB18D-5AF7-46E0-A5BE-6136A4BDD0DB}" type="datetimeFigureOut">
              <a:rPr lang="en-US" smtClean="0"/>
              <a:t>4/20/2020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C1E23-A2E3-467F-A6FE-F1527094F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841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7188" y="504190"/>
            <a:ext cx="1719330" cy="1764665"/>
          </a:xfrm>
        </p:spPr>
        <p:txBody>
          <a:bodyPr anchor="b"/>
          <a:lstStyle>
            <a:lvl1pPr>
              <a:defRPr sz="1866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66295" y="1088912"/>
            <a:ext cx="2698730" cy="5374525"/>
          </a:xfrm>
        </p:spPr>
        <p:txBody>
          <a:bodyPr anchor="t"/>
          <a:lstStyle>
            <a:lvl1pPr marL="0" indent="0">
              <a:buNone/>
              <a:defRPr sz="1866"/>
            </a:lvl1pPr>
            <a:lvl2pPr marL="266548" indent="0">
              <a:buNone/>
              <a:defRPr sz="1632"/>
            </a:lvl2pPr>
            <a:lvl3pPr marL="533095" indent="0">
              <a:buNone/>
              <a:defRPr sz="1399"/>
            </a:lvl3pPr>
            <a:lvl4pPr marL="799643" indent="0">
              <a:buNone/>
              <a:defRPr sz="1166"/>
            </a:lvl4pPr>
            <a:lvl5pPr marL="1066190" indent="0">
              <a:buNone/>
              <a:defRPr sz="1166"/>
            </a:lvl5pPr>
            <a:lvl6pPr marL="1332738" indent="0">
              <a:buNone/>
              <a:defRPr sz="1166"/>
            </a:lvl6pPr>
            <a:lvl7pPr marL="1599286" indent="0">
              <a:buNone/>
              <a:defRPr sz="1166"/>
            </a:lvl7pPr>
            <a:lvl8pPr marL="1865833" indent="0">
              <a:buNone/>
              <a:defRPr sz="1166"/>
            </a:lvl8pPr>
            <a:lvl9pPr marL="2132381" indent="0">
              <a:buNone/>
              <a:defRPr sz="1166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67188" y="2268855"/>
            <a:ext cx="1719330" cy="4203335"/>
          </a:xfrm>
        </p:spPr>
        <p:txBody>
          <a:bodyPr/>
          <a:lstStyle>
            <a:lvl1pPr marL="0" indent="0">
              <a:buNone/>
              <a:defRPr sz="933"/>
            </a:lvl1pPr>
            <a:lvl2pPr marL="266548" indent="0">
              <a:buNone/>
              <a:defRPr sz="816"/>
            </a:lvl2pPr>
            <a:lvl3pPr marL="533095" indent="0">
              <a:buNone/>
              <a:defRPr sz="700"/>
            </a:lvl3pPr>
            <a:lvl4pPr marL="799643" indent="0">
              <a:buNone/>
              <a:defRPr sz="583"/>
            </a:lvl4pPr>
            <a:lvl5pPr marL="1066190" indent="0">
              <a:buNone/>
              <a:defRPr sz="583"/>
            </a:lvl5pPr>
            <a:lvl6pPr marL="1332738" indent="0">
              <a:buNone/>
              <a:defRPr sz="583"/>
            </a:lvl6pPr>
            <a:lvl7pPr marL="1599286" indent="0">
              <a:buNone/>
              <a:defRPr sz="583"/>
            </a:lvl7pPr>
            <a:lvl8pPr marL="1865833" indent="0">
              <a:buNone/>
              <a:defRPr sz="583"/>
            </a:lvl8pPr>
            <a:lvl9pPr marL="2132381" indent="0">
              <a:buNone/>
              <a:defRPr sz="583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CB18D-5AF7-46E0-A5BE-6136A4BDD0DB}" type="datetimeFigureOut">
              <a:rPr lang="en-US" smtClean="0"/>
              <a:t>4/20/2020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C1E23-A2E3-467F-A6FE-F1527094F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665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CB18D-5AF7-46E0-A5BE-6136A4BDD0DB}" type="datetimeFigureOut">
              <a:rPr lang="en-US" smtClean="0"/>
              <a:t>4/20/2020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C1E23-A2E3-467F-A6FE-F1527094F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365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4872" y="402652"/>
            <a:ext cx="1149459" cy="6409166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66495" y="402652"/>
            <a:ext cx="3381742" cy="6409166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CB18D-5AF7-46E0-A5BE-6136A4BDD0DB}" type="datetimeFigureOut">
              <a:rPr lang="en-US" smtClean="0"/>
              <a:t>4/20/2020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C1E23-A2E3-467F-A6FE-F1527094F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358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6494" y="402654"/>
            <a:ext cx="4597837" cy="1461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6494" y="2013259"/>
            <a:ext cx="4597837" cy="47985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6494" y="7009643"/>
            <a:ext cx="1199436" cy="4026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7CB18D-5AF7-46E0-A5BE-6136A4BDD0DB}" type="datetimeFigureOut">
              <a:rPr lang="en-US" smtClean="0"/>
              <a:t>4/20/2020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65836" y="7009643"/>
            <a:ext cx="1799153" cy="4026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764895" y="7009643"/>
            <a:ext cx="1199436" cy="4026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EC1E23-A2E3-467F-A6FE-F1527094F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151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533095" rtl="0" eaLnBrk="1" latinLnBrk="0" hangingPunct="1">
        <a:lnSpc>
          <a:spcPct val="90000"/>
        </a:lnSpc>
        <a:spcBef>
          <a:spcPct val="0"/>
        </a:spcBef>
        <a:buNone/>
        <a:defRPr sz="25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3274" indent="-133274" algn="l" defTabSz="533095" rtl="0" eaLnBrk="1" latinLnBrk="0" hangingPunct="1">
        <a:lnSpc>
          <a:spcPct val="90000"/>
        </a:lnSpc>
        <a:spcBef>
          <a:spcPts val="583"/>
        </a:spcBef>
        <a:buFont typeface="Arial" panose="020B0604020202020204" pitchFamily="34" charset="0"/>
        <a:buChar char="•"/>
        <a:defRPr sz="1632" kern="1200">
          <a:solidFill>
            <a:schemeClr val="tx1"/>
          </a:solidFill>
          <a:latin typeface="+mn-lt"/>
          <a:ea typeface="+mn-ea"/>
          <a:cs typeface="+mn-cs"/>
        </a:defRPr>
      </a:lvl1pPr>
      <a:lvl2pPr marL="399821" indent="-133274" algn="l" defTabSz="533095" rtl="0" eaLnBrk="1" latinLnBrk="0" hangingPunct="1">
        <a:lnSpc>
          <a:spcPct val="90000"/>
        </a:lnSpc>
        <a:spcBef>
          <a:spcPts val="292"/>
        </a:spcBef>
        <a:buFont typeface="Arial" panose="020B0604020202020204" pitchFamily="34" charset="0"/>
        <a:buChar char="•"/>
        <a:defRPr sz="1399" kern="1200">
          <a:solidFill>
            <a:schemeClr val="tx1"/>
          </a:solidFill>
          <a:latin typeface="+mn-lt"/>
          <a:ea typeface="+mn-ea"/>
          <a:cs typeface="+mn-cs"/>
        </a:defRPr>
      </a:lvl2pPr>
      <a:lvl3pPr marL="666369" indent="-133274" algn="l" defTabSz="533095" rtl="0" eaLnBrk="1" latinLnBrk="0" hangingPunct="1">
        <a:lnSpc>
          <a:spcPct val="90000"/>
        </a:lnSpc>
        <a:spcBef>
          <a:spcPts val="292"/>
        </a:spcBef>
        <a:buFont typeface="Arial" panose="020B0604020202020204" pitchFamily="34" charset="0"/>
        <a:buChar char="•"/>
        <a:defRPr sz="1166" kern="1200">
          <a:solidFill>
            <a:schemeClr val="tx1"/>
          </a:solidFill>
          <a:latin typeface="+mn-lt"/>
          <a:ea typeface="+mn-ea"/>
          <a:cs typeface="+mn-cs"/>
        </a:defRPr>
      </a:lvl3pPr>
      <a:lvl4pPr marL="932917" indent="-133274" algn="l" defTabSz="533095" rtl="0" eaLnBrk="1" latinLnBrk="0" hangingPunct="1">
        <a:lnSpc>
          <a:spcPct val="90000"/>
        </a:lnSpc>
        <a:spcBef>
          <a:spcPts val="292"/>
        </a:spcBef>
        <a:buFont typeface="Arial" panose="020B0604020202020204" pitchFamily="34" charset="0"/>
        <a:buChar char="•"/>
        <a:defRPr sz="1049" kern="1200">
          <a:solidFill>
            <a:schemeClr val="tx1"/>
          </a:solidFill>
          <a:latin typeface="+mn-lt"/>
          <a:ea typeface="+mn-ea"/>
          <a:cs typeface="+mn-cs"/>
        </a:defRPr>
      </a:lvl4pPr>
      <a:lvl5pPr marL="1199464" indent="-133274" algn="l" defTabSz="533095" rtl="0" eaLnBrk="1" latinLnBrk="0" hangingPunct="1">
        <a:lnSpc>
          <a:spcPct val="90000"/>
        </a:lnSpc>
        <a:spcBef>
          <a:spcPts val="292"/>
        </a:spcBef>
        <a:buFont typeface="Arial" panose="020B0604020202020204" pitchFamily="34" charset="0"/>
        <a:buChar char="•"/>
        <a:defRPr sz="1049" kern="1200">
          <a:solidFill>
            <a:schemeClr val="tx1"/>
          </a:solidFill>
          <a:latin typeface="+mn-lt"/>
          <a:ea typeface="+mn-ea"/>
          <a:cs typeface="+mn-cs"/>
        </a:defRPr>
      </a:lvl5pPr>
      <a:lvl6pPr marL="1466012" indent="-133274" algn="l" defTabSz="533095" rtl="0" eaLnBrk="1" latinLnBrk="0" hangingPunct="1">
        <a:lnSpc>
          <a:spcPct val="90000"/>
        </a:lnSpc>
        <a:spcBef>
          <a:spcPts val="292"/>
        </a:spcBef>
        <a:buFont typeface="Arial" panose="020B0604020202020204" pitchFamily="34" charset="0"/>
        <a:buChar char="•"/>
        <a:defRPr sz="1049" kern="1200">
          <a:solidFill>
            <a:schemeClr val="tx1"/>
          </a:solidFill>
          <a:latin typeface="+mn-lt"/>
          <a:ea typeface="+mn-ea"/>
          <a:cs typeface="+mn-cs"/>
        </a:defRPr>
      </a:lvl6pPr>
      <a:lvl7pPr marL="1732559" indent="-133274" algn="l" defTabSz="533095" rtl="0" eaLnBrk="1" latinLnBrk="0" hangingPunct="1">
        <a:lnSpc>
          <a:spcPct val="90000"/>
        </a:lnSpc>
        <a:spcBef>
          <a:spcPts val="292"/>
        </a:spcBef>
        <a:buFont typeface="Arial" panose="020B0604020202020204" pitchFamily="34" charset="0"/>
        <a:buChar char="•"/>
        <a:defRPr sz="1049" kern="1200">
          <a:solidFill>
            <a:schemeClr val="tx1"/>
          </a:solidFill>
          <a:latin typeface="+mn-lt"/>
          <a:ea typeface="+mn-ea"/>
          <a:cs typeface="+mn-cs"/>
        </a:defRPr>
      </a:lvl7pPr>
      <a:lvl8pPr marL="1999107" indent="-133274" algn="l" defTabSz="533095" rtl="0" eaLnBrk="1" latinLnBrk="0" hangingPunct="1">
        <a:lnSpc>
          <a:spcPct val="90000"/>
        </a:lnSpc>
        <a:spcBef>
          <a:spcPts val="292"/>
        </a:spcBef>
        <a:buFont typeface="Arial" panose="020B0604020202020204" pitchFamily="34" charset="0"/>
        <a:buChar char="•"/>
        <a:defRPr sz="1049" kern="1200">
          <a:solidFill>
            <a:schemeClr val="tx1"/>
          </a:solidFill>
          <a:latin typeface="+mn-lt"/>
          <a:ea typeface="+mn-ea"/>
          <a:cs typeface="+mn-cs"/>
        </a:defRPr>
      </a:lvl8pPr>
      <a:lvl9pPr marL="2265655" indent="-133274" algn="l" defTabSz="533095" rtl="0" eaLnBrk="1" latinLnBrk="0" hangingPunct="1">
        <a:lnSpc>
          <a:spcPct val="90000"/>
        </a:lnSpc>
        <a:spcBef>
          <a:spcPts val="292"/>
        </a:spcBef>
        <a:buFont typeface="Arial" panose="020B0604020202020204" pitchFamily="34" charset="0"/>
        <a:buChar char="•"/>
        <a:defRPr sz="104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3095" rtl="0" eaLnBrk="1" latinLnBrk="0" hangingPunct="1">
        <a:defRPr sz="1049" kern="1200">
          <a:solidFill>
            <a:schemeClr val="tx1"/>
          </a:solidFill>
          <a:latin typeface="+mn-lt"/>
          <a:ea typeface="+mn-ea"/>
          <a:cs typeface="+mn-cs"/>
        </a:defRPr>
      </a:lvl1pPr>
      <a:lvl2pPr marL="266548" algn="l" defTabSz="533095" rtl="0" eaLnBrk="1" latinLnBrk="0" hangingPunct="1">
        <a:defRPr sz="1049" kern="1200">
          <a:solidFill>
            <a:schemeClr val="tx1"/>
          </a:solidFill>
          <a:latin typeface="+mn-lt"/>
          <a:ea typeface="+mn-ea"/>
          <a:cs typeface="+mn-cs"/>
        </a:defRPr>
      </a:lvl2pPr>
      <a:lvl3pPr marL="533095" algn="l" defTabSz="533095" rtl="0" eaLnBrk="1" latinLnBrk="0" hangingPunct="1">
        <a:defRPr sz="1049" kern="1200">
          <a:solidFill>
            <a:schemeClr val="tx1"/>
          </a:solidFill>
          <a:latin typeface="+mn-lt"/>
          <a:ea typeface="+mn-ea"/>
          <a:cs typeface="+mn-cs"/>
        </a:defRPr>
      </a:lvl3pPr>
      <a:lvl4pPr marL="799643" algn="l" defTabSz="533095" rtl="0" eaLnBrk="1" latinLnBrk="0" hangingPunct="1">
        <a:defRPr sz="1049" kern="1200">
          <a:solidFill>
            <a:schemeClr val="tx1"/>
          </a:solidFill>
          <a:latin typeface="+mn-lt"/>
          <a:ea typeface="+mn-ea"/>
          <a:cs typeface="+mn-cs"/>
        </a:defRPr>
      </a:lvl4pPr>
      <a:lvl5pPr marL="1066190" algn="l" defTabSz="533095" rtl="0" eaLnBrk="1" latinLnBrk="0" hangingPunct="1">
        <a:defRPr sz="1049" kern="1200">
          <a:solidFill>
            <a:schemeClr val="tx1"/>
          </a:solidFill>
          <a:latin typeface="+mn-lt"/>
          <a:ea typeface="+mn-ea"/>
          <a:cs typeface="+mn-cs"/>
        </a:defRPr>
      </a:lvl5pPr>
      <a:lvl6pPr marL="1332738" algn="l" defTabSz="533095" rtl="0" eaLnBrk="1" latinLnBrk="0" hangingPunct="1">
        <a:defRPr sz="1049" kern="1200">
          <a:solidFill>
            <a:schemeClr val="tx1"/>
          </a:solidFill>
          <a:latin typeface="+mn-lt"/>
          <a:ea typeface="+mn-ea"/>
          <a:cs typeface="+mn-cs"/>
        </a:defRPr>
      </a:lvl6pPr>
      <a:lvl7pPr marL="1599286" algn="l" defTabSz="533095" rtl="0" eaLnBrk="1" latinLnBrk="0" hangingPunct="1">
        <a:defRPr sz="1049" kern="1200">
          <a:solidFill>
            <a:schemeClr val="tx1"/>
          </a:solidFill>
          <a:latin typeface="+mn-lt"/>
          <a:ea typeface="+mn-ea"/>
          <a:cs typeface="+mn-cs"/>
        </a:defRPr>
      </a:lvl7pPr>
      <a:lvl8pPr marL="1865833" algn="l" defTabSz="533095" rtl="0" eaLnBrk="1" latinLnBrk="0" hangingPunct="1">
        <a:defRPr sz="1049" kern="1200">
          <a:solidFill>
            <a:schemeClr val="tx1"/>
          </a:solidFill>
          <a:latin typeface="+mn-lt"/>
          <a:ea typeface="+mn-ea"/>
          <a:cs typeface="+mn-cs"/>
        </a:defRPr>
      </a:lvl8pPr>
      <a:lvl9pPr marL="2132381" algn="l" defTabSz="533095" rtl="0" eaLnBrk="1" latinLnBrk="0" hangingPunct="1">
        <a:defRPr sz="104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4.xml"/><Relationship Id="rId21" Type="http://schemas.openxmlformats.org/officeDocument/2006/relationships/image" Target="../media/image10.emf"/><Relationship Id="rId42" Type="http://schemas.openxmlformats.org/officeDocument/2006/relationships/customXml" Target="../ink/ink22.xml"/><Relationship Id="rId47" Type="http://schemas.openxmlformats.org/officeDocument/2006/relationships/image" Target="../media/image23.emf"/><Relationship Id="rId63" Type="http://schemas.openxmlformats.org/officeDocument/2006/relationships/image" Target="../media/image31.emf"/><Relationship Id="rId68" Type="http://schemas.openxmlformats.org/officeDocument/2006/relationships/customXml" Target="../ink/ink35.xml"/><Relationship Id="rId16" Type="http://schemas.openxmlformats.org/officeDocument/2006/relationships/customXml" Target="../ink/ink9.xml"/><Relationship Id="rId11" Type="http://schemas.openxmlformats.org/officeDocument/2006/relationships/image" Target="../media/image5.emf"/><Relationship Id="rId24" Type="http://schemas.openxmlformats.org/officeDocument/2006/relationships/customXml" Target="../ink/ink13.xml"/><Relationship Id="rId32" Type="http://schemas.openxmlformats.org/officeDocument/2006/relationships/customXml" Target="../ink/ink17.xml"/><Relationship Id="rId37" Type="http://schemas.openxmlformats.org/officeDocument/2006/relationships/image" Target="../media/image18.emf"/><Relationship Id="rId40" Type="http://schemas.openxmlformats.org/officeDocument/2006/relationships/customXml" Target="../ink/ink21.xml"/><Relationship Id="rId45" Type="http://schemas.openxmlformats.org/officeDocument/2006/relationships/image" Target="../media/image22.emf"/><Relationship Id="rId53" Type="http://schemas.openxmlformats.org/officeDocument/2006/relationships/image" Target="../media/image26.emf"/><Relationship Id="rId58" Type="http://schemas.openxmlformats.org/officeDocument/2006/relationships/customXml" Target="../ink/ink30.xml"/><Relationship Id="rId66" Type="http://schemas.openxmlformats.org/officeDocument/2006/relationships/customXml" Target="../ink/ink34.xml"/><Relationship Id="rId74" Type="http://schemas.openxmlformats.org/officeDocument/2006/relationships/customXml" Target="../ink/ink38.xml"/><Relationship Id="rId79" Type="http://schemas.openxmlformats.org/officeDocument/2006/relationships/image" Target="../media/image39.emf"/><Relationship Id="rId5" Type="http://schemas.openxmlformats.org/officeDocument/2006/relationships/image" Target="../media/image2.emf"/><Relationship Id="rId61" Type="http://schemas.openxmlformats.org/officeDocument/2006/relationships/image" Target="../media/image30.emf"/><Relationship Id="rId19" Type="http://schemas.openxmlformats.org/officeDocument/2006/relationships/image" Target="../media/image9.emf"/><Relationship Id="rId14" Type="http://schemas.openxmlformats.org/officeDocument/2006/relationships/customXml" Target="../ink/ink8.xml"/><Relationship Id="rId22" Type="http://schemas.openxmlformats.org/officeDocument/2006/relationships/customXml" Target="../ink/ink12.xml"/><Relationship Id="rId27" Type="http://schemas.openxmlformats.org/officeDocument/2006/relationships/image" Target="../media/image13.emf"/><Relationship Id="rId30" Type="http://schemas.openxmlformats.org/officeDocument/2006/relationships/customXml" Target="../ink/ink16.xml"/><Relationship Id="rId35" Type="http://schemas.openxmlformats.org/officeDocument/2006/relationships/image" Target="../media/image17.emf"/><Relationship Id="rId43" Type="http://schemas.openxmlformats.org/officeDocument/2006/relationships/image" Target="../media/image21.emf"/><Relationship Id="rId48" Type="http://schemas.openxmlformats.org/officeDocument/2006/relationships/customXml" Target="../ink/ink25.xml"/><Relationship Id="rId56" Type="http://schemas.openxmlformats.org/officeDocument/2006/relationships/customXml" Target="../ink/ink29.xml"/><Relationship Id="rId64" Type="http://schemas.openxmlformats.org/officeDocument/2006/relationships/customXml" Target="../ink/ink33.xml"/><Relationship Id="rId69" Type="http://schemas.openxmlformats.org/officeDocument/2006/relationships/image" Target="../media/image34.emf"/><Relationship Id="rId77" Type="http://schemas.openxmlformats.org/officeDocument/2006/relationships/image" Target="../media/image38.emf"/><Relationship Id="rId8" Type="http://schemas.openxmlformats.org/officeDocument/2006/relationships/customXml" Target="../ink/ink5.xml"/><Relationship Id="rId51" Type="http://schemas.openxmlformats.org/officeDocument/2006/relationships/image" Target="../media/image25.emf"/><Relationship Id="rId72" Type="http://schemas.openxmlformats.org/officeDocument/2006/relationships/customXml" Target="../ink/ink37.xml"/><Relationship Id="rId3" Type="http://schemas.openxmlformats.org/officeDocument/2006/relationships/image" Target="../media/image110.emf"/><Relationship Id="rId12" Type="http://schemas.openxmlformats.org/officeDocument/2006/relationships/customXml" Target="../ink/ink7.xml"/><Relationship Id="rId17" Type="http://schemas.openxmlformats.org/officeDocument/2006/relationships/image" Target="../media/image8.emf"/><Relationship Id="rId25" Type="http://schemas.openxmlformats.org/officeDocument/2006/relationships/image" Target="../media/image12.emf"/><Relationship Id="rId33" Type="http://schemas.openxmlformats.org/officeDocument/2006/relationships/image" Target="../media/image16.emf"/><Relationship Id="rId38" Type="http://schemas.openxmlformats.org/officeDocument/2006/relationships/customXml" Target="../ink/ink20.xml"/><Relationship Id="rId46" Type="http://schemas.openxmlformats.org/officeDocument/2006/relationships/customXml" Target="../ink/ink24.xml"/><Relationship Id="rId59" Type="http://schemas.openxmlformats.org/officeDocument/2006/relationships/image" Target="../media/image29.emf"/><Relationship Id="rId67" Type="http://schemas.openxmlformats.org/officeDocument/2006/relationships/image" Target="../media/image33.emf"/><Relationship Id="rId20" Type="http://schemas.openxmlformats.org/officeDocument/2006/relationships/customXml" Target="../ink/ink11.xml"/><Relationship Id="rId41" Type="http://schemas.openxmlformats.org/officeDocument/2006/relationships/image" Target="../media/image20.emf"/><Relationship Id="rId54" Type="http://schemas.openxmlformats.org/officeDocument/2006/relationships/customXml" Target="../ink/ink28.xml"/><Relationship Id="rId62" Type="http://schemas.openxmlformats.org/officeDocument/2006/relationships/customXml" Target="../ink/ink32.xml"/><Relationship Id="rId70" Type="http://schemas.openxmlformats.org/officeDocument/2006/relationships/customXml" Target="../ink/ink36.xml"/><Relationship Id="rId75" Type="http://schemas.openxmlformats.org/officeDocument/2006/relationships/image" Target="../media/image37.emf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4.xml"/><Relationship Id="rId15" Type="http://schemas.openxmlformats.org/officeDocument/2006/relationships/image" Target="../media/image7.emf"/><Relationship Id="rId23" Type="http://schemas.openxmlformats.org/officeDocument/2006/relationships/image" Target="../media/image11.emf"/><Relationship Id="rId28" Type="http://schemas.openxmlformats.org/officeDocument/2006/relationships/customXml" Target="../ink/ink15.xml"/><Relationship Id="rId36" Type="http://schemas.openxmlformats.org/officeDocument/2006/relationships/customXml" Target="../ink/ink19.xml"/><Relationship Id="rId49" Type="http://schemas.openxmlformats.org/officeDocument/2006/relationships/image" Target="../media/image24.emf"/><Relationship Id="rId57" Type="http://schemas.openxmlformats.org/officeDocument/2006/relationships/image" Target="../media/image28.emf"/><Relationship Id="rId10" Type="http://schemas.openxmlformats.org/officeDocument/2006/relationships/customXml" Target="../ink/ink6.xml"/><Relationship Id="rId31" Type="http://schemas.openxmlformats.org/officeDocument/2006/relationships/image" Target="../media/image15.emf"/><Relationship Id="rId44" Type="http://schemas.openxmlformats.org/officeDocument/2006/relationships/customXml" Target="../ink/ink23.xml"/><Relationship Id="rId52" Type="http://schemas.openxmlformats.org/officeDocument/2006/relationships/customXml" Target="../ink/ink27.xml"/><Relationship Id="rId60" Type="http://schemas.openxmlformats.org/officeDocument/2006/relationships/customXml" Target="../ink/ink31.xml"/><Relationship Id="rId65" Type="http://schemas.openxmlformats.org/officeDocument/2006/relationships/image" Target="../media/image32.emf"/><Relationship Id="rId73" Type="http://schemas.openxmlformats.org/officeDocument/2006/relationships/image" Target="../media/image36.emf"/><Relationship Id="rId78" Type="http://schemas.openxmlformats.org/officeDocument/2006/relationships/customXml" Target="../ink/ink40.xml"/><Relationship Id="rId4" Type="http://schemas.openxmlformats.org/officeDocument/2006/relationships/customXml" Target="../ink/ink3.xml"/><Relationship Id="rId9" Type="http://schemas.openxmlformats.org/officeDocument/2006/relationships/image" Target="../media/image4.emf"/><Relationship Id="rId13" Type="http://schemas.openxmlformats.org/officeDocument/2006/relationships/image" Target="../media/image6.emf"/><Relationship Id="rId18" Type="http://schemas.openxmlformats.org/officeDocument/2006/relationships/customXml" Target="../ink/ink10.xml"/><Relationship Id="rId39" Type="http://schemas.openxmlformats.org/officeDocument/2006/relationships/image" Target="../media/image19.emf"/><Relationship Id="rId34" Type="http://schemas.openxmlformats.org/officeDocument/2006/relationships/customXml" Target="../ink/ink18.xml"/><Relationship Id="rId50" Type="http://schemas.openxmlformats.org/officeDocument/2006/relationships/customXml" Target="../ink/ink26.xml"/><Relationship Id="rId55" Type="http://schemas.openxmlformats.org/officeDocument/2006/relationships/image" Target="../media/image27.emf"/><Relationship Id="rId76" Type="http://schemas.openxmlformats.org/officeDocument/2006/relationships/customXml" Target="../ink/ink39.xml"/><Relationship Id="rId7" Type="http://schemas.openxmlformats.org/officeDocument/2006/relationships/image" Target="../media/image3.emf"/><Relationship Id="rId71" Type="http://schemas.openxmlformats.org/officeDocument/2006/relationships/image" Target="../media/image35.emf"/><Relationship Id="rId2" Type="http://schemas.openxmlformats.org/officeDocument/2006/relationships/customXml" Target="../ink/ink2.xml"/><Relationship Id="rId29" Type="http://schemas.openxmlformats.org/officeDocument/2006/relationships/image" Target="../media/image14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customXml" Target="../ink/ink4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85" name="Straight Connector 1084"/>
          <p:cNvCxnSpPr/>
          <p:nvPr/>
        </p:nvCxnSpPr>
        <p:spPr>
          <a:xfrm>
            <a:off x="0" y="371856"/>
            <a:ext cx="5330825" cy="0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89" name="Straight Connector 1088"/>
          <p:cNvCxnSpPr/>
          <p:nvPr/>
        </p:nvCxnSpPr>
        <p:spPr>
          <a:xfrm>
            <a:off x="1" y="777240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3" name="Straight Connector 1252"/>
          <p:cNvCxnSpPr/>
          <p:nvPr/>
        </p:nvCxnSpPr>
        <p:spPr>
          <a:xfrm>
            <a:off x="1" y="1182624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6" name="Straight Connector 1255"/>
          <p:cNvCxnSpPr/>
          <p:nvPr/>
        </p:nvCxnSpPr>
        <p:spPr>
          <a:xfrm>
            <a:off x="0" y="1588008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8" name="Straight Connector 1257"/>
          <p:cNvCxnSpPr/>
          <p:nvPr/>
        </p:nvCxnSpPr>
        <p:spPr>
          <a:xfrm>
            <a:off x="1" y="1993392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0" name="Straight Connector 1259"/>
          <p:cNvCxnSpPr/>
          <p:nvPr/>
        </p:nvCxnSpPr>
        <p:spPr>
          <a:xfrm>
            <a:off x="0" y="2395728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4" name="Straight Connector 1263"/>
          <p:cNvCxnSpPr/>
          <p:nvPr/>
        </p:nvCxnSpPr>
        <p:spPr>
          <a:xfrm>
            <a:off x="2" y="2801112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5" name="Straight Connector 1264"/>
          <p:cNvCxnSpPr/>
          <p:nvPr/>
        </p:nvCxnSpPr>
        <p:spPr>
          <a:xfrm>
            <a:off x="2" y="3206496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6" name="Straight Connector 1265"/>
          <p:cNvCxnSpPr/>
          <p:nvPr/>
        </p:nvCxnSpPr>
        <p:spPr>
          <a:xfrm>
            <a:off x="1" y="3611880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7" name="Straight Connector 1266"/>
          <p:cNvCxnSpPr/>
          <p:nvPr/>
        </p:nvCxnSpPr>
        <p:spPr>
          <a:xfrm>
            <a:off x="2" y="4017264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8" name="Straight Connector 1267"/>
          <p:cNvCxnSpPr/>
          <p:nvPr/>
        </p:nvCxnSpPr>
        <p:spPr>
          <a:xfrm>
            <a:off x="1" y="4419600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0" name="Straight Connector 1269"/>
          <p:cNvCxnSpPr/>
          <p:nvPr/>
        </p:nvCxnSpPr>
        <p:spPr>
          <a:xfrm>
            <a:off x="0" y="4824984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1" name="Straight Connector 1270"/>
          <p:cNvCxnSpPr/>
          <p:nvPr/>
        </p:nvCxnSpPr>
        <p:spPr>
          <a:xfrm>
            <a:off x="0" y="5230368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2" name="Straight Connector 1271"/>
          <p:cNvCxnSpPr/>
          <p:nvPr/>
        </p:nvCxnSpPr>
        <p:spPr>
          <a:xfrm>
            <a:off x="-1" y="5635752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3" name="Straight Connector 1272"/>
          <p:cNvCxnSpPr/>
          <p:nvPr/>
        </p:nvCxnSpPr>
        <p:spPr>
          <a:xfrm>
            <a:off x="0" y="6041136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4" name="Straight Connector 1273"/>
          <p:cNvCxnSpPr/>
          <p:nvPr/>
        </p:nvCxnSpPr>
        <p:spPr>
          <a:xfrm>
            <a:off x="-1" y="6443472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5" name="Straight Connector 1274"/>
          <p:cNvCxnSpPr/>
          <p:nvPr/>
        </p:nvCxnSpPr>
        <p:spPr>
          <a:xfrm>
            <a:off x="1" y="6848856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6" name="Straight Connector 1275"/>
          <p:cNvCxnSpPr/>
          <p:nvPr/>
        </p:nvCxnSpPr>
        <p:spPr>
          <a:xfrm>
            <a:off x="1" y="7254240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8" name="Ink 7"/>
              <p14:cNvContentPartPr/>
              <p14:nvPr/>
            </p14:nvContentPartPr>
            <p14:xfrm>
              <a:off x="578928" y="281880"/>
              <a:ext cx="4716000" cy="583200"/>
            </p14:xfrm>
          </p:contentPart>
        </mc:Choice>
        <mc:Fallback>
          <p:pic>
            <p:nvPicPr>
              <p:cNvPr id="8" name="Ink 7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73168" y="275400"/>
                <a:ext cx="4728240" cy="595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32183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85" name="Straight Connector 1084"/>
          <p:cNvCxnSpPr/>
          <p:nvPr/>
        </p:nvCxnSpPr>
        <p:spPr>
          <a:xfrm>
            <a:off x="-2" y="374904"/>
            <a:ext cx="5330825" cy="0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89" name="Straight Connector 1088"/>
          <p:cNvCxnSpPr/>
          <p:nvPr/>
        </p:nvCxnSpPr>
        <p:spPr>
          <a:xfrm>
            <a:off x="-1" y="780288"/>
            <a:ext cx="5330825" cy="0"/>
          </a:xfrm>
          <a:prstGeom prst="line">
            <a:avLst/>
          </a:prstGeom>
          <a:ln w="9525"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3" name="Straight Connector 1252"/>
          <p:cNvCxnSpPr/>
          <p:nvPr/>
        </p:nvCxnSpPr>
        <p:spPr>
          <a:xfrm>
            <a:off x="-1" y="1185672"/>
            <a:ext cx="5330825" cy="0"/>
          </a:xfrm>
          <a:prstGeom prst="line">
            <a:avLst/>
          </a:prstGeom>
          <a:ln w="9525"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6" name="Straight Connector 1255"/>
          <p:cNvCxnSpPr/>
          <p:nvPr/>
        </p:nvCxnSpPr>
        <p:spPr>
          <a:xfrm>
            <a:off x="-2" y="1591056"/>
            <a:ext cx="5330825" cy="0"/>
          </a:xfrm>
          <a:prstGeom prst="line">
            <a:avLst/>
          </a:prstGeom>
          <a:ln w="9525"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8" name="Straight Connector 1257"/>
          <p:cNvCxnSpPr/>
          <p:nvPr/>
        </p:nvCxnSpPr>
        <p:spPr>
          <a:xfrm>
            <a:off x="-1" y="1996440"/>
            <a:ext cx="5330825" cy="0"/>
          </a:xfrm>
          <a:prstGeom prst="line">
            <a:avLst/>
          </a:prstGeom>
          <a:ln w="9525"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0" name="Straight Connector 1259"/>
          <p:cNvCxnSpPr/>
          <p:nvPr/>
        </p:nvCxnSpPr>
        <p:spPr>
          <a:xfrm>
            <a:off x="-2" y="2398776"/>
            <a:ext cx="5330825" cy="0"/>
          </a:xfrm>
          <a:prstGeom prst="line">
            <a:avLst/>
          </a:prstGeom>
          <a:ln w="9525"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4" name="Straight Connector 1263"/>
          <p:cNvCxnSpPr/>
          <p:nvPr/>
        </p:nvCxnSpPr>
        <p:spPr>
          <a:xfrm>
            <a:off x="0" y="2804160"/>
            <a:ext cx="5330825" cy="0"/>
          </a:xfrm>
          <a:prstGeom prst="line">
            <a:avLst/>
          </a:prstGeom>
          <a:ln w="9525"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5" name="Straight Connector 1264"/>
          <p:cNvCxnSpPr/>
          <p:nvPr/>
        </p:nvCxnSpPr>
        <p:spPr>
          <a:xfrm>
            <a:off x="0" y="3209544"/>
            <a:ext cx="5330825" cy="0"/>
          </a:xfrm>
          <a:prstGeom prst="line">
            <a:avLst/>
          </a:prstGeom>
          <a:ln w="9525"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6" name="Straight Connector 1265"/>
          <p:cNvCxnSpPr/>
          <p:nvPr/>
        </p:nvCxnSpPr>
        <p:spPr>
          <a:xfrm>
            <a:off x="-1" y="3614928"/>
            <a:ext cx="5330825" cy="0"/>
          </a:xfrm>
          <a:prstGeom prst="line">
            <a:avLst/>
          </a:prstGeom>
          <a:ln w="9525"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7" name="Straight Connector 1266"/>
          <p:cNvCxnSpPr/>
          <p:nvPr/>
        </p:nvCxnSpPr>
        <p:spPr>
          <a:xfrm>
            <a:off x="0" y="4020312"/>
            <a:ext cx="5330825" cy="0"/>
          </a:xfrm>
          <a:prstGeom prst="line">
            <a:avLst/>
          </a:prstGeom>
          <a:ln w="9525"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8" name="Straight Connector 1267"/>
          <p:cNvCxnSpPr/>
          <p:nvPr/>
        </p:nvCxnSpPr>
        <p:spPr>
          <a:xfrm>
            <a:off x="-1" y="4422648"/>
            <a:ext cx="5330825" cy="0"/>
          </a:xfrm>
          <a:prstGeom prst="line">
            <a:avLst/>
          </a:prstGeom>
          <a:ln w="9525"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0" name="Straight Connector 1269"/>
          <p:cNvCxnSpPr/>
          <p:nvPr/>
        </p:nvCxnSpPr>
        <p:spPr>
          <a:xfrm>
            <a:off x="-2" y="4828032"/>
            <a:ext cx="5330825" cy="0"/>
          </a:xfrm>
          <a:prstGeom prst="line">
            <a:avLst/>
          </a:prstGeom>
          <a:ln w="9525"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1" name="Straight Connector 1270"/>
          <p:cNvCxnSpPr/>
          <p:nvPr/>
        </p:nvCxnSpPr>
        <p:spPr>
          <a:xfrm>
            <a:off x="-2" y="5233416"/>
            <a:ext cx="5330825" cy="0"/>
          </a:xfrm>
          <a:prstGeom prst="line">
            <a:avLst/>
          </a:prstGeom>
          <a:ln w="9525"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2" name="Straight Connector 1271"/>
          <p:cNvCxnSpPr/>
          <p:nvPr/>
        </p:nvCxnSpPr>
        <p:spPr>
          <a:xfrm>
            <a:off x="-3" y="5638800"/>
            <a:ext cx="5330825" cy="0"/>
          </a:xfrm>
          <a:prstGeom prst="line">
            <a:avLst/>
          </a:prstGeom>
          <a:ln w="9525"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3" name="Straight Connector 1272"/>
          <p:cNvCxnSpPr/>
          <p:nvPr/>
        </p:nvCxnSpPr>
        <p:spPr>
          <a:xfrm>
            <a:off x="-2" y="6044184"/>
            <a:ext cx="5330825" cy="0"/>
          </a:xfrm>
          <a:prstGeom prst="line">
            <a:avLst/>
          </a:prstGeom>
          <a:ln w="9525"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4" name="Straight Connector 1273"/>
          <p:cNvCxnSpPr/>
          <p:nvPr/>
        </p:nvCxnSpPr>
        <p:spPr>
          <a:xfrm>
            <a:off x="-3" y="6446520"/>
            <a:ext cx="5330825" cy="0"/>
          </a:xfrm>
          <a:prstGeom prst="line">
            <a:avLst/>
          </a:prstGeom>
          <a:ln w="9525"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5" name="Straight Connector 1274"/>
          <p:cNvCxnSpPr/>
          <p:nvPr/>
        </p:nvCxnSpPr>
        <p:spPr>
          <a:xfrm>
            <a:off x="-1" y="6851904"/>
            <a:ext cx="5330825" cy="0"/>
          </a:xfrm>
          <a:prstGeom prst="line">
            <a:avLst/>
          </a:prstGeom>
          <a:ln w="9525"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6" name="Straight Connector 1275"/>
          <p:cNvCxnSpPr/>
          <p:nvPr/>
        </p:nvCxnSpPr>
        <p:spPr>
          <a:xfrm>
            <a:off x="-1" y="7257288"/>
            <a:ext cx="5330825" cy="0"/>
          </a:xfrm>
          <a:prstGeom prst="line">
            <a:avLst/>
          </a:prstGeom>
          <a:ln w="9525"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2" name="Ink 11"/>
              <p14:cNvContentPartPr/>
              <p14:nvPr/>
            </p14:nvContentPartPr>
            <p14:xfrm>
              <a:off x="1283088" y="234000"/>
              <a:ext cx="3867120" cy="2268000"/>
            </p14:xfrm>
          </p:contentPart>
        </mc:Choice>
        <mc:Fallback xmlns="">
          <p:pic>
            <p:nvPicPr>
              <p:cNvPr id="12" name="Ink 1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75888" y="226800"/>
                <a:ext cx="3880800" cy="228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73" name="Ink 1072"/>
              <p14:cNvContentPartPr/>
              <p14:nvPr/>
            </p14:nvContentPartPr>
            <p14:xfrm>
              <a:off x="1643448" y="1424160"/>
              <a:ext cx="295560" cy="172800"/>
            </p14:xfrm>
          </p:contentPart>
        </mc:Choice>
        <mc:Fallback xmlns="">
          <p:pic>
            <p:nvPicPr>
              <p:cNvPr id="1073" name="Ink 1072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39488" y="1418040"/>
                <a:ext cx="305640" cy="18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95" name="Ink 1094"/>
              <p14:cNvContentPartPr/>
              <p14:nvPr/>
            </p14:nvContentPartPr>
            <p14:xfrm>
              <a:off x="4410768" y="2004120"/>
              <a:ext cx="5400" cy="0"/>
            </p14:xfrm>
          </p:contentPart>
        </mc:Choice>
        <mc:Fallback xmlns="">
          <p:pic>
            <p:nvPicPr>
              <p:cNvPr id="1095" name="Ink 1094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0" y="0"/>
                <a:ext cx="5400" cy="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261" name="Ink 1260"/>
              <p14:cNvContentPartPr/>
              <p14:nvPr/>
            </p14:nvContentPartPr>
            <p14:xfrm>
              <a:off x="1238088" y="2381760"/>
              <a:ext cx="87480" cy="19080"/>
            </p14:xfrm>
          </p:contentPart>
        </mc:Choice>
        <mc:Fallback xmlns="">
          <p:pic>
            <p:nvPicPr>
              <p:cNvPr id="1261" name="Ink 1260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32328" y="2373480"/>
                <a:ext cx="97200" cy="3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353" name="Ink 1352"/>
              <p14:cNvContentPartPr/>
              <p14:nvPr/>
            </p14:nvContentPartPr>
            <p14:xfrm>
              <a:off x="1713648" y="2633760"/>
              <a:ext cx="3456000" cy="1052280"/>
            </p14:xfrm>
          </p:contentPart>
        </mc:Choice>
        <mc:Fallback xmlns="">
          <p:pic>
            <p:nvPicPr>
              <p:cNvPr id="1353" name="Ink 1352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709328" y="2628358"/>
                <a:ext cx="3465360" cy="10641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419" name="Ink 1418"/>
              <p14:cNvContentPartPr/>
              <p14:nvPr/>
            </p14:nvContentPartPr>
            <p14:xfrm>
              <a:off x="3294408" y="3550680"/>
              <a:ext cx="0" cy="12600"/>
            </p14:xfrm>
          </p:contentPart>
        </mc:Choice>
        <mc:Fallback xmlns="">
          <p:pic>
            <p:nvPicPr>
              <p:cNvPr id="1419" name="Ink 1418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0" y="0"/>
                <a:ext cx="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448" name="Ink 1447"/>
              <p14:cNvContentPartPr/>
              <p14:nvPr/>
            </p14:nvContentPartPr>
            <p14:xfrm>
              <a:off x="3182448" y="3561480"/>
              <a:ext cx="2520" cy="59400"/>
            </p14:xfrm>
          </p:contentPart>
        </mc:Choice>
        <mc:Fallback xmlns="">
          <p:pic>
            <p:nvPicPr>
              <p:cNvPr id="1448" name="Ink 1447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174528" y="3553920"/>
                <a:ext cx="18360" cy="7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449" name="Ink 1448"/>
              <p14:cNvContentPartPr/>
              <p14:nvPr/>
            </p14:nvContentPartPr>
            <p14:xfrm>
              <a:off x="3106848" y="3611880"/>
              <a:ext cx="50400" cy="63000"/>
            </p14:xfrm>
          </p:contentPart>
        </mc:Choice>
        <mc:Fallback xmlns="">
          <p:pic>
            <p:nvPicPr>
              <p:cNvPr id="1449" name="Ink 1448"/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103608" y="3606480"/>
                <a:ext cx="60120" cy="7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450" name="Ink 1449"/>
              <p14:cNvContentPartPr/>
              <p14:nvPr/>
            </p14:nvContentPartPr>
            <p14:xfrm>
              <a:off x="3139248" y="3559680"/>
              <a:ext cx="6480" cy="9000"/>
            </p14:xfrm>
          </p:contentPart>
        </mc:Choice>
        <mc:Fallback xmlns="">
          <p:pic>
            <p:nvPicPr>
              <p:cNvPr id="1450" name="Ink 1449"/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136008" y="3552480"/>
                <a:ext cx="16920" cy="1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620" name="Ink 1619"/>
              <p14:cNvContentPartPr/>
              <p14:nvPr/>
            </p14:nvContentPartPr>
            <p14:xfrm>
              <a:off x="1470648" y="3866400"/>
              <a:ext cx="3819600" cy="3461736"/>
            </p14:xfrm>
          </p:contentPart>
        </mc:Choice>
        <mc:Fallback xmlns="">
          <p:pic>
            <p:nvPicPr>
              <p:cNvPr id="1620" name="Ink 1619"/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463448" y="3860280"/>
                <a:ext cx="3831840" cy="347181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693" name="Ink 1692"/>
              <p14:cNvContentPartPr/>
              <p14:nvPr/>
            </p14:nvContentPartPr>
            <p14:xfrm>
              <a:off x="3391608" y="5967000"/>
              <a:ext cx="0" cy="6120"/>
            </p14:xfrm>
          </p:contentPart>
        </mc:Choice>
        <mc:Fallback xmlns="">
          <p:pic>
            <p:nvPicPr>
              <p:cNvPr id="1693" name="Ink 1692"/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0" y="0"/>
                <a:ext cx="0" cy="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706" name="Ink 1705"/>
              <p14:cNvContentPartPr/>
              <p14:nvPr/>
            </p14:nvContentPartPr>
            <p14:xfrm>
              <a:off x="4346328" y="6373416"/>
              <a:ext cx="0" cy="8640"/>
            </p14:xfrm>
          </p:contentPart>
        </mc:Choice>
        <mc:Fallback xmlns="">
          <p:pic>
            <p:nvPicPr>
              <p:cNvPr id="1706" name="Ink 1705"/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0" y="0"/>
                <a:ext cx="0" cy="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816" name="Ink 1815"/>
              <p14:cNvContentPartPr/>
              <p14:nvPr/>
            </p14:nvContentPartPr>
            <p14:xfrm>
              <a:off x="5208888" y="789840"/>
              <a:ext cx="48600" cy="3960"/>
            </p14:xfrm>
          </p:contentPart>
        </mc:Choice>
        <mc:Fallback xmlns="">
          <p:pic>
            <p:nvPicPr>
              <p:cNvPr id="1816" name="Ink 1815"/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205648" y="784080"/>
                <a:ext cx="59040" cy="1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817" name="Ink 1816"/>
              <p14:cNvContentPartPr/>
              <p14:nvPr/>
            </p14:nvContentPartPr>
            <p14:xfrm>
              <a:off x="5221488" y="766080"/>
              <a:ext cx="35280" cy="3960"/>
            </p14:xfrm>
          </p:contentPart>
        </mc:Choice>
        <mc:Fallback xmlns="">
          <p:pic>
            <p:nvPicPr>
              <p:cNvPr id="1817" name="Ink 1816"/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217528" y="760320"/>
                <a:ext cx="45000" cy="1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818" name="Ink 1817"/>
              <p14:cNvContentPartPr/>
              <p14:nvPr/>
            </p14:nvContentPartPr>
            <p14:xfrm>
              <a:off x="5198448" y="744840"/>
              <a:ext cx="17280" cy="66240"/>
            </p14:xfrm>
          </p:contentPart>
        </mc:Choice>
        <mc:Fallback xmlns="">
          <p:pic>
            <p:nvPicPr>
              <p:cNvPr id="1818" name="Ink 1817"/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188368" y="737640"/>
                <a:ext cx="35280" cy="7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819" name="Ink 1818"/>
              <p14:cNvContentPartPr/>
              <p14:nvPr/>
            </p14:nvContentPartPr>
            <p14:xfrm>
              <a:off x="5258928" y="1190160"/>
              <a:ext cx="32040" cy="5040"/>
            </p14:xfrm>
          </p:contentPart>
        </mc:Choice>
        <mc:Fallback xmlns="">
          <p:pic>
            <p:nvPicPr>
              <p:cNvPr id="1819" name="Ink 1818"/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253888" y="1185120"/>
                <a:ext cx="44280" cy="1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820" name="Ink 1819"/>
              <p14:cNvContentPartPr/>
              <p14:nvPr/>
            </p14:nvContentPartPr>
            <p14:xfrm>
              <a:off x="5252808" y="1168920"/>
              <a:ext cx="40320" cy="6120"/>
            </p14:xfrm>
          </p:contentPart>
        </mc:Choice>
        <mc:Fallback xmlns="">
          <p:pic>
            <p:nvPicPr>
              <p:cNvPr id="1820" name="Ink 1819"/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249568" y="1165680"/>
                <a:ext cx="48240" cy="1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821" name="Ink 1820"/>
              <p14:cNvContentPartPr/>
              <p14:nvPr/>
            </p14:nvContentPartPr>
            <p14:xfrm>
              <a:off x="5226168" y="1141920"/>
              <a:ext cx="29520" cy="81360"/>
            </p14:xfrm>
          </p:contentPart>
        </mc:Choice>
        <mc:Fallback xmlns="">
          <p:pic>
            <p:nvPicPr>
              <p:cNvPr id="1821" name="Ink 1820"/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215368" y="1134720"/>
                <a:ext cx="46440" cy="9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822" name="Ink 1821"/>
              <p14:cNvContentPartPr/>
              <p14:nvPr/>
            </p14:nvContentPartPr>
            <p14:xfrm>
              <a:off x="5233368" y="1595160"/>
              <a:ext cx="45360" cy="3240"/>
            </p14:xfrm>
          </p:contentPart>
        </mc:Choice>
        <mc:Fallback xmlns="">
          <p:pic>
            <p:nvPicPr>
              <p:cNvPr id="1822" name="Ink 1821"/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5229048" y="1589760"/>
                <a:ext cx="54360" cy="1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823" name="Ink 1822"/>
              <p14:cNvContentPartPr/>
              <p14:nvPr/>
            </p14:nvContentPartPr>
            <p14:xfrm>
              <a:off x="5226528" y="1577520"/>
              <a:ext cx="49320" cy="3600"/>
            </p14:xfrm>
          </p:contentPart>
        </mc:Choice>
        <mc:Fallback xmlns="">
          <p:pic>
            <p:nvPicPr>
              <p:cNvPr id="1823" name="Ink 1822"/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5223288" y="1572840"/>
                <a:ext cx="56520" cy="1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824" name="Ink 1823"/>
              <p14:cNvContentPartPr/>
              <p14:nvPr/>
            </p14:nvContentPartPr>
            <p14:xfrm>
              <a:off x="5200968" y="1550880"/>
              <a:ext cx="32400" cy="81000"/>
            </p14:xfrm>
          </p:contentPart>
        </mc:Choice>
        <mc:Fallback xmlns="">
          <p:pic>
            <p:nvPicPr>
              <p:cNvPr id="1824" name="Ink 1823"/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5189808" y="1544400"/>
                <a:ext cx="50400" cy="9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825" name="Ink 1824"/>
              <p14:cNvContentPartPr/>
              <p14:nvPr/>
            </p14:nvContentPartPr>
            <p14:xfrm>
              <a:off x="5236608" y="1999800"/>
              <a:ext cx="46440" cy="7920"/>
            </p14:xfrm>
          </p:contentPart>
        </mc:Choice>
        <mc:Fallback xmlns="">
          <p:pic>
            <p:nvPicPr>
              <p:cNvPr id="1825" name="Ink 1824"/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233008" y="1995840"/>
                <a:ext cx="56880" cy="1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826" name="Ink 1825"/>
              <p14:cNvContentPartPr/>
              <p14:nvPr/>
            </p14:nvContentPartPr>
            <p14:xfrm>
              <a:off x="5233008" y="1981800"/>
              <a:ext cx="44640" cy="2880"/>
            </p14:xfrm>
          </p:contentPart>
        </mc:Choice>
        <mc:Fallback xmlns="">
          <p:pic>
            <p:nvPicPr>
              <p:cNvPr id="1826" name="Ink 1825"/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229768" y="1977480"/>
                <a:ext cx="52560" cy="1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827" name="Ink 1826"/>
              <p14:cNvContentPartPr/>
              <p14:nvPr/>
            </p14:nvContentPartPr>
            <p14:xfrm>
              <a:off x="5217528" y="1960920"/>
              <a:ext cx="30600" cy="72720"/>
            </p14:xfrm>
          </p:contentPart>
        </mc:Choice>
        <mc:Fallback xmlns="">
          <p:pic>
            <p:nvPicPr>
              <p:cNvPr id="1827" name="Ink 1826"/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5207088" y="1954440"/>
                <a:ext cx="46440" cy="8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828" name="Ink 1827"/>
              <p14:cNvContentPartPr/>
              <p14:nvPr/>
            </p14:nvContentPartPr>
            <p14:xfrm>
              <a:off x="5236608" y="2396880"/>
              <a:ext cx="42120" cy="4680"/>
            </p14:xfrm>
          </p:contentPart>
        </mc:Choice>
        <mc:Fallback xmlns="">
          <p:pic>
            <p:nvPicPr>
              <p:cNvPr id="1828" name="Ink 1827"/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5232288" y="2389320"/>
                <a:ext cx="54000" cy="1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829" name="Ink 1828"/>
              <p14:cNvContentPartPr/>
              <p14:nvPr/>
            </p14:nvContentPartPr>
            <p14:xfrm>
              <a:off x="5227608" y="2377800"/>
              <a:ext cx="46080" cy="4320"/>
            </p14:xfrm>
          </p:contentPart>
        </mc:Choice>
        <mc:Fallback xmlns="">
          <p:pic>
            <p:nvPicPr>
              <p:cNvPr id="1829" name="Ink 1828"/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5224368" y="2372760"/>
                <a:ext cx="53640" cy="1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830" name="Ink 1829"/>
              <p14:cNvContentPartPr/>
              <p14:nvPr/>
            </p14:nvContentPartPr>
            <p14:xfrm>
              <a:off x="5204928" y="2361600"/>
              <a:ext cx="33120" cy="77040"/>
            </p14:xfrm>
          </p:contentPart>
        </mc:Choice>
        <mc:Fallback xmlns="">
          <p:pic>
            <p:nvPicPr>
              <p:cNvPr id="1830" name="Ink 1829"/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5194848" y="2354760"/>
                <a:ext cx="46800" cy="8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831" name="Ink 1830"/>
              <p14:cNvContentPartPr/>
              <p14:nvPr/>
            </p14:nvContentPartPr>
            <p14:xfrm>
              <a:off x="5231568" y="2802240"/>
              <a:ext cx="47520" cy="6840"/>
            </p14:xfrm>
          </p:contentPart>
        </mc:Choice>
        <mc:Fallback xmlns="">
          <p:pic>
            <p:nvPicPr>
              <p:cNvPr id="1831" name="Ink 1830"/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5228688" y="2798280"/>
                <a:ext cx="56160" cy="1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832" name="Ink 1831"/>
              <p14:cNvContentPartPr/>
              <p14:nvPr/>
            </p14:nvContentPartPr>
            <p14:xfrm>
              <a:off x="5238768" y="2781000"/>
              <a:ext cx="32760" cy="3240"/>
            </p14:xfrm>
          </p:contentPart>
        </mc:Choice>
        <mc:Fallback xmlns="">
          <p:pic>
            <p:nvPicPr>
              <p:cNvPr id="1832" name="Ink 1831"/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5235168" y="2776320"/>
                <a:ext cx="39600" cy="1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833" name="Ink 1832"/>
              <p14:cNvContentPartPr/>
              <p14:nvPr/>
            </p14:nvContentPartPr>
            <p14:xfrm>
              <a:off x="5216448" y="2765160"/>
              <a:ext cx="23760" cy="68040"/>
            </p14:xfrm>
          </p:contentPart>
        </mc:Choice>
        <mc:Fallback xmlns="">
          <p:pic>
            <p:nvPicPr>
              <p:cNvPr id="1833" name="Ink 1832"/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5206728" y="2758680"/>
                <a:ext cx="39600" cy="7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834" name="Ink 1833"/>
              <p14:cNvContentPartPr/>
              <p14:nvPr/>
            </p14:nvContentPartPr>
            <p14:xfrm>
              <a:off x="5231208" y="3205080"/>
              <a:ext cx="35640" cy="5400"/>
            </p14:xfrm>
          </p:contentPart>
        </mc:Choice>
        <mc:Fallback xmlns="">
          <p:pic>
            <p:nvPicPr>
              <p:cNvPr id="1834" name="Ink 1833"/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5227608" y="3200400"/>
                <a:ext cx="44640" cy="1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835" name="Ink 1834"/>
              <p14:cNvContentPartPr/>
              <p14:nvPr/>
            </p14:nvContentPartPr>
            <p14:xfrm>
              <a:off x="5224008" y="3185640"/>
              <a:ext cx="42480" cy="2160"/>
            </p14:xfrm>
          </p:contentPart>
        </mc:Choice>
        <mc:Fallback xmlns="">
          <p:pic>
            <p:nvPicPr>
              <p:cNvPr id="1835" name="Ink 1834"/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5220048" y="3179880"/>
                <a:ext cx="50760" cy="1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836" name="Ink 1835"/>
              <p14:cNvContentPartPr/>
              <p14:nvPr/>
            </p14:nvContentPartPr>
            <p14:xfrm>
              <a:off x="5206728" y="3166920"/>
              <a:ext cx="25920" cy="68760"/>
            </p14:xfrm>
          </p:contentPart>
        </mc:Choice>
        <mc:Fallback xmlns="">
          <p:pic>
            <p:nvPicPr>
              <p:cNvPr id="1836" name="Ink 1835"/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5197368" y="3161160"/>
                <a:ext cx="41040" cy="7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837" name="Ink 1836"/>
              <p14:cNvContentPartPr/>
              <p14:nvPr/>
            </p14:nvContentPartPr>
            <p14:xfrm>
              <a:off x="5239488" y="3611520"/>
              <a:ext cx="42840" cy="3240"/>
            </p14:xfrm>
          </p:contentPart>
        </mc:Choice>
        <mc:Fallback xmlns="">
          <p:pic>
            <p:nvPicPr>
              <p:cNvPr id="1837" name="Ink 1836"/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5235528" y="3607200"/>
                <a:ext cx="51120" cy="1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838" name="Ink 1837"/>
              <p14:cNvContentPartPr/>
              <p14:nvPr/>
            </p14:nvContentPartPr>
            <p14:xfrm>
              <a:off x="5237328" y="3598920"/>
              <a:ext cx="36000" cy="1800"/>
            </p14:xfrm>
          </p:contentPart>
        </mc:Choice>
        <mc:Fallback xmlns="">
          <p:pic>
            <p:nvPicPr>
              <p:cNvPr id="1838" name="Ink 1837"/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5234448" y="3594240"/>
                <a:ext cx="42840" cy="1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839" name="Ink 1838"/>
              <p14:cNvContentPartPr/>
              <p14:nvPr/>
            </p14:nvContentPartPr>
            <p14:xfrm>
              <a:off x="5211048" y="3566160"/>
              <a:ext cx="33480" cy="74880"/>
            </p14:xfrm>
          </p:contentPart>
        </mc:Choice>
        <mc:Fallback xmlns="">
          <p:pic>
            <p:nvPicPr>
              <p:cNvPr id="1839" name="Ink 1838"/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5202048" y="3560400"/>
                <a:ext cx="47520" cy="8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864" name="Ink 1863"/>
              <p14:cNvContentPartPr/>
              <p14:nvPr/>
            </p14:nvContentPartPr>
            <p14:xfrm>
              <a:off x="5241288" y="7265856"/>
              <a:ext cx="43920" cy="3600"/>
            </p14:xfrm>
          </p:contentPart>
        </mc:Choice>
        <mc:Fallback xmlns="">
          <p:pic>
            <p:nvPicPr>
              <p:cNvPr id="1864" name="Ink 1863"/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5235888" y="7260456"/>
                <a:ext cx="54720" cy="1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865" name="Ink 1864"/>
              <p14:cNvContentPartPr/>
              <p14:nvPr/>
            </p14:nvContentPartPr>
            <p14:xfrm>
              <a:off x="5237328" y="7253256"/>
              <a:ext cx="39240" cy="1800"/>
            </p14:xfrm>
          </p:contentPart>
        </mc:Choice>
        <mc:Fallback xmlns="">
          <p:pic>
            <p:nvPicPr>
              <p:cNvPr id="1865" name="Ink 1864"/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5232648" y="7248576"/>
                <a:ext cx="47520" cy="1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866" name="Ink 1865"/>
              <p14:cNvContentPartPr/>
              <p14:nvPr/>
            </p14:nvContentPartPr>
            <p14:xfrm>
              <a:off x="5214648" y="7228056"/>
              <a:ext cx="43200" cy="73440"/>
            </p14:xfrm>
          </p:contentPart>
        </mc:Choice>
        <mc:Fallback xmlns="">
          <p:pic>
            <p:nvPicPr>
              <p:cNvPr id="1866" name="Ink 1865"/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5205288" y="7223016"/>
                <a:ext cx="57600" cy="82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37129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85" name="Straight Connector 1084"/>
          <p:cNvCxnSpPr/>
          <p:nvPr/>
        </p:nvCxnSpPr>
        <p:spPr>
          <a:xfrm>
            <a:off x="0" y="371856"/>
            <a:ext cx="5330825" cy="0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89" name="Straight Connector 1088"/>
          <p:cNvCxnSpPr/>
          <p:nvPr/>
        </p:nvCxnSpPr>
        <p:spPr>
          <a:xfrm>
            <a:off x="1" y="777240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3" name="Straight Connector 1252"/>
          <p:cNvCxnSpPr/>
          <p:nvPr/>
        </p:nvCxnSpPr>
        <p:spPr>
          <a:xfrm>
            <a:off x="1" y="1182624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6" name="Straight Connector 1255"/>
          <p:cNvCxnSpPr/>
          <p:nvPr/>
        </p:nvCxnSpPr>
        <p:spPr>
          <a:xfrm>
            <a:off x="0" y="1588008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8" name="Straight Connector 1257"/>
          <p:cNvCxnSpPr/>
          <p:nvPr/>
        </p:nvCxnSpPr>
        <p:spPr>
          <a:xfrm>
            <a:off x="1" y="1993392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0" name="Straight Connector 1259"/>
          <p:cNvCxnSpPr/>
          <p:nvPr/>
        </p:nvCxnSpPr>
        <p:spPr>
          <a:xfrm>
            <a:off x="0" y="2395728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4" name="Straight Connector 1263"/>
          <p:cNvCxnSpPr/>
          <p:nvPr/>
        </p:nvCxnSpPr>
        <p:spPr>
          <a:xfrm>
            <a:off x="2" y="2801112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5" name="Straight Connector 1264"/>
          <p:cNvCxnSpPr/>
          <p:nvPr/>
        </p:nvCxnSpPr>
        <p:spPr>
          <a:xfrm>
            <a:off x="2" y="3206496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6" name="Straight Connector 1265"/>
          <p:cNvCxnSpPr/>
          <p:nvPr/>
        </p:nvCxnSpPr>
        <p:spPr>
          <a:xfrm>
            <a:off x="1" y="3611880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7" name="Straight Connector 1266"/>
          <p:cNvCxnSpPr/>
          <p:nvPr/>
        </p:nvCxnSpPr>
        <p:spPr>
          <a:xfrm>
            <a:off x="2" y="4017264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8" name="Straight Connector 1267"/>
          <p:cNvCxnSpPr/>
          <p:nvPr/>
        </p:nvCxnSpPr>
        <p:spPr>
          <a:xfrm>
            <a:off x="1" y="4419600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0" name="Straight Connector 1269"/>
          <p:cNvCxnSpPr/>
          <p:nvPr/>
        </p:nvCxnSpPr>
        <p:spPr>
          <a:xfrm>
            <a:off x="0" y="4824984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1" name="Straight Connector 1270"/>
          <p:cNvCxnSpPr/>
          <p:nvPr/>
        </p:nvCxnSpPr>
        <p:spPr>
          <a:xfrm>
            <a:off x="0" y="5230368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2" name="Straight Connector 1271"/>
          <p:cNvCxnSpPr/>
          <p:nvPr/>
        </p:nvCxnSpPr>
        <p:spPr>
          <a:xfrm>
            <a:off x="-1" y="5635752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3" name="Straight Connector 1272"/>
          <p:cNvCxnSpPr/>
          <p:nvPr/>
        </p:nvCxnSpPr>
        <p:spPr>
          <a:xfrm>
            <a:off x="0" y="6041136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4" name="Straight Connector 1273"/>
          <p:cNvCxnSpPr/>
          <p:nvPr/>
        </p:nvCxnSpPr>
        <p:spPr>
          <a:xfrm>
            <a:off x="-1" y="6443472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5" name="Straight Connector 1274"/>
          <p:cNvCxnSpPr/>
          <p:nvPr/>
        </p:nvCxnSpPr>
        <p:spPr>
          <a:xfrm>
            <a:off x="1" y="6848856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6" name="Straight Connector 1275"/>
          <p:cNvCxnSpPr/>
          <p:nvPr/>
        </p:nvCxnSpPr>
        <p:spPr>
          <a:xfrm>
            <a:off x="1" y="7254240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/>
              <p14:cNvContentPartPr/>
              <p14:nvPr/>
            </p14:nvContentPartPr>
            <p14:xfrm>
              <a:off x="1054848" y="252720"/>
              <a:ext cx="4245840" cy="465588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51248" y="246600"/>
                <a:ext cx="4253760" cy="466776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0305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85" name="Straight Connector 1084"/>
          <p:cNvCxnSpPr/>
          <p:nvPr/>
        </p:nvCxnSpPr>
        <p:spPr>
          <a:xfrm>
            <a:off x="0" y="371856"/>
            <a:ext cx="5330825" cy="0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89" name="Straight Connector 1088"/>
          <p:cNvCxnSpPr/>
          <p:nvPr/>
        </p:nvCxnSpPr>
        <p:spPr>
          <a:xfrm>
            <a:off x="1" y="777240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3" name="Straight Connector 1252"/>
          <p:cNvCxnSpPr/>
          <p:nvPr/>
        </p:nvCxnSpPr>
        <p:spPr>
          <a:xfrm>
            <a:off x="1" y="1182624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6" name="Straight Connector 1255"/>
          <p:cNvCxnSpPr/>
          <p:nvPr/>
        </p:nvCxnSpPr>
        <p:spPr>
          <a:xfrm>
            <a:off x="0" y="1588008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8" name="Straight Connector 1257"/>
          <p:cNvCxnSpPr/>
          <p:nvPr/>
        </p:nvCxnSpPr>
        <p:spPr>
          <a:xfrm>
            <a:off x="1" y="1993392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0" name="Straight Connector 1259"/>
          <p:cNvCxnSpPr/>
          <p:nvPr/>
        </p:nvCxnSpPr>
        <p:spPr>
          <a:xfrm>
            <a:off x="0" y="2395728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4" name="Straight Connector 1263"/>
          <p:cNvCxnSpPr/>
          <p:nvPr/>
        </p:nvCxnSpPr>
        <p:spPr>
          <a:xfrm>
            <a:off x="2" y="2801112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5" name="Straight Connector 1264"/>
          <p:cNvCxnSpPr/>
          <p:nvPr/>
        </p:nvCxnSpPr>
        <p:spPr>
          <a:xfrm>
            <a:off x="2" y="3206496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6" name="Straight Connector 1265"/>
          <p:cNvCxnSpPr/>
          <p:nvPr/>
        </p:nvCxnSpPr>
        <p:spPr>
          <a:xfrm>
            <a:off x="1" y="3611880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7" name="Straight Connector 1266"/>
          <p:cNvCxnSpPr/>
          <p:nvPr/>
        </p:nvCxnSpPr>
        <p:spPr>
          <a:xfrm>
            <a:off x="2" y="4017264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8" name="Straight Connector 1267"/>
          <p:cNvCxnSpPr/>
          <p:nvPr/>
        </p:nvCxnSpPr>
        <p:spPr>
          <a:xfrm>
            <a:off x="1" y="4419600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0" name="Straight Connector 1269"/>
          <p:cNvCxnSpPr/>
          <p:nvPr/>
        </p:nvCxnSpPr>
        <p:spPr>
          <a:xfrm>
            <a:off x="0" y="4824984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1" name="Straight Connector 1270"/>
          <p:cNvCxnSpPr/>
          <p:nvPr/>
        </p:nvCxnSpPr>
        <p:spPr>
          <a:xfrm>
            <a:off x="0" y="5230368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2" name="Straight Connector 1271"/>
          <p:cNvCxnSpPr/>
          <p:nvPr/>
        </p:nvCxnSpPr>
        <p:spPr>
          <a:xfrm>
            <a:off x="-1" y="5635752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3" name="Straight Connector 1272"/>
          <p:cNvCxnSpPr/>
          <p:nvPr/>
        </p:nvCxnSpPr>
        <p:spPr>
          <a:xfrm>
            <a:off x="0" y="6041136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4" name="Straight Connector 1273"/>
          <p:cNvCxnSpPr/>
          <p:nvPr/>
        </p:nvCxnSpPr>
        <p:spPr>
          <a:xfrm>
            <a:off x="-1" y="6443472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5" name="Straight Connector 1274"/>
          <p:cNvCxnSpPr/>
          <p:nvPr/>
        </p:nvCxnSpPr>
        <p:spPr>
          <a:xfrm>
            <a:off x="1" y="6848856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6" name="Straight Connector 1275"/>
          <p:cNvCxnSpPr/>
          <p:nvPr/>
        </p:nvCxnSpPr>
        <p:spPr>
          <a:xfrm>
            <a:off x="1" y="7254240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3289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85" name="Straight Connector 1084"/>
          <p:cNvCxnSpPr/>
          <p:nvPr/>
        </p:nvCxnSpPr>
        <p:spPr>
          <a:xfrm>
            <a:off x="0" y="371856"/>
            <a:ext cx="5330825" cy="0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89" name="Straight Connector 1088"/>
          <p:cNvCxnSpPr/>
          <p:nvPr/>
        </p:nvCxnSpPr>
        <p:spPr>
          <a:xfrm>
            <a:off x="1" y="777240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3" name="Straight Connector 1252"/>
          <p:cNvCxnSpPr/>
          <p:nvPr/>
        </p:nvCxnSpPr>
        <p:spPr>
          <a:xfrm>
            <a:off x="1" y="1182624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6" name="Straight Connector 1255"/>
          <p:cNvCxnSpPr/>
          <p:nvPr/>
        </p:nvCxnSpPr>
        <p:spPr>
          <a:xfrm>
            <a:off x="0" y="1588008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8" name="Straight Connector 1257"/>
          <p:cNvCxnSpPr/>
          <p:nvPr/>
        </p:nvCxnSpPr>
        <p:spPr>
          <a:xfrm>
            <a:off x="1" y="1993392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0" name="Straight Connector 1259"/>
          <p:cNvCxnSpPr/>
          <p:nvPr/>
        </p:nvCxnSpPr>
        <p:spPr>
          <a:xfrm>
            <a:off x="0" y="2395728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4" name="Straight Connector 1263"/>
          <p:cNvCxnSpPr/>
          <p:nvPr/>
        </p:nvCxnSpPr>
        <p:spPr>
          <a:xfrm>
            <a:off x="2" y="2801112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5" name="Straight Connector 1264"/>
          <p:cNvCxnSpPr/>
          <p:nvPr/>
        </p:nvCxnSpPr>
        <p:spPr>
          <a:xfrm>
            <a:off x="2" y="3206496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6" name="Straight Connector 1265"/>
          <p:cNvCxnSpPr/>
          <p:nvPr/>
        </p:nvCxnSpPr>
        <p:spPr>
          <a:xfrm>
            <a:off x="1" y="3611880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7" name="Straight Connector 1266"/>
          <p:cNvCxnSpPr/>
          <p:nvPr/>
        </p:nvCxnSpPr>
        <p:spPr>
          <a:xfrm>
            <a:off x="2" y="4017264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8" name="Straight Connector 1267"/>
          <p:cNvCxnSpPr/>
          <p:nvPr/>
        </p:nvCxnSpPr>
        <p:spPr>
          <a:xfrm>
            <a:off x="1" y="4419600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0" name="Straight Connector 1269"/>
          <p:cNvCxnSpPr/>
          <p:nvPr/>
        </p:nvCxnSpPr>
        <p:spPr>
          <a:xfrm>
            <a:off x="0" y="4824984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1" name="Straight Connector 1270"/>
          <p:cNvCxnSpPr/>
          <p:nvPr/>
        </p:nvCxnSpPr>
        <p:spPr>
          <a:xfrm>
            <a:off x="0" y="5230368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2" name="Straight Connector 1271"/>
          <p:cNvCxnSpPr/>
          <p:nvPr/>
        </p:nvCxnSpPr>
        <p:spPr>
          <a:xfrm>
            <a:off x="-1" y="5635752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3" name="Straight Connector 1272"/>
          <p:cNvCxnSpPr/>
          <p:nvPr/>
        </p:nvCxnSpPr>
        <p:spPr>
          <a:xfrm>
            <a:off x="0" y="6041136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4" name="Straight Connector 1273"/>
          <p:cNvCxnSpPr/>
          <p:nvPr/>
        </p:nvCxnSpPr>
        <p:spPr>
          <a:xfrm>
            <a:off x="-1" y="6443472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5" name="Straight Connector 1274"/>
          <p:cNvCxnSpPr/>
          <p:nvPr/>
        </p:nvCxnSpPr>
        <p:spPr>
          <a:xfrm>
            <a:off x="1" y="6848856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6" name="Straight Connector 1275"/>
          <p:cNvCxnSpPr/>
          <p:nvPr/>
        </p:nvCxnSpPr>
        <p:spPr>
          <a:xfrm>
            <a:off x="1" y="7254240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6205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85" name="Straight Connector 1084"/>
          <p:cNvCxnSpPr/>
          <p:nvPr/>
        </p:nvCxnSpPr>
        <p:spPr>
          <a:xfrm>
            <a:off x="0" y="371856"/>
            <a:ext cx="5330825" cy="0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89" name="Straight Connector 1088"/>
          <p:cNvCxnSpPr/>
          <p:nvPr/>
        </p:nvCxnSpPr>
        <p:spPr>
          <a:xfrm>
            <a:off x="1" y="777240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3" name="Straight Connector 1252"/>
          <p:cNvCxnSpPr/>
          <p:nvPr/>
        </p:nvCxnSpPr>
        <p:spPr>
          <a:xfrm>
            <a:off x="1" y="1182624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6" name="Straight Connector 1255"/>
          <p:cNvCxnSpPr/>
          <p:nvPr/>
        </p:nvCxnSpPr>
        <p:spPr>
          <a:xfrm>
            <a:off x="0" y="1588008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8" name="Straight Connector 1257"/>
          <p:cNvCxnSpPr/>
          <p:nvPr/>
        </p:nvCxnSpPr>
        <p:spPr>
          <a:xfrm>
            <a:off x="1" y="1993392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0" name="Straight Connector 1259"/>
          <p:cNvCxnSpPr/>
          <p:nvPr/>
        </p:nvCxnSpPr>
        <p:spPr>
          <a:xfrm>
            <a:off x="0" y="2395728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4" name="Straight Connector 1263"/>
          <p:cNvCxnSpPr/>
          <p:nvPr/>
        </p:nvCxnSpPr>
        <p:spPr>
          <a:xfrm>
            <a:off x="2" y="2801112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5" name="Straight Connector 1264"/>
          <p:cNvCxnSpPr/>
          <p:nvPr/>
        </p:nvCxnSpPr>
        <p:spPr>
          <a:xfrm>
            <a:off x="2" y="3206496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6" name="Straight Connector 1265"/>
          <p:cNvCxnSpPr/>
          <p:nvPr/>
        </p:nvCxnSpPr>
        <p:spPr>
          <a:xfrm>
            <a:off x="1" y="3611880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7" name="Straight Connector 1266"/>
          <p:cNvCxnSpPr/>
          <p:nvPr/>
        </p:nvCxnSpPr>
        <p:spPr>
          <a:xfrm>
            <a:off x="2" y="4017264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8" name="Straight Connector 1267"/>
          <p:cNvCxnSpPr/>
          <p:nvPr/>
        </p:nvCxnSpPr>
        <p:spPr>
          <a:xfrm>
            <a:off x="1" y="4419600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0" name="Straight Connector 1269"/>
          <p:cNvCxnSpPr/>
          <p:nvPr/>
        </p:nvCxnSpPr>
        <p:spPr>
          <a:xfrm>
            <a:off x="0" y="4824984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1" name="Straight Connector 1270"/>
          <p:cNvCxnSpPr/>
          <p:nvPr/>
        </p:nvCxnSpPr>
        <p:spPr>
          <a:xfrm>
            <a:off x="0" y="5230368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2" name="Straight Connector 1271"/>
          <p:cNvCxnSpPr/>
          <p:nvPr/>
        </p:nvCxnSpPr>
        <p:spPr>
          <a:xfrm>
            <a:off x="-1" y="5635752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3" name="Straight Connector 1272"/>
          <p:cNvCxnSpPr/>
          <p:nvPr/>
        </p:nvCxnSpPr>
        <p:spPr>
          <a:xfrm>
            <a:off x="0" y="6041136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4" name="Straight Connector 1273"/>
          <p:cNvCxnSpPr/>
          <p:nvPr/>
        </p:nvCxnSpPr>
        <p:spPr>
          <a:xfrm>
            <a:off x="-1" y="6443472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5" name="Straight Connector 1274"/>
          <p:cNvCxnSpPr/>
          <p:nvPr/>
        </p:nvCxnSpPr>
        <p:spPr>
          <a:xfrm>
            <a:off x="1" y="6848856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6" name="Straight Connector 1275"/>
          <p:cNvCxnSpPr/>
          <p:nvPr/>
        </p:nvCxnSpPr>
        <p:spPr>
          <a:xfrm>
            <a:off x="1" y="7254240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5128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85" name="Straight Connector 1084"/>
          <p:cNvCxnSpPr/>
          <p:nvPr/>
        </p:nvCxnSpPr>
        <p:spPr>
          <a:xfrm>
            <a:off x="0" y="371856"/>
            <a:ext cx="5330825" cy="0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89" name="Straight Connector 1088"/>
          <p:cNvCxnSpPr/>
          <p:nvPr/>
        </p:nvCxnSpPr>
        <p:spPr>
          <a:xfrm>
            <a:off x="1" y="777240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3" name="Straight Connector 1252"/>
          <p:cNvCxnSpPr/>
          <p:nvPr/>
        </p:nvCxnSpPr>
        <p:spPr>
          <a:xfrm>
            <a:off x="1" y="1182624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6" name="Straight Connector 1255"/>
          <p:cNvCxnSpPr/>
          <p:nvPr/>
        </p:nvCxnSpPr>
        <p:spPr>
          <a:xfrm>
            <a:off x="0" y="1588008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8" name="Straight Connector 1257"/>
          <p:cNvCxnSpPr/>
          <p:nvPr/>
        </p:nvCxnSpPr>
        <p:spPr>
          <a:xfrm>
            <a:off x="1" y="1993392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0" name="Straight Connector 1259"/>
          <p:cNvCxnSpPr/>
          <p:nvPr/>
        </p:nvCxnSpPr>
        <p:spPr>
          <a:xfrm>
            <a:off x="0" y="2395728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4" name="Straight Connector 1263"/>
          <p:cNvCxnSpPr/>
          <p:nvPr/>
        </p:nvCxnSpPr>
        <p:spPr>
          <a:xfrm>
            <a:off x="2" y="2801112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5" name="Straight Connector 1264"/>
          <p:cNvCxnSpPr/>
          <p:nvPr/>
        </p:nvCxnSpPr>
        <p:spPr>
          <a:xfrm>
            <a:off x="2" y="3206496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6" name="Straight Connector 1265"/>
          <p:cNvCxnSpPr/>
          <p:nvPr/>
        </p:nvCxnSpPr>
        <p:spPr>
          <a:xfrm>
            <a:off x="1" y="3611880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7" name="Straight Connector 1266"/>
          <p:cNvCxnSpPr/>
          <p:nvPr/>
        </p:nvCxnSpPr>
        <p:spPr>
          <a:xfrm>
            <a:off x="2" y="4017264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8" name="Straight Connector 1267"/>
          <p:cNvCxnSpPr/>
          <p:nvPr/>
        </p:nvCxnSpPr>
        <p:spPr>
          <a:xfrm>
            <a:off x="1" y="4419600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0" name="Straight Connector 1269"/>
          <p:cNvCxnSpPr/>
          <p:nvPr/>
        </p:nvCxnSpPr>
        <p:spPr>
          <a:xfrm>
            <a:off x="0" y="4824984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1" name="Straight Connector 1270"/>
          <p:cNvCxnSpPr/>
          <p:nvPr/>
        </p:nvCxnSpPr>
        <p:spPr>
          <a:xfrm>
            <a:off x="0" y="5230368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2" name="Straight Connector 1271"/>
          <p:cNvCxnSpPr/>
          <p:nvPr/>
        </p:nvCxnSpPr>
        <p:spPr>
          <a:xfrm>
            <a:off x="-1" y="5635752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3" name="Straight Connector 1272"/>
          <p:cNvCxnSpPr/>
          <p:nvPr/>
        </p:nvCxnSpPr>
        <p:spPr>
          <a:xfrm>
            <a:off x="0" y="6041136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4" name="Straight Connector 1273"/>
          <p:cNvCxnSpPr/>
          <p:nvPr/>
        </p:nvCxnSpPr>
        <p:spPr>
          <a:xfrm>
            <a:off x="-1" y="6443472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5" name="Straight Connector 1274"/>
          <p:cNvCxnSpPr/>
          <p:nvPr/>
        </p:nvCxnSpPr>
        <p:spPr>
          <a:xfrm>
            <a:off x="1" y="6848856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6" name="Straight Connector 1275"/>
          <p:cNvCxnSpPr/>
          <p:nvPr/>
        </p:nvCxnSpPr>
        <p:spPr>
          <a:xfrm>
            <a:off x="1" y="7254240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5603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85" name="Straight Connector 1084"/>
          <p:cNvCxnSpPr/>
          <p:nvPr/>
        </p:nvCxnSpPr>
        <p:spPr>
          <a:xfrm>
            <a:off x="0" y="371856"/>
            <a:ext cx="5330825" cy="0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89" name="Straight Connector 1088"/>
          <p:cNvCxnSpPr/>
          <p:nvPr/>
        </p:nvCxnSpPr>
        <p:spPr>
          <a:xfrm>
            <a:off x="1" y="777240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3" name="Straight Connector 1252"/>
          <p:cNvCxnSpPr/>
          <p:nvPr/>
        </p:nvCxnSpPr>
        <p:spPr>
          <a:xfrm>
            <a:off x="1" y="1182624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6" name="Straight Connector 1255"/>
          <p:cNvCxnSpPr/>
          <p:nvPr/>
        </p:nvCxnSpPr>
        <p:spPr>
          <a:xfrm>
            <a:off x="0" y="1588008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8" name="Straight Connector 1257"/>
          <p:cNvCxnSpPr/>
          <p:nvPr/>
        </p:nvCxnSpPr>
        <p:spPr>
          <a:xfrm>
            <a:off x="1" y="1993392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0" name="Straight Connector 1259"/>
          <p:cNvCxnSpPr/>
          <p:nvPr/>
        </p:nvCxnSpPr>
        <p:spPr>
          <a:xfrm>
            <a:off x="0" y="2395728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4" name="Straight Connector 1263"/>
          <p:cNvCxnSpPr/>
          <p:nvPr/>
        </p:nvCxnSpPr>
        <p:spPr>
          <a:xfrm>
            <a:off x="2" y="2801112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5" name="Straight Connector 1264"/>
          <p:cNvCxnSpPr/>
          <p:nvPr/>
        </p:nvCxnSpPr>
        <p:spPr>
          <a:xfrm>
            <a:off x="2" y="3206496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6" name="Straight Connector 1265"/>
          <p:cNvCxnSpPr/>
          <p:nvPr/>
        </p:nvCxnSpPr>
        <p:spPr>
          <a:xfrm>
            <a:off x="1" y="3611880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7" name="Straight Connector 1266"/>
          <p:cNvCxnSpPr/>
          <p:nvPr/>
        </p:nvCxnSpPr>
        <p:spPr>
          <a:xfrm>
            <a:off x="2" y="4017264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8" name="Straight Connector 1267"/>
          <p:cNvCxnSpPr/>
          <p:nvPr/>
        </p:nvCxnSpPr>
        <p:spPr>
          <a:xfrm>
            <a:off x="1" y="4419600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0" name="Straight Connector 1269"/>
          <p:cNvCxnSpPr/>
          <p:nvPr/>
        </p:nvCxnSpPr>
        <p:spPr>
          <a:xfrm>
            <a:off x="0" y="4824984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1" name="Straight Connector 1270"/>
          <p:cNvCxnSpPr/>
          <p:nvPr/>
        </p:nvCxnSpPr>
        <p:spPr>
          <a:xfrm>
            <a:off x="0" y="5230368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2" name="Straight Connector 1271"/>
          <p:cNvCxnSpPr/>
          <p:nvPr/>
        </p:nvCxnSpPr>
        <p:spPr>
          <a:xfrm>
            <a:off x="-1" y="5635752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3" name="Straight Connector 1272"/>
          <p:cNvCxnSpPr/>
          <p:nvPr/>
        </p:nvCxnSpPr>
        <p:spPr>
          <a:xfrm>
            <a:off x="0" y="6041136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4" name="Straight Connector 1273"/>
          <p:cNvCxnSpPr/>
          <p:nvPr/>
        </p:nvCxnSpPr>
        <p:spPr>
          <a:xfrm>
            <a:off x="-1" y="6443472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5" name="Straight Connector 1274"/>
          <p:cNvCxnSpPr/>
          <p:nvPr/>
        </p:nvCxnSpPr>
        <p:spPr>
          <a:xfrm>
            <a:off x="1" y="6848856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6" name="Straight Connector 1275"/>
          <p:cNvCxnSpPr/>
          <p:nvPr/>
        </p:nvCxnSpPr>
        <p:spPr>
          <a:xfrm>
            <a:off x="1" y="7254240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0883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85" name="Straight Connector 1084"/>
          <p:cNvCxnSpPr/>
          <p:nvPr/>
        </p:nvCxnSpPr>
        <p:spPr>
          <a:xfrm>
            <a:off x="0" y="371856"/>
            <a:ext cx="5330825" cy="0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89" name="Straight Connector 1088"/>
          <p:cNvCxnSpPr/>
          <p:nvPr/>
        </p:nvCxnSpPr>
        <p:spPr>
          <a:xfrm>
            <a:off x="1" y="777240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3" name="Straight Connector 1252"/>
          <p:cNvCxnSpPr/>
          <p:nvPr/>
        </p:nvCxnSpPr>
        <p:spPr>
          <a:xfrm>
            <a:off x="1" y="1182624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6" name="Straight Connector 1255"/>
          <p:cNvCxnSpPr/>
          <p:nvPr/>
        </p:nvCxnSpPr>
        <p:spPr>
          <a:xfrm>
            <a:off x="0" y="1588008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8" name="Straight Connector 1257"/>
          <p:cNvCxnSpPr/>
          <p:nvPr/>
        </p:nvCxnSpPr>
        <p:spPr>
          <a:xfrm>
            <a:off x="1" y="1993392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0" name="Straight Connector 1259"/>
          <p:cNvCxnSpPr/>
          <p:nvPr/>
        </p:nvCxnSpPr>
        <p:spPr>
          <a:xfrm>
            <a:off x="0" y="2395728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4" name="Straight Connector 1263"/>
          <p:cNvCxnSpPr/>
          <p:nvPr/>
        </p:nvCxnSpPr>
        <p:spPr>
          <a:xfrm>
            <a:off x="2" y="2801112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5" name="Straight Connector 1264"/>
          <p:cNvCxnSpPr/>
          <p:nvPr/>
        </p:nvCxnSpPr>
        <p:spPr>
          <a:xfrm>
            <a:off x="2" y="3206496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6" name="Straight Connector 1265"/>
          <p:cNvCxnSpPr/>
          <p:nvPr/>
        </p:nvCxnSpPr>
        <p:spPr>
          <a:xfrm>
            <a:off x="1" y="3611880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7" name="Straight Connector 1266"/>
          <p:cNvCxnSpPr/>
          <p:nvPr/>
        </p:nvCxnSpPr>
        <p:spPr>
          <a:xfrm>
            <a:off x="2" y="4017264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8" name="Straight Connector 1267"/>
          <p:cNvCxnSpPr/>
          <p:nvPr/>
        </p:nvCxnSpPr>
        <p:spPr>
          <a:xfrm>
            <a:off x="1" y="4419600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0" name="Straight Connector 1269"/>
          <p:cNvCxnSpPr/>
          <p:nvPr/>
        </p:nvCxnSpPr>
        <p:spPr>
          <a:xfrm>
            <a:off x="0" y="4824984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1" name="Straight Connector 1270"/>
          <p:cNvCxnSpPr/>
          <p:nvPr/>
        </p:nvCxnSpPr>
        <p:spPr>
          <a:xfrm>
            <a:off x="0" y="5230368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2" name="Straight Connector 1271"/>
          <p:cNvCxnSpPr/>
          <p:nvPr/>
        </p:nvCxnSpPr>
        <p:spPr>
          <a:xfrm>
            <a:off x="-1" y="5635752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3" name="Straight Connector 1272"/>
          <p:cNvCxnSpPr/>
          <p:nvPr/>
        </p:nvCxnSpPr>
        <p:spPr>
          <a:xfrm>
            <a:off x="0" y="6041136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4" name="Straight Connector 1273"/>
          <p:cNvCxnSpPr/>
          <p:nvPr/>
        </p:nvCxnSpPr>
        <p:spPr>
          <a:xfrm>
            <a:off x="-1" y="6443472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5" name="Straight Connector 1274"/>
          <p:cNvCxnSpPr/>
          <p:nvPr/>
        </p:nvCxnSpPr>
        <p:spPr>
          <a:xfrm>
            <a:off x="1" y="6848856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6" name="Straight Connector 1275"/>
          <p:cNvCxnSpPr/>
          <p:nvPr/>
        </p:nvCxnSpPr>
        <p:spPr>
          <a:xfrm>
            <a:off x="1" y="7254240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7029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85" name="Straight Connector 1084"/>
          <p:cNvCxnSpPr/>
          <p:nvPr/>
        </p:nvCxnSpPr>
        <p:spPr>
          <a:xfrm>
            <a:off x="0" y="371856"/>
            <a:ext cx="5330825" cy="0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89" name="Straight Connector 1088"/>
          <p:cNvCxnSpPr/>
          <p:nvPr/>
        </p:nvCxnSpPr>
        <p:spPr>
          <a:xfrm>
            <a:off x="1" y="777240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3" name="Straight Connector 1252"/>
          <p:cNvCxnSpPr/>
          <p:nvPr/>
        </p:nvCxnSpPr>
        <p:spPr>
          <a:xfrm>
            <a:off x="1" y="1182624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6" name="Straight Connector 1255"/>
          <p:cNvCxnSpPr/>
          <p:nvPr/>
        </p:nvCxnSpPr>
        <p:spPr>
          <a:xfrm>
            <a:off x="0" y="1588008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8" name="Straight Connector 1257"/>
          <p:cNvCxnSpPr/>
          <p:nvPr/>
        </p:nvCxnSpPr>
        <p:spPr>
          <a:xfrm>
            <a:off x="1" y="1993392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0" name="Straight Connector 1259"/>
          <p:cNvCxnSpPr/>
          <p:nvPr/>
        </p:nvCxnSpPr>
        <p:spPr>
          <a:xfrm>
            <a:off x="0" y="2395728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4" name="Straight Connector 1263"/>
          <p:cNvCxnSpPr/>
          <p:nvPr/>
        </p:nvCxnSpPr>
        <p:spPr>
          <a:xfrm>
            <a:off x="2" y="2801112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5" name="Straight Connector 1264"/>
          <p:cNvCxnSpPr/>
          <p:nvPr/>
        </p:nvCxnSpPr>
        <p:spPr>
          <a:xfrm>
            <a:off x="2" y="3206496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6" name="Straight Connector 1265"/>
          <p:cNvCxnSpPr/>
          <p:nvPr/>
        </p:nvCxnSpPr>
        <p:spPr>
          <a:xfrm>
            <a:off x="1" y="3611880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7" name="Straight Connector 1266"/>
          <p:cNvCxnSpPr/>
          <p:nvPr/>
        </p:nvCxnSpPr>
        <p:spPr>
          <a:xfrm>
            <a:off x="2" y="4017264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8" name="Straight Connector 1267"/>
          <p:cNvCxnSpPr/>
          <p:nvPr/>
        </p:nvCxnSpPr>
        <p:spPr>
          <a:xfrm>
            <a:off x="1" y="4419600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0" name="Straight Connector 1269"/>
          <p:cNvCxnSpPr/>
          <p:nvPr/>
        </p:nvCxnSpPr>
        <p:spPr>
          <a:xfrm>
            <a:off x="0" y="4824984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1" name="Straight Connector 1270"/>
          <p:cNvCxnSpPr/>
          <p:nvPr/>
        </p:nvCxnSpPr>
        <p:spPr>
          <a:xfrm>
            <a:off x="0" y="5230368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2" name="Straight Connector 1271"/>
          <p:cNvCxnSpPr/>
          <p:nvPr/>
        </p:nvCxnSpPr>
        <p:spPr>
          <a:xfrm>
            <a:off x="-1" y="5635752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3" name="Straight Connector 1272"/>
          <p:cNvCxnSpPr/>
          <p:nvPr/>
        </p:nvCxnSpPr>
        <p:spPr>
          <a:xfrm>
            <a:off x="0" y="6041136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4" name="Straight Connector 1273"/>
          <p:cNvCxnSpPr/>
          <p:nvPr/>
        </p:nvCxnSpPr>
        <p:spPr>
          <a:xfrm>
            <a:off x="-1" y="6443472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5" name="Straight Connector 1274"/>
          <p:cNvCxnSpPr/>
          <p:nvPr/>
        </p:nvCxnSpPr>
        <p:spPr>
          <a:xfrm>
            <a:off x="1" y="6848856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6" name="Straight Connector 1275"/>
          <p:cNvCxnSpPr/>
          <p:nvPr/>
        </p:nvCxnSpPr>
        <p:spPr>
          <a:xfrm>
            <a:off x="1" y="7254240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6556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85" name="Straight Connector 1084"/>
          <p:cNvCxnSpPr/>
          <p:nvPr/>
        </p:nvCxnSpPr>
        <p:spPr>
          <a:xfrm>
            <a:off x="0" y="371856"/>
            <a:ext cx="5330825" cy="0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89" name="Straight Connector 1088"/>
          <p:cNvCxnSpPr/>
          <p:nvPr/>
        </p:nvCxnSpPr>
        <p:spPr>
          <a:xfrm>
            <a:off x="1" y="777240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3" name="Straight Connector 1252"/>
          <p:cNvCxnSpPr/>
          <p:nvPr/>
        </p:nvCxnSpPr>
        <p:spPr>
          <a:xfrm>
            <a:off x="1" y="1182624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6" name="Straight Connector 1255"/>
          <p:cNvCxnSpPr/>
          <p:nvPr/>
        </p:nvCxnSpPr>
        <p:spPr>
          <a:xfrm>
            <a:off x="0" y="1588008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8" name="Straight Connector 1257"/>
          <p:cNvCxnSpPr/>
          <p:nvPr/>
        </p:nvCxnSpPr>
        <p:spPr>
          <a:xfrm>
            <a:off x="1" y="1993392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0" name="Straight Connector 1259"/>
          <p:cNvCxnSpPr/>
          <p:nvPr/>
        </p:nvCxnSpPr>
        <p:spPr>
          <a:xfrm>
            <a:off x="0" y="2395728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4" name="Straight Connector 1263"/>
          <p:cNvCxnSpPr/>
          <p:nvPr/>
        </p:nvCxnSpPr>
        <p:spPr>
          <a:xfrm>
            <a:off x="2" y="2801112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5" name="Straight Connector 1264"/>
          <p:cNvCxnSpPr/>
          <p:nvPr/>
        </p:nvCxnSpPr>
        <p:spPr>
          <a:xfrm>
            <a:off x="2" y="3206496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6" name="Straight Connector 1265"/>
          <p:cNvCxnSpPr/>
          <p:nvPr/>
        </p:nvCxnSpPr>
        <p:spPr>
          <a:xfrm>
            <a:off x="1" y="3611880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7" name="Straight Connector 1266"/>
          <p:cNvCxnSpPr/>
          <p:nvPr/>
        </p:nvCxnSpPr>
        <p:spPr>
          <a:xfrm>
            <a:off x="2" y="4017264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8" name="Straight Connector 1267"/>
          <p:cNvCxnSpPr/>
          <p:nvPr/>
        </p:nvCxnSpPr>
        <p:spPr>
          <a:xfrm>
            <a:off x="1" y="4419600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0" name="Straight Connector 1269"/>
          <p:cNvCxnSpPr/>
          <p:nvPr/>
        </p:nvCxnSpPr>
        <p:spPr>
          <a:xfrm>
            <a:off x="0" y="4824984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1" name="Straight Connector 1270"/>
          <p:cNvCxnSpPr/>
          <p:nvPr/>
        </p:nvCxnSpPr>
        <p:spPr>
          <a:xfrm>
            <a:off x="0" y="5230368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2" name="Straight Connector 1271"/>
          <p:cNvCxnSpPr/>
          <p:nvPr/>
        </p:nvCxnSpPr>
        <p:spPr>
          <a:xfrm>
            <a:off x="-1" y="5635752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3" name="Straight Connector 1272"/>
          <p:cNvCxnSpPr/>
          <p:nvPr/>
        </p:nvCxnSpPr>
        <p:spPr>
          <a:xfrm>
            <a:off x="0" y="6041136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4" name="Straight Connector 1273"/>
          <p:cNvCxnSpPr/>
          <p:nvPr/>
        </p:nvCxnSpPr>
        <p:spPr>
          <a:xfrm>
            <a:off x="-1" y="6443472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5" name="Straight Connector 1274"/>
          <p:cNvCxnSpPr/>
          <p:nvPr/>
        </p:nvCxnSpPr>
        <p:spPr>
          <a:xfrm>
            <a:off x="1" y="6848856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6" name="Straight Connector 1275"/>
          <p:cNvCxnSpPr/>
          <p:nvPr/>
        </p:nvCxnSpPr>
        <p:spPr>
          <a:xfrm>
            <a:off x="1" y="7254240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2069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85" name="Straight Connector 1084"/>
          <p:cNvCxnSpPr/>
          <p:nvPr/>
        </p:nvCxnSpPr>
        <p:spPr>
          <a:xfrm>
            <a:off x="0" y="371856"/>
            <a:ext cx="5330825" cy="0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89" name="Straight Connector 1088"/>
          <p:cNvCxnSpPr/>
          <p:nvPr/>
        </p:nvCxnSpPr>
        <p:spPr>
          <a:xfrm>
            <a:off x="1" y="777240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3" name="Straight Connector 1252"/>
          <p:cNvCxnSpPr/>
          <p:nvPr/>
        </p:nvCxnSpPr>
        <p:spPr>
          <a:xfrm>
            <a:off x="1" y="1182624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6" name="Straight Connector 1255"/>
          <p:cNvCxnSpPr/>
          <p:nvPr/>
        </p:nvCxnSpPr>
        <p:spPr>
          <a:xfrm>
            <a:off x="0" y="1588008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8" name="Straight Connector 1257"/>
          <p:cNvCxnSpPr/>
          <p:nvPr/>
        </p:nvCxnSpPr>
        <p:spPr>
          <a:xfrm>
            <a:off x="1" y="1993392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0" name="Straight Connector 1259"/>
          <p:cNvCxnSpPr/>
          <p:nvPr/>
        </p:nvCxnSpPr>
        <p:spPr>
          <a:xfrm>
            <a:off x="0" y="2395728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4" name="Straight Connector 1263"/>
          <p:cNvCxnSpPr/>
          <p:nvPr/>
        </p:nvCxnSpPr>
        <p:spPr>
          <a:xfrm>
            <a:off x="2" y="2801112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5" name="Straight Connector 1264"/>
          <p:cNvCxnSpPr/>
          <p:nvPr/>
        </p:nvCxnSpPr>
        <p:spPr>
          <a:xfrm>
            <a:off x="2" y="3206496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6" name="Straight Connector 1265"/>
          <p:cNvCxnSpPr/>
          <p:nvPr/>
        </p:nvCxnSpPr>
        <p:spPr>
          <a:xfrm>
            <a:off x="1" y="3611880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7" name="Straight Connector 1266"/>
          <p:cNvCxnSpPr/>
          <p:nvPr/>
        </p:nvCxnSpPr>
        <p:spPr>
          <a:xfrm>
            <a:off x="2" y="4017264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8" name="Straight Connector 1267"/>
          <p:cNvCxnSpPr/>
          <p:nvPr/>
        </p:nvCxnSpPr>
        <p:spPr>
          <a:xfrm>
            <a:off x="1" y="4419600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0" name="Straight Connector 1269"/>
          <p:cNvCxnSpPr/>
          <p:nvPr/>
        </p:nvCxnSpPr>
        <p:spPr>
          <a:xfrm>
            <a:off x="0" y="4824984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1" name="Straight Connector 1270"/>
          <p:cNvCxnSpPr/>
          <p:nvPr/>
        </p:nvCxnSpPr>
        <p:spPr>
          <a:xfrm>
            <a:off x="0" y="5230368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2" name="Straight Connector 1271"/>
          <p:cNvCxnSpPr/>
          <p:nvPr/>
        </p:nvCxnSpPr>
        <p:spPr>
          <a:xfrm>
            <a:off x="-1" y="5635752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3" name="Straight Connector 1272"/>
          <p:cNvCxnSpPr/>
          <p:nvPr/>
        </p:nvCxnSpPr>
        <p:spPr>
          <a:xfrm>
            <a:off x="0" y="6041136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4" name="Straight Connector 1273"/>
          <p:cNvCxnSpPr/>
          <p:nvPr/>
        </p:nvCxnSpPr>
        <p:spPr>
          <a:xfrm>
            <a:off x="-1" y="6443472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5" name="Straight Connector 1274"/>
          <p:cNvCxnSpPr/>
          <p:nvPr/>
        </p:nvCxnSpPr>
        <p:spPr>
          <a:xfrm>
            <a:off x="1" y="6848856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6" name="Straight Connector 1275"/>
          <p:cNvCxnSpPr/>
          <p:nvPr/>
        </p:nvCxnSpPr>
        <p:spPr>
          <a:xfrm>
            <a:off x="1" y="7254240"/>
            <a:ext cx="5330825" cy="0"/>
          </a:xfrm>
          <a:prstGeom prst="line">
            <a:avLst/>
          </a:prstGeom>
          <a:ln w="9525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6798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97</TotalTime>
  <Words>0</Words>
  <Application>Microsoft Office PowerPoint</Application>
  <PresentationFormat>Custom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mohammad nasrollahi</dc:creator>
  <cp:lastModifiedBy>mohammad nasrollahi</cp:lastModifiedBy>
  <cp:revision>13</cp:revision>
  <cp:lastPrinted>2020-02-26T14:21:57Z</cp:lastPrinted>
  <dcterms:created xsi:type="dcterms:W3CDTF">2020-02-26T14:14:39Z</dcterms:created>
  <dcterms:modified xsi:type="dcterms:W3CDTF">2020-04-20T03:31:47Z</dcterms:modified>
</cp:coreProperties>
</file>