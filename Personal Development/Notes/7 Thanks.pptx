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</p:sldIdLst>
  <p:sldSz cx="5330825" cy="7562850"/>
  <p:notesSz cx="4870450" cy="71040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657" autoAdjust="0"/>
    <p:restoredTop sz="94660"/>
  </p:normalViewPr>
  <p:slideViewPr>
    <p:cSldViewPr snapToGrid="0">
      <p:cViewPr>
        <p:scale>
          <a:sx n="200" d="100"/>
          <a:sy n="200" d="100"/>
        </p:scale>
        <p:origin x="998" y="-18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1:39.553"/>
    </inkml:context>
    <inkml:brush xml:id="br0">
      <inkml:brushProperty name="width" value="0.05292" units="cm"/>
      <inkml:brushProperty name="height" value="0.05292" units="cm"/>
      <inkml:brushProperty name="fitToCurve" value="1"/>
    </inkml:brush>
    <inkml:brush xml:id="br1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0202C66E-5343-455E-B667-89C37BB6C392}" emma:medium="tactile" emma:mode="ink">
          <msink:context xmlns:msink="http://schemas.microsoft.com/ink/2010/main" type="writingRegion" rotatedBoundingBox="14715,3436 7388,3522 7357,893 14684,807"/>
        </emma:interpretation>
      </emma:emma>
    </inkml:annotationXML>
    <inkml:traceGroup>
      <inkml:annotationXML>
        <emma:emma xmlns:emma="http://www.w3.org/2003/04/emma" version="1.0">
          <emma:interpretation id="{50B87118-DA50-4429-8687-9DFE77380356}" emma:medium="tactile" emma:mode="ink">
            <msink:context xmlns:msink="http://schemas.microsoft.com/ink/2010/main" type="paragraph" rotatedBoundingBox="14716,3431 12381,3470 12371,2873 14706,283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93C3EC2-1F98-41EC-B2E1-849C0D0BB7C0}" emma:medium="tactile" emma:mode="ink">
              <msink:context xmlns:msink="http://schemas.microsoft.com/ink/2010/main" type="line" rotatedBoundingBox="14716,3431 12381,3470 12371,2873 14706,2835"/>
            </emma:interpretation>
          </emma:emma>
        </inkml:annotationXML>
        <inkml:traceGroup>
          <inkml:annotationXML>
            <emma:emma xmlns:emma="http://www.w3.org/2003/04/emma" version="1.0">
              <emma:interpretation id="{5FAD48D8-A3C9-4F74-B3A0-4EAD10A1010B}" emma:medium="tactile" emma:mode="ink">
                <msink:context xmlns:msink="http://schemas.microsoft.com/ink/2010/main" type="inkWord" rotatedBoundingBox="14716,3431 13035,3459 13025,2862 14706,283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386 2417 129 0,'0'0'199'0,"0"0"-9"0,0 0-10 0,4-9-6 0,-4 9-10 15,0 0-15-15,5-5-8 0,-5 5-3 0,4-3-18 16,-4 3-12-16,5-1-10 0,-5 1-10 0,6-3-7 16,-6 3-9-16,7-2-6 0,-5 1-8 0,-2 1-3 15,7 0-5-15,-7 0-7 0,6 0-6 0,-6 0-1 16,7-2-6-16,-7 2-5 0,5 3 1 0,-5-3-3 15,5 0-6-15,-5 0-3 0,6 3-4 0,-4-1-6 16,-2-2-4-16,5 4-3 0,-3 0-2 0,-2-4-5 16,2 6 3-16,-2-6-4 0,2 7-5 0,-2-7 0 15,0 7 4-15,1-3-3 0,-1-4-2 0,-1 7 11 16,1-7-11-16,-2 8-3 0,2-8 4 0,-1 7-1 16,1-7-3-16,1 8-1 0,-1-8 8 0,0 6 0 15,0-6-2-15,0 0 1 0,0 7 2 0,0-7 1 16,0 0 0-16,0 6 0 0,0-6 3 0,2 4 2 0,-2-4-3 15,0 0 2-15,2 5 0 0,-2-5 2 16,0 0-2-16,0 0 3 0,3 4 3 0,-3-4-6 16,0 0 5-16,3 2-3 0,-3-2 4 0,0 0-1 15,0 0 5-15,0 0-2 0,0 0 1 0,0 0-1 0,0 0 12 16,0 0-6-16,0 0 0 0,0 0 2 0,0 0-2 16,-21-4-3-16,15 2 2 0,-1-1-1 15,-2 3-2-15,2-1 3 0,-2-1-2 0,0-1 0 16,2 2 2-16,-5-1-4 0,4-1 7 0,-2 1-6 0,3-1-2 15,-2 0 4-15,1 0-2 0,-2-1 3 0,3 2 1 16,0-2 5-16,2 0 5 0,-1-1 3 0,-1 1-7 16,2-1 9-16,-2 1 3 0,3 0 4 0,-1 2 5 15,1-2 1-15,0 0 1 0,1 0 3 0,0 0 8 16,3 4 3-16,-4-6 8 0,4 6 2 0,-3-4 1 16,3 4 0-16,-4-5 0 0,4 5-8 0,-1-3 1 15,1 3-4-15,0 0-6 0,0 0-2 0,-4-4-2 16,4 4-8-16,0 0 1 0,0 0-6 0,0 0-1 15,0 0-3-15,0 0 2 0,7 13 1 0,-2-8-4 16,-2-1-3-16,-1 1 0 0,1 2 2 0,1-1 1 16,-2 1-4-16,0 0-1 0,0 1-1 0,-1-2 0 15,-1 1-6-15,0-1 3 0,-1 1-4 0,-1-1 1 16,-2 1-3-16,1-1 2 0,-2 1 0 0,-1-1-4 16,0-1-7-16,0 0-7 0,1-1-14 0,-1-2-17 15,1 1-29-15,-1 0-31 0,2-2-40 0,4-1-46 16,-7 0-52-16,7 0-236 0,-8-5-512 0,8 5 226 15</inkml:trace>
          <inkml:trace contextRef="#ctx0" brushRef="#br0" timeOffset="234.3281">406 2257 149 0,'4'-2'302'0,"-1"-1"-13"0,0 0-20 15,0 0-24-15,-3 3-22 0,4-4-17 0,-4 4-18 16,3-3-25-16,-3 3-16 0,0 0-27 0,4-3-32 0,-4 3-40 16,0 0-44-16,0 0-54 0,0 0-51 0,0 0-53 15,0 0-202-15,-17 6-386 0,12-4 170 0</inkml:trace>
          <inkml:trace contextRef="#ctx0" brushRef="#br0" timeOffset="-1515.5498">841 2349 152 0,'0'0'171'0,"0"0"-15"0,0 0-4 0,4-15-15 0,-4 15-8 15,4-4-10-15,-4 4-6 0,5-5-3 0,-3 2-7 16,-2 3-2-16,5-4-10 0,-3 1-5 0,-2 3-3 16,6-3-9-16,-6 3-2 0,5-4-5 0,-5 4-4 15,5-4-4-15,-5 4-3 0,6-1-8 0,-6 1-3 16,5-1 0-16,-5 1-5 0,6 0 0 0,-6 0 11 15,0 0-3-15,7 2-7 0,-7-2 0 0,5 2-4 16,-5-2-3-16,5 4-5 0,-4-1 4 0,-1-3-2 16,4 6 0-16,-2-1-5 0,-2-5-1 0,2 8 0 15,-2-3-1-15,0-5 2 0,-3 12-1 0,0-6 0 16,0 2 1-16,1-2-3 0,-1 1 6 0,-2 0 2 16,1 1-2-16,-1 0 1 0,-1-1-1 0,-1-1 0 15,1 1 0-15,0-1 0 0,-4 1 0 0,2-1-1 16,1 0 5-16,2 0-2 0,-1-3 0 0,-1 0-5 15,4 0-4-15,-2 0 0 0,2 0-2 0,0-1-3 16,3-2-2-16,-5 4 6 0,5-4-7 0,-3 3-3 16,3-3 6-16,0 0-4 0,-1 6 0 0,1-6 1 15,0 0 5-15,0 0-3 0,8 6-5 0,-4-3-4 16,2-1 2-16,0-1-7 0,2 0-13 0,-1 0-19 16,2 2-24-16,3-3-30 0,0 1-35 0,0-1-41 15,-5 0-41-15,2 0-33 0,-3 0-216 0,-1 0-487 16,0-1 216-16</inkml:trace>
          <inkml:trace contextRef="#ctx0" brushRef="#br0" timeOffset="-999.9324">717 2276 83 0,'-2'3'232'0,"2"-3"-5"0,-4 6-10 0,2-3-4 16,2-3-6-16,-3 9-6 0,0-4-9 0,0 1-10 15,-1 0 0-15,0 2-1 0,1 0-12 0,-1 2-9 0,1-1-4 16,-1-1-8-16,1 4-4 0,-1 0-14 0,2-2-1 15,-1 1-11-15,0 0-9 0,0 2-15 16,2-4-7-16,0-1-10 0,0 2 1 0,3-1-22 16,-1 1-26-16,2-2-17 0,3 4-35 0,-2-1-42 0,5-1-41 15,-1-1-48-15,2 0-58 0,1-1-50 0,-1-1-240 16,2-1-541-16,-3-1 241 0</inkml:trace>
          <inkml:trace contextRef="#ctx0" brushRef="#br0" timeOffset="515.559">113 2288 125 0,'0'0'258'0,"0"0"-16"16,0 0-2-16,0 0-7 0,0 0-4 0,0 0-11 0,0 0-1 15,0 0-3-15,4 22-17 0,-2-16-17 0,-1 2-2 16,0 1-14-16,0 1-3 0,1 2-19 0,-1-2-15 16,1 4-5-16,-1-2-14 0,0 0-13 15,0-2 3-15,0 3-24 0,-1-1-16 0,0-3-36 0,1 2-41 16,-1-2-45-16,0-1-51 0,-1 2-58 0,1-4-65 15,-1 0-278-15,1-6-558 0,-3 9 246 0</inkml:trace>
          <inkml:trace contextRef="#ctx0" brushRef="#br0" timeOffset="968.6471">24 2456 106 0,'0'0'212'0,"0"0"-12"0,0 0-9 0,0 0-11 15,0 0-10-15,0 0-9 0,0 0-12 0,0 0-12 16,0 0-14-16,0 0-10 0,5 14-11 0,-5-14-8 16,0 0-8-16,1 9-6 0,-1-5-10 0,0-4-6 15,0 0-5-15,-2 9-5 0,2-9-6 0,-4 8-4 16,2-5-4-16,0 0-6 0,-2 1 0 0,1-1-6 15,1 1-3-15,-3 0-1 0,1-2-4 0,-2 0-2 16,2-1-5-16,4-1-3 0,-11 3-4 0,6-3-4 16,0 0 0-16,5 0 4 0,-10-2-3 0,4 0-2 15,2 0 1-15,-1-2 1 0,0 1-2 0,0-2 4 16,2 1-3-16,0 1 3 0,1-3 2 0,0 1 4 16,2 5 7-16,-1-13 6 0,1 5 2 0,-1-2 6 15,2 1-2-15,-1-6-1 0,3 3 3 0,0-3-4 16,0 0-2-16,0 0 1 0,0 1-5 0,0 4-2 15,-3-1-4-15,3 4 0 0,-2-1-3 0,1 1 0 16,-1 2-16-16,0 0-14 0,-1 5-23 0,1-6-15 16,-1 6-16-16,0 0-25 0,3-4-24 0,-3 4-36 15,0 0-30-15,0 0-46 0,0 0-126 0,0 0-386 16,0 0 171-16</inkml:trace>
          <inkml:trace contextRef="#ctx0" brushRef="#br0" timeOffset="1187.3817">6 2625 17 0,'0'0'246'16,"0"0"-14"-16,-4 4-4 0,4-4-14 0,0 0-12 0,-6 1-17 15,6-1-16-15,-6 0-13 0,6 0-17 16,-9-1-12-16,9 1-12 0,-10 0-12 0,4-2-17 16,-1 2-31-16,1-1-39 0,1 0-59 0,-1-1-85 0,1-1-226 15,5 3-382-15,-8-5 169 0</inkml:trace>
          <inkml:trace contextRef="#ctx0" brushRef="#br0" timeOffset="2812.2953">-220 2417 7 0,'0'0'218'0,"0"0"-14"0,0 0-14 0,0 0-13 0,0 0-10 15,0 0-8-15,0 0-4 0,0 0-5 0,0 0-9 16,0 0-9-16,0 0-10 0,0 0-10 0,0 0-5 16,10 12-7-16,-10-12-6 0,0 6-10 0,0-6-7 15,1 5-6-15,-1-5-7 0,1 6-8 0,-1-6-5 16,-2 7-6-16,2-7-2 0,-4 6-7 0,2-3-2 16,2-3-5-16,-7 6-3 0,5-3-3 0,-3 0-11 15,1 0-8-15,0 0-10 0,0-1-12 0,0 0-7 16,4-2-9-16,-8 4-4 0,4-3-11 0,4-1-8 15,-8 0 3-15,8 0-5 0,-7-3-5 0,7 3 7 16,-7-2-3-16,7 2 1 0,-5-4 8 0,3 1 3 16,2 3 5-16,-5-6 2 0,3 2 14 0,2 4 1 0,-2-8 7 15,2 8 6-15,0-8 6 0,0 8 10 0,0-7 8 16,0 7 3-16,0-7 3 0,0 7 6 0,0 0 4 16,0-8-2-16,0 8 3 0,0 0-6 15,0 0 1-15,2-8-6 0,-2 8-1 0,0 0 3 0,1-4-5 16,-1 4-2-16,0 0-3 0,0 0-1 0,0 0 1 15,0 0 0-15,0 0 1 0,0 0-2 0,0 0-4 16,0 0 1-16,0 0 1 0,0 0 2 0,-3 18-4 16,3-18 0-16,-2 7 2 0,0-2-2 0,2-5-1 15,-3 7-2-15,3-7 0 0,-1 5 1 0,-2-2 3 16,1 0-4-16,-1 1 1 0,3-4-5 0,-6 5-5 16,2-2-6-16,0-1-6 0,4-2 1 0,-9 2-4 15,5 0-5-15,-1-2-3 0,0 1-3 0,5-1 5 16,-9-1-2-16,5 1-2 0,4 0 6 0,-9-2 2 15,5 0 2-15,0 0 3 0,1-1 4 0,-1-2-3 16,0 2 4-16,4 3 3 0,-5-9 6 0,3 5 4 16,0 0 1-16,2 4 4 0,-2-10 3 0,1 6 13 0,1 4-2 15,-2-9 4-15,2 9 1 0,0-9 4 0,0 9 0 16,0-8 4-16,0 8-1 0,0 0 1 0,0-9 0 16,0 9-1-16,0 0-1 0,2-5 0 15,-2 5-4-15,0 0-3 0,0 0-1 0,0 0-4 0,0 0-1 16,0 0 2-16,0 0-2 0,0 0-2 0,0 0 0 15,0 0-1-15,0 0 0 0,0 0-4 0,0 0 1 16,0 0 3-16,0 21-3 0,0-21-1 0,-2 10-2 16,1-7 0-16,1-3 3 0,-3 8-7 0,1-4 2 15,2-4-1-15,-3 6 2 0,1-3-3 0,2-3-5 16,-4 5-1-16,4-5-3 0,-4 4-2 0,1-2-7 16,3-2-4-16,-6 2 1 0,6-2-4 0,-7 2 4 15,7-2-6-15,-7 0 0 0,3 0-2 0,4 0-6 16,-9-3 3-16,5 2-3 0,4 1 7 0,-7-6-3 15,4 4 2-15,0-1 6 0,3 3-2 0,-7-8 2 16,4 3 6-16,-1-2 0 0,3 3 0 0,-2-2 0 16,2 0 8-16,1 6 5 0,-2-11 8 0,0 3 3 15,1 0 2-15,1 0 5 0,0 0 10 0,-2 1 8 0,1 1-4 16,1-1 4-16,0 7-1 0,0-11 8 0,0 5 12 16,0 6 0-16,0-9 1 0,0 9 1 15,0-7-3-15,0 7-4 0,0 0 3 0,0 0-8 0,0-6-6 16,0 6-4-16,0 0-3 0,0 0 1 0,0 0 0 15,0 0 1-15,0 0-3 0,0 0-1 0,-2 22-2 16,2-16-1-16,0 0-5 0,-1 2 4 0,0 1-5 16,0 0-5-16,0 0 1 0,-2-1 1 0,1 0-2 15,-2 0 1-15,0-1-4 0,-1 1 1 0,2-1-2 16,-4-1 4-16,2 0-9 0,0 0 4 0,-2-2-2 16,0 0 1-16,-1 0-1 0,0-2-1 0,0 1-3 15,0 0-3-15,2-2 0 0,-2 0-3 0,2-1 0 16,1 0 0-16,5 0 1 0,-9 0 2 0,9 0-1 15,-9-2-3-15,5 0 2 0,4 2 0 0,-7-2-2 16,4 0 2-16,3 2 3 0,-4-3-2 0,4 3 1 16,-4-3 1-16,4 3-1 0,0 0 5 0,-4-4-1 15,4 4 0-15,0 0-2 0,0 0 1 0,0 0-5 16,-3-4 0-16,3 4 1 0,0 0 0 0,0 0-3 0,0 0 2 16,0 0 3-16,-1 13 0 0,1-13-2 15,-2 10 0-15,1-4 5 0,-1 2-3 0,-2-1 1 16,2 2-2-16,-1-1 1 0,-1-1 1 0,1 3-1 0,0-2 2 15,-1 1 1-15,-1-1-2 0,1 0-2 0,-1-1-5 16,0 0-8-16,1-1-11 0,0 0-11 0,-2-1-19 16,2 0-22-16,-1 1-34 0,1-3-28 0,1-2-31 15,3-1-23-15,-6 3-35 0,6-3-142 0,-6-1-399 16,6 1 177-16</inkml:trace>
          <inkml:trace contextRef="#ctx0" brushRef="#br0" timeOffset="3202.8625">-311 2282 163 0,'0'0'216'0,"0"0"-11"0,4-2-7 16,-4 2-8-16,0 0-7 0,0 0-10 0,0 0-11 15,0 0-9-15,0 0-7 0,0 0-12 0,0 0-8 16,0 0-2-16,0 0-9 0,0 0-10 0,-19 2-9 15,19-2-9-15,-9 0-11 0,4 0-9 0,5 0-10 16,-8 0-9-16,3 0-15 0,5 0-14 0,-8 0-24 16,8 0-28-16,-7 0-28 0,7 0-39 0,-5-2-29 15,5 2-28-15,-4-2-24 0,4 2-29 0,0 0-124 16,-5-5-361-16,5 5 160 0</inkml:trace>
          <inkml:trace contextRef="#ctx0" brushRef="#br0" timeOffset="3359.1291">-341 2200 25 0,'2'-6'95'0,"0"3"-16"0,-2 3-17 0,2-7-32 15,-2 7-30-15,0-8-49 0,0 8-53 0,0 0 25 16</inkml:trace>
          <inkml:trace contextRef="#ctx0" brushRef="#br0" timeOffset="3577.8492">-361 2039 84 0,'0'0'203'0,"0"0"-12"0,-13 12-6 0,10-7-4 0,-2 2-8 15,1-1-5-15,-3 5-10 0,-1 1-12 16,1 0-12-16,-2 0-10 0,-1 4-14 0,-1 1-9 0,1-3-10 16,1-2-9-16,-3 2-15 0,0 1-31 0,3-4-41 15,0-2-51-15,0 0-73 0,0 0-212 0,2-5-370 16,-2 3 165-16</inkml:trace>
        </inkml:traceGroup>
        <inkml:traceGroup>
          <inkml:annotationXML>
            <emma:emma xmlns:emma="http://www.w3.org/2003/04/emma" version="1.0">
              <emma:interpretation id="{789268E5-3F87-433B-B234-AEFA8A8F9FDB}" emma:medium="tactile" emma:mode="ink">
                <msink:context xmlns:msink="http://schemas.microsoft.com/ink/2010/main" type="inkWord" rotatedBoundingBox="12790,3083 13004,3183 12928,3347 12713,3247"/>
              </emma:interpretation>
              <emma:one-of disjunction-type="recognition" id="oneOf1">
                <emma:interpretation id="interp1" emma:lang="" emma:confidence="1">
                  <emma:literal>?</emma:literal>
                </emma:interpretation>
                <emma:interpretation id="interp2" emma:lang="" emma:confidence="0">
                  <emma:literal>7</emma:literal>
                </emma:interpretation>
                <emma:interpretation id="interp3" emma:lang="" emma:confidence="0">
                  <emma:literal>z</emma:literal>
                </emma:interpretation>
                <emma:interpretation id="interp4" emma:lang="" emma:confidence="0">
                  <emma:literal>=</emma:literal>
                </emma:interpretation>
                <emma:interpretation id="interp5" emma:lang="" emma:confidence="0">
                  <emma:literal>,</emma:literal>
                </emma:interpretation>
              </emma:one-of>
            </emma:emma>
          </inkml:annotationXML>
          <inkml:trace contextRef="#ctx0" brushRef="#br0" timeOffset="4327.785">-841 2403 51 0,'0'0'198'0,"0"0"-12"0,0 0-15 0,11 8-1 15,-11-8-6-15,2 5-5 0,-2-5-3 0,2 4-8 0,-2-4-9 16,1 8-12-16,-1-8-8 0,2 7-7 0,-2-7-10 16,-2 8-4-16,2-8-5 0,-1 7-6 0,1-7-2 15,-3 7-6-15,2-2-3 0,1-5-5 16,-3 5-4-16,3-5-14 0,-5 6 2 0,2-4-7 0,0 2-4 16,3-4-2-16,-7 3-3 0,2-2-5 0,-2 1-3 15,1-1 4-15,-3 1 3 0,3-1-13 0,-1-2-1 16,-2 1-2-16,-3-2-3 0,2 2-1 0,-1-2-2 15,1 0-6-15,-2-1-2 0,1-1-8 0,0 2-6 16,-1-1-12-16,4 0-1 0,-2-1-7 0,3 0-7 16,-3-1-5-16,3 1-11 0,1 1-17 0,-1-2-18 15,2 1-12-15,1-2-8 0,0 3-9 0,0-1-32 16,2-2-24-16,1 1-28 0,1 5-146 0,-1-8-371 16,1 8 163-16</inkml:trace>
          <inkml:trace contextRef="#ctx0" brushRef="#br0" timeOffset="4577.7627">-910 2308 186 0,'0'0'204'0,"0"0"-16"0,0 0-15 16,0 0-12-16,0 0-17 0,-19 2-7 0,12 0-10 15,1-1-11-15,0-1-6 0,-2 2-18 16,2 0-8-16,-1-2-23 0,-1 0-25 0,1 2-25 0,1-1-53 16,1 0-54-16,-1-1-186 0,6 0-306 0,-10-1 135 15</inkml:trace>
        </inkml:traceGroup>
        <inkml:traceGroup>
          <inkml:annotationXML>
            <emma:emma xmlns:emma="http://www.w3.org/2003/04/emma" version="1.0">
              <emma:interpretation id="{186E2E3D-D0EA-4DB7-8C7E-CBCB8F8AD728}" emma:medium="tactile" emma:mode="ink">
                <msink:context xmlns:msink="http://schemas.microsoft.com/ink/2010/main" type="inkWord" rotatedBoundingBox="12362,3312 12532,3146 12612,3229 12443,3395"/>
              </emma:interpretation>
              <emma:one-of disjunction-type="recognition" id="oneOf2">
                <emma:interpretation id="interp6" emma:lang="" emma:confidence="1">
                  <emma:literal>r</emma:literal>
                </emma:interpretation>
                <emma:interpretation id="interp7" emma:lang="" emma:confidence="0">
                  <emma:literal>.</emma:literal>
                </emma:interpretation>
                <emma:interpretation id="interp8" emma:lang="" emma:confidence="0">
                  <emma:literal>P</emma:literal>
                </emma:interpretation>
                <emma:interpretation id="interp9" emma:lang="" emma:confidence="0">
                  <emma:literal>p</emma:literal>
                </emma:interpretation>
                <emma:interpretation id="interp10" emma:lang="" emma:confidence="0">
                  <emma:literal>?</emma:literal>
                </emma:interpretation>
              </emma:one-of>
            </emma:emma>
          </inkml:annotationXML>
        </inkml:traceGroup>
      </inkml:traceGroup>
    </inkml:traceGroup>
    <inkml:traceGroup>
      <inkml:annotationXML>
        <emma:emma xmlns:emma="http://www.w3.org/2003/04/emma" version="1.0">
          <emma:interpretation id="{8B456407-7DBB-48D5-A4FD-69458866BF6C}" emma:medium="tactile" emma:mode="ink">
            <msink:context xmlns:msink="http://schemas.microsoft.com/ink/2010/main" type="paragraph" rotatedBoundingBox="14694,2335 7375,2421 7368,1811 14687,17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D20CC1F-1D03-4D54-81F5-79AA6506351C}" emma:medium="tactile" emma:mode="ink">
              <msink:context xmlns:msink="http://schemas.microsoft.com/ink/2010/main" type="line" rotatedBoundingBox="14694,2335 7375,2421 7368,1811 14687,1725"/>
            </emma:interpretation>
          </emma:emma>
        </inkml:annotationXML>
        <inkml:traceGroup>
          <inkml:annotationXML>
            <emma:emma xmlns:emma="http://www.w3.org/2003/04/emma" version="1.0">
              <emma:interpretation id="{3BFE8DD8-B8D5-4A81-9AFE-A486F1CEDF27}" emma:medium="tactile" emma:mode="ink">
                <msink:context xmlns:msink="http://schemas.microsoft.com/ink/2010/main" type="inkWord" rotatedBoundingBox="14693,2246 14466,2248 14462,1941 14690,1939"/>
              </emma:interpretation>
              <emma:one-of disjunction-type="recognition" id="oneOf3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-34435.1509">817 1211 162 0,'0'0'189'0,"0"0"-9"0,0 0 2 0,0 0-6 15,0 0-4-15,0 0-5 0,0 0-5 0,0 0-5 16,0 0-9-16,0 0-10 0,0 0-3 16,0 0-16-16,8 4-5 0,-8-4-9 0,0 0-17 0,0 0-6 15,0 0-10-15,10-8-5 0,-10 8 12 0,4-4-3 16,-1 3-10-16,-3 1-5 0,5-5-5 0,-5 5-5 15,6-6 1-15,-3 4-8 0,0-1-7 0,1 1-1 16,-4 2-7-16,7-4 0 0,-4 3 1 0,2-2-2 16,-5 3-1-16,5-4-1 0,-5 4-4 0,5-4 1 15,-5 4 0-15,3-1-7 0,-3 1 4 0,0 0-3 16,0 0-4-16,6 0 3 0,-6 0 0 0,0 0 0 16,0 0 4-16,3 7 4 0,-3-7-3 0,0 7 1 15,1 0-1-15,-1-7-1 0,0 13 8 0,0-6-4 16,-1 1-1-16,1 2-5 0,-2 2 7 0,2-2-5 15,-1 2 1-15,-1-3-4 0,2 2-3 0,0-2-3 16,-1 3 6-16,1-2-6 0,0-1-6 0,-1-1-6 16,2 2-23-16,-1-2-23 0,-1-1-38 0,2 2-38 15,-1-1-48-15,0-1-58 0,1 0-52 0,-1-2-207 16,0-5-528-16,0 0 234 0</inkml:trace>
          <inkml:trace contextRef="#ctx0" brushRef="#br0" timeOffset="-33825.8466">753 1124 140 0,'0'0'241'0,"0"0"-6"16,0 0-8-16,0 0-9 0,0 0-1 0,2 14-6 15,-2-14-5-15,-2 7-11 0,2-7-7 0,-5 13-5 16,3-7-18-16,-1 2-1 0,0-1 4 0,0 2-3 16,-1-1-14-16,-1 3-2 0,-1 0-2 0,3-2-5 15,-3 1-10-15,2 1-4 0,-1 1-13 0,-1-3-13 16,1 3-4-16,2-1-3 0,-1 0-21 0,0 1 0 15,0-2-10-15,3 0-15 0,-1 2-15 0,5-2-34 16,-2-2-42-16,2 2-57 0,2 0-62 0,5-1-75 16,2 3-89-16,-2-4-278 0,5 2-653 0,1-3 290 15</inkml:trace>
        </inkml:traceGroup>
        <inkml:traceGroup>
          <inkml:annotationXML>
            <emma:emma xmlns:emma="http://www.w3.org/2003/04/emma" version="1.0">
              <emma:interpretation id="{3D7A0D1C-88F7-4EFF-8E15-D25784A41A60}" emma:medium="tactile" emma:mode="ink">
                <msink:context xmlns:msink="http://schemas.microsoft.com/ink/2010/main" type="inkWord" rotatedBoundingBox="14255,2294 11522,2326 11515,1762 14248,1730"/>
              </emma:interpretation>
              <emma:one-of disjunction-type="recognition" id="oneOf4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-29779.2623">-239 1292 73 0,'0'0'209'0,"0"0"-13"0,0 0-1 0,0 0-9 15,0 0-9-15,0 0-12 0,0 0-10 16,0 0-9-16,0 0-9 0,7 13-6 0,-7-13-4 0,-1 7-6 15,1-7-13-15,0 0-8 0,0 9-10 0,0-9-9 16,-1 7-6-16,1-7-11 0,-2 7-3 0,2-7-9 16,-4 5-3-16,4-5-7 0,-4 4-3 0,2-1-1 15,2-3-6-15,-5 5 1 0,2-4-12 0,3-1-3 16,-7 4-14-16,3-4-9 0,4 0-9 0,-6 0-3 16,6 0-6-16,-8-2-8 0,8 2 0 0,-8-2 1 15,5 0 4-15,3 2-1 0,-6-5 5 0,3 2 1 16,1 0 1-16,2 3 4 0,-3-7-2 0,3 7 5 15,-3-6 0-15,3 6 2 0,-1-8 1 0,1 8 3 16,-1-8-1-16,1 8 3 0,0-7 1 0,0 7 2 16,0 0 2-16,0-7 5 0,0 7-2 0,0 0 2 15,1-7-5-15,-1 7 1 0,0 0-1 0,0 0 2 16,2-4 0-16,-2 4-4 0,0 0 3 0,0 0-3 0,0 0 0 16,0 0 1-16,0 0 3 0,0 0-1 0,0 0 0 15,5 13 1-15,-5-13 0 0,0 0-4 16,-1 8 3-16,1-8-1 0,-2 8-3 0,2-8-2 15,-3 7 2-15,1-4-3 0,-2 1-3 0,1 0-8 0,3-4-10 16,-6 5-12-16,1-3-18 0,5-2-11 0,-8 3-13 16,3-2-3-16,-1-1 2 0,6 0 5 15,-9 0-4-15,9 0 16 0,-9-4-2 0,5 3 5 0,0-2 9 16,0 1 7-16,4 2 0 0,-6-6 19 0,4 3-5 16,2 3 14-16,-5-6 8 0,2 3 10 0,1-2 10 15,2 5 3-15,-3-7 7 0,3 7 8 0,-2-7 11 16,2 7 3-16,-2-5 2 0,2 5 0 0,0 0 4 15,-1-8-4-15,1 8-2 0,0 0-2 0,-2-4 0 16,2 4-5-16,0 0-5 0,0 0 1 0,0 0-4 16,0 0-3-16,-1-8-5 0,1 8 0 0,0 0-3 15,0 0-3-15,0 0 1 0,0 0 2 0,0 0-4 16,0 0 0-16,0 0-4 0,0 0 2 0,0 0-3 16,0 0-1-16,3 20 0 0,-3-20 0 0,0 7 2 15,0-7-1-15,-3 8 1 0,1-5-5 0,2-3 3 16,-3 6 0-16,0-3-4 0,3-3 2 0,-4 6-2 15,0-3-2-15,1 0 1 0,3-3-4 0,-8 3 0 16,4-2-9-16,-1 0-11 0,5-1-2 0,-10-2-12 0,4 0-7 16,-1 1 3-16,1-1-2 0,0 1-7 0,-1-3 10 15,3 1 0-15,-2-1 9 0,2-2-3 16,1 3 12-16,-2-2-2 0,1-1 7 0,1-1 0 16,0 0 10-16,0-1 4 0,0 2 15 0,1-3 13 0,0 1 12 15,0 1 5-15,0 1 13 0,1-3 9 0,0 3 7 16,-1 0 3-16,2 6-1 0,-1-8 1 0,1 8 3 15,-2-7 0-15,2 7-6 0,0 0-7 0,0-6-4 16,0 6-1-16,0 0-5 0,0 0-7 0,0 0 6 16,0 0-9-16,0 0 1 0,0 0 0 0,2 21-6 15,-1-16-2-15,2 2 0 0,-3-2-7 0,2 1 0 16,-1 1-2-16,-1 1-1 0,0-3-4 0,0 3-1 16,-1-1 0-16,-1 0-2 0,0 0-1 0,0-2-4 15,-1 1 4-15,-1 1-4 0,-1-2-1 0,0 1-2 16,0-1-1-16,-1-1 0 0,0 0-2 0,-1-1-4 15,0 1-2-15,0-3 2 0,0 2-5 0,2-1 0 16,-1-2 1-16,1 0-3 0,5 0-3 0,-10 1 1 16,6-2 0-16,-2-1-2 0,6 2 3 0,-8 0 0 15,3-3 1-15,5 3-1 0,-8-2 0 0,5 0 2 16,3 2-5-16,-6-3 5 0,6 3 1 0,-4-2 0 16,4 2 3-16,-4-3-3 0,4 3-2 0,0 0 1 15,0 0 1-15,0 0-4 0,0 0 5 0,-6 6-3 16,6-6 1-16,0 0 1 0,0 9 0 0,0-9 3 0,0 9 3 15,0-9-4-15,1 10 3 0,1-5 1 16,-5 3-3-16,2-1 4 0,0 1-2 0,-3 1-3 16,0-3 3-16,0 2-4 0,0 0 3 0,-1 1 0 15,-3 0-4-15,1 0-1 0,0-2-5 0,2-1-6 0,-2 1-19 16,-2-2-18-16,1 1-20 0,2-2-25 0,-1 0-35 16,2-2-23-16,5-2-48 0,-8 3-33 0,5-3-185 15,3 0-452-15,0 0 199 0</inkml:trace>
          <inkml:trace contextRef="#ctx0" brushRef="#br0" timeOffset="-29326.1728">-280 1149 63 0,'0'0'235'16,"0"0"-10"-16,0 0-5 0,0 0-14 0,0 0-13 15,0 0-17-15,0 0-10 0,0 0-12 0,0 0-10 16,0 0-15-16,-20 0-13 0,20 0-7 0,-8 0-12 0,8 0-13 16,-8 1-4-16,8-1-11 0,-6 0-7 0,6 0-8 15,-6 1-8-15,6-1-14 0,0 0-15 0,-6-2-23 16,6 2-21-16,0 0-14 0,-4-4-20 16,4 4-12-16,0 0-7 0,0 0-3 0,1-7 7 0,-1 7-9 15,0 0 4-15,0 0 4 0,4-11 10 16,-2 9 5-16,-2 2 4 0,3-6 12 0,0 2 4 15,0 2 7-15,-3 2-4 0,7-7 13 0,-6 4-4 16,-1 3 5-16,5-9-12 0,-2 5-31 0,-1 0-51 0,1-1-104 16,-2 1-240-16,2-4 106 0</inkml:trace>
          <inkml:trace contextRef="#ctx0" brushRef="#br0" timeOffset="-29060.5655">-358 923 124 0,'0'0'233'16,"0"0"-9"-16,0 0-11 0,-8 12-12 0,5-6-8 15,-1 3-12-15,-2-3-14 0,1 3-14 0,-3 3-18 16,-1-1-11-16,-1 1-11 0,-2 4-12 0,2-5-9 16,-1 2-12-16,1-2-13 0,-1 2-28 0,-2 1-41 15,1-1-67-15,3-4-68 0,0 0-235 0,0-1-403 16,1 0 178-16</inkml:trace>
          <inkml:trace contextRef="#ctx0" brushRef="#br0" timeOffset="-28326.2449">-866 1275 75 0,'0'0'209'0,"0"0"-9"0,0 0 1 0,0 0-8 15,0 0-4-15,0 0-6 0,0 0-8 16,0 0-6-16,8 12-4 0,-6-9-8 0,-2-3-7 15,0 9-9-15,2-4-15 0,-1-1-7 0,-1-4-8 0,0 8-1 16,0-8-16-16,-1 9-6 0,1-9-13 16,0 9-5-16,-2-4-2 0,2-5-7 0,-3 9-3 15,2-5-10-15,-1 1-3 0,2-5-5 0,-6 7-5 16,2-4-1-16,1 0-4 0,0 0-4 0,-3 0-3 0,1-2-1 16,-2 3-1-16,0-3-6 0,-2 1-3 0,-3-1-4 15,2-1-2-15,-2 0-2 0,-1-3-2 0,1 0-10 16,-6 1-1-16,5 0-12 0,2-3-2 15,-7 1-11-15,6 0-6 0,0-1-9 0,1 0 1 0,1 0-6 16,3 1-14-16,2-1-16 0,-1-1-35 0,3-1-33 16,-1 1-34-16,2-2-38 0,1 1-183 0,2 0-440 15,-1-1 195-15</inkml:trace>
          <inkml:trace contextRef="#ctx0" brushRef="#br0" timeOffset="-28107.5094">-929 1184 168 0,'0'0'218'0,"0"0"-19"0,0 0-11 0,0 0-7 15,0 0-18-15,-19 4-15 0,12-1-16 0,0-2-16 0,0 1-14 16,-1-2-30-16,-1 1-60 0,1 0-71 0,1 0-73 15,-3-1-120-15,4 1-272 0,-2 0 121 0</inkml:trace>
          <inkml:trace contextRef="#ctx0" brushRef="#br0" timeOffset="-27326.2928">-1077 995 132 0,'4'-4'229'16,"-4"4"-11"-16,0 0-9 0,0 0-6 0,0 0-9 15,0 0-8-15,-12 19-14 0,3-9-9 0,2 0-11 0,-2 0-7 16,-2 5-11-16,-1-1-12 0,-1 1-12 0,-2-2-11 15,2 0-5-15,1 1-13 0,-2-2-10 0,4-3-16 16,-3 2-30-16,3-2-49 0,-1 0-60 0,5-4-88 16,0 1-247-16,-2-2-455 0,4-1 202 0</inkml:trace>
          <inkml:trace contextRef="#ctx0" brushRef="#br0" timeOffset="-27607.5189">-1257 1222 67 0,'0'0'255'0,"0"0"-20"16,0 0-21-16,0 0-14 0,0 0-7 0,0 0-4 15,0 0-11-15,0 0-8 0,0 0-6 0,0 0-6 0,0 0-2 16,3 22-14-16,-3-18-14 0,1 4-7 0,-1-3-9 16,0 2-10-16,2 1-12 0,-4 0-5 15,1-2-10-15,1 3-4 0,-1-1-4 0,-1 1 0 16,0-2-13-16,-1 1 0 0,1-1-4 0,-2-2-12 0,0 1-2 16,0-2-3-16,0 2-3 0,-1 0 0 15,2-3-8-15,0 0-2 0,-2-1 0 0,1 0 0 16,4-2-7-16,-8 4-3 0,4-4-2 0,4 0 0 0,-8 0-8 15,8 0 4-15,-9-3-2 0,5 2-2 0,1-3 2 16,3 4 2-16,-7-5 0 0,4 1-3 0,0 0-1 16,0 1 2-16,3 3-2 0,-4-8 0 0,3 4 3 15,1 4-9-15,-4-5 7 0,4 5-1 0,-2-5 0 16,2 5-3-16,-5-2-2 0,5 2 2 0,0 0-7 16,0 0-8-16,-8 3-6 0,8-3-13 0,-5 4-4 15,5-4-7-15,-5 5-11 0,2-1-18 0,1 0-20 16,-1 0-16-16,0 0-19 0,1 1-27 0,2-5-21 15,-4 6-27-15,2-3-13 0,2-3-159 0,-6 4-409 16,4-2 181-16</inkml:trace>
          <inkml:trace contextRef="#ctx0" brushRef="#br0" timeOffset="-26279.5182">-1538 1333 61 0,'0'0'219'15,"2"-8"-22"-15,-2 8-10 0,0 0-11 0,0 0-6 0,0 0-13 16,0 0-9-16,0 0-2 0,10 9-14 0,-7-7-8 15,-3-2-9-15,5 7-11 0,-3-4-2 0,2 0-4 16,-2 0-10-16,0 2-5 0,-2-5-8 0,2 8-6 16,-1-6-6-16,-1-2-9 0,2 8-6 0,-2-8-1 15,0 7-7-15,0-7-5 0,0 7-5 0,0-7-3 16,0 0-20-16,-2 8-13 0,2-8-17 0,-4 3-16 16,1-2-18-16,3-1-16 0,-7 2-10 0,7-2-3 15,-6 0-7-15,6 0 4 0,-6-3-4 0,6 3 8 16,-7-3-1-16,5 0 13 0,2 3 9 0,-4-7 5 15,2 2 3-15,2 5 9 0,-1-7 3 0,1-1 0 16,0 8 12-16,-2-10 3 0,4 4 23 0,-2 6 14 16,0-13 14-16,1 6 3 0,-1 0 12 0,1 2 4 15,-1 5 13-15,1-9 2 0,0 4 3 0,-1 5-2 16,1-6-2-16,-1 6-1 0,0 0-5 0,0-7-7 0,0 7 1 16,0 0-8-16,0 0 0 0,0 0 1 15,0 0-4-15,0 0-4 0,0 0 0 0,0 0-4 16,0 0-5-16,0 0 3 0,-8 12-1 0,5-8-9 0,0 0 1 15,-2 0 0-15,1 2-4 0,-4 0 0 0,2-2-7 16,-1 0 1-16,0 1-2 0,-4 0-4 0,2 0 9 16,0-1-9-16,1-2-3 0,0 1 2 15,1 0-2-15,-1-1 1 0,1 0 0 0,1-2 2 0,-2 0 0 16,3 0 2-16,5 0 2 0,-9-4-1 0,5 1 0 16,1 0 2-16,0-2 1 0,3 5 9 0,-3-9 5 15,2 4 2-15,1-2 8 0,0 7 10 0,3-14 6 16,-2 7 5-16,0-3-6 0,4-1 0 0,0-2 5 15,-2 2-9-15,2-2-1 0,1 1-1 0,-1-1-6 16,-3 6-4-16,2-2-2 0,-2 3 0 0,1 1-3 16,0 2-7-16,-3 3-16 0,2-6-20 0,-2 6-26 15,0 0-28-15,0 0-43 0,0 0-54 0,0 0-64 16,0 0-157-16,0 0-425 0,0 0 188 0</inkml:trace>
          <inkml:trace contextRef="#ctx0" brushRef="#br0" timeOffset="-25623.3044">-1825 1297 173 0,'0'0'230'16,"0"0"-11"-16,7 7-6 0,-5-5-6 0,2 0-10 0,-2 2-9 15,2 0-16-15,0-1-9 0,0 2-11 0,-2-1-8 16,4 1-8-16,-4 0-13 0,1 0-9 16,0-2-9-16,0 2-10 0,0-1-3 0,-1 1-9 0,-1 0-8 15,-1-5-6-15,1 7-4 0,-1-2-6 0,0-5-6 16,-1 8-7-16,0-3-4 0,1-5-5 0,-5 7 1 16,2-4-12-16,-1-2-1 0,1 2-7 0,-2 0-12 15,0-2-10-15,1 0-14 0,-3-1-7 0,1 3-12 16,-1-3-6-16,1 0-9 0,-1-1-6 0,2-1-10 15,-1-1-5-15,-1 0-6 0,-1 0-11 0,2-2-8 16,1 1 3-16,0 0 0 0,1-2 3 0,0 0 7 16,-1-1 5-16,3 1-2 0,0 1-1 0,1-2 14 0,1 0-2 15,0-1 14-15,0 0 1 0,1 0 3 16,1-1 13-16,0 2-2 0,0-1 9 0,1 0 0 16,1 2 5-16,-2-1 4 0,0 2 4 0,1 2 5 0,0-2 10 15,1 3 0-15,-1-1 9 0,-3 3 3 0,6-6 7 16,-3 5 3-16,-3 1 8 0,6-2 1 0,-6 2 4 15,7 3 1-15,-4-1 6 0,-3-2 0 16,4 7 5-16,-3-4 6 0,1 2 0 0,1 2 0 0,-3-1-4 16,0-6 2-16,-2 10-1 0,1-3-2 0,-2 2-3 15,3-3-1-15,-3 1-1 0,0-2 0 0,0 2-6 16,-3-2-2-16,2 0-3 0,-1 1-2 0,-1-2 0 16,1 0-5-16,-2-1-3 0,1 0 2 0,-1 0-4 15,2-1 0-15,-1-1-4 0,-1-1 0 0,1 0 4 16,-1-1-5-16,1-2 0 0,-1 1 0 0,2-1-6 15,1 0 2-15,-1 0 6 0,3-1 4 0,-2-1 8 16,1-2 7-16,0 0-1 0,2 2 6 0,1-2 0 16,0 0 8-16,0-2-4 0,0-3-1 0,1-1-2 15,2-1-1-15,-1-1-7 0,2 1 4 0,-1-2-11 16,2-2-2-16,-1 3 3 0,-1 3-6 0,0 0-3 16,0 3 1-16,-3 2-5 0,3 2-7 0,-2 1-28 15,-1 4-43-15,1-8-47 0,-1 8-63 0,0 0-62 0,0 0-185 16,0 0-460-16,0 0 204 0</inkml:trace>
          <inkml:trace contextRef="#ctx0" brushRef="#br0" timeOffset="-25185.8131">-2103 1294 177 0,'0'0'224'0,"0"0"-8"15,0 0-7-15,0 6-9 0,0-6-13 0,-2 7-4 16,2-7-14-16,-2 8-11 0,2-8-15 0,-3 7-13 16,1-4-9-16,0 3-8 0,0-2-11 0,0 1-7 15,0-1-9-15,2-4-3 0,-5 8-14 0,4-5-6 16,1-3-4-16,-5 5-5 0,2-3-7 0,3-2-4 15,-5 4-3-15,5-4-4 0,-6 1-4 0,6-1-4 16,-7-2-4-16,7 2 2 0,-6-4-2 0,6 4-6 16,-6-4-1-16,3 0-6 0,-1 0 4 0,4 4-2 15,-4-6-3-15,2 2-1 0,-1-1 3 0,3 5-3 16,-5-7-5-16,3 4 1 0,2 3-2 0,-5-7 4 0,5 7-2 16,-3-4-4-16,3 4 2 0,-3-3 2 15,3 3-8-15,0 0 3 0,-7 0 2 0,7 0-1 16,0 0 1-16,-6 6-2 0,6-6 1 0,-6 5-1 0,3-2-1 15,0 1 0-15,0 1-4 0,-2 1-3 0,1-2-13 16,0 1-13-16,1 0-20 0,0-1-18 0,-3 1-19 16,3 0-21-16,0-1-33 0,-1 0-34 15,4-4-52-15,-6 4-159 0,4-2-422 0,2-2 187 0</inkml:trace>
          <inkml:trace contextRef="#ctx0" brushRef="#br0" timeOffset="-24967.1082">-2139 1152 64 0,'0'0'333'0,"2"-5"-9"0,-2 5-14 0,1-5-16 15,-1 5-15-15,0 0-18 0,0 0-23 0,0 0-31 16,0 0-17-16,0 0-18 0,0 0-42 0,0 0-38 15,0 0-52-15,0 0-60 0,0 0-81 0,-9-1-87 16,9 1-250-16,-7 6-474 0,3-4 210 0</inkml:trace>
          <inkml:trace contextRef="#ctx0" brushRef="#br0" timeOffset="-32544.6817">374 1269 119 0,'0'0'216'0,"0"0"-3"0,0 0-10 0,0 0-6 0,10-8-9 16,-10 8-11-16,5-1-12 0,-5 1-8 0,4-3-6 16,-4 3-10-16,0 0-13 0,6-1-4 0,-6 1-16 15,5-1-2-15,-5 1-16 0,4-3-12 0,-4 3-7 16,0 0-6-16,7 0-5 0,-7 0-7 0,0 0-6 16,6 3-9-16,-6-3-1 0,5 2-6 0,-5-2-4 15,4 2-3-15,-4-2-7 0,3 2-8 0,-3-2-6 16,4 4 0-16,-4-4-7 0,3 6-7 0,-3-6-4 15,2 4-6-15,-2-4 2 0,2 6-6 0,-2-1-6 16,0-5 1-16,0 8-3 0,0-8 0 0,-2 9-8 16,2-9 2-16,-1 5 2 0,1-5 4 0,-1 8-7 15,1-8 7-15,-1 8 5 0,1-8 4 0,0 7 0 16,0-7 1-16,1 5 1 0,-1-5-1 0,4 4 5 16,-4-4 5-16,2 3-5 0,-2-3 6 0,5 3 0 15,-5-3 1-15,4 1 6 0,-4-1 1 0,4 2-3 0,-4-2 3 16,0 0 2-16,0 0-1 0,5 2 1 0,-5-2-2 15,0 0 2-15,0 0 1 0,0 0-4 16,0 0 8-16,0 0-3 0,0 0 0 0,0 0-4 16,0 0 2-16,0 0 4 0,0 0-4 0,0 0-7 0,-18-6-2 15,12 4-5-15,1 0-7 0,-2 1-14 0,-1-3 4 16,1 2-4-16,-2-1-5 0,0 0-9 0,0 0-8 16,-2 1-3-16,0-1 4 0,0-1 1 0,1 0-5 15,0 0 10-15,1 0 10 0,1 1-13 0,1-1 15 16,1 1 6-16,0-1 3 0,0 0 0 0,2 2 8 15,2-2 11-15,-1 0 9 0,3 4 4 0,-6-5 13 16,4 2 5-16,2 3 11 0,-5-7 13 0,5 7 12 16,-3-4 2-16,3 4 7 0,-3-6 1 0,3 6 0 15,-2-4 0-15,2 4-2 0,0 0-6 0,0 0-10 16,0 0 2-16,0 0-1 0,0 0-2 0,0 0 5 16,0 0-4-16,0 0-2 0,0 0 4 0,0 0 2 15,8 17-5-15,-7-12-3 0,0 0-1 0,1-1-1 16,0 2 6-16,-1 2-13 0,1-3-6 0,1 3 0 15,-3-1 2-15,1 1 1 0,-1 0-5 0,0-3-1 16,-1 2-8-16,0-1 1 0,-3 0 0 0,0-1-1 16,-2 2-4-16,-2 1-2 0,3-3-11 0,-2-1-16 15,0-1-18-15,1 0-28 0,0 0-33 0,0-1-37 16,1-1-40-16,5-1-62 0,-9 0-142 0,9 0-406 0,-6-3 179 16</inkml:trace>
          <inkml:trace contextRef="#ctx0" brushRef="#br0" timeOffset="-32294.7073">397 1127 137 0,'0'0'297'0,"4"-6"-9"15,-4 6-17-15,3-6-20 0,-3 6-11 0,4-3-31 16,-4 3-20-16,2-4-15 0,-2 4-29 0,0 0-25 16,1-4-34-16,-1 4-47 0,0 0-51 0,0 0-63 15,0 0-65-15,0 0-60 0,0 0-137 0,-12 8-365 16,7-5 163-16</inkml:trace>
          <inkml:trace contextRef="#ctx0" brushRef="#br0" timeOffset="-31982.2214">113 1164 236 0,'0'-8'256'0,"0"8"-13"0,0 0-6 0,0 0-15 16,0 0-15-16,0 0-15 0,0 0-18 0,0 0-10 16,0 0-5-16,0 0-12 0,0 0 7 0,0 0-12 15,0 0-1-15,0 0-13 0,0 0-11 0,0 23-10 16,0-16-12-16,0 2-4 0,0-1-12 0,0 2-7 16,0 2-3-16,0 1-9 0,0-1-5 0,0 1-12 15,2-2-13-15,0 1-19 0,-2-1-22 0,1 0-35 16,0 0-44-16,-1-2-48 0,0-1-65 0,2 0-50 15,-3-1-229-15,2-1-522 0,-1-6 231 0</inkml:trace>
          <inkml:trace contextRef="#ctx0" brushRef="#br0" timeOffset="-31576.0003">26 1284 147 0,'0'0'190'0,"0"0"-7"0,0 0-9 15,0 0-4-15,0 0-17 0,0 0-13 16,0 0-10-16,0 0-8 0,7 13-10 0,-7-13-11 0,0 7-4 16,0-7-12-16,0 0-6 0,0 8-6 0,0-8-5 15,-3 7-9-15,3-7-5 0,-2 6-6 0,0-3-2 16,-1 1-8-16,3-4 0 0,-7 6-7 0,2-3-1 15,0-1-7-15,1 2 0 0,-2-2 1 0,2-1-10 16,-1 0-6-16,5-1 1 0,-10 0-5 0,5 0-2 16,-2-1-1-16,1 0 2 0,-1 0-2 0,7 1-1 15,-7-5 5-15,3 2-4 0,1-1 0 0,1-1 1 16,-1-2 2-16,1 2-4 0,0 1 5 0,1-5 8 16,1 2-2-16,0-5 12 0,1 3-1 0,2-4 5 15,-1-3 1-15,2 1 1 0,-1-4-1 0,-1 7 1 16,1-2-4-16,-1 5 1 0,0 0-4 0,-1 0 1 15,1 3-3-15,0 0-4 0,-1 1-8 0,-1 5-19 16,3-5-19-16,-3 5-21 0,0 0-31 0,0 0-34 16,0 0-49-16,0 0-59 0,0 0-138 0,0 0-392 15,3 19 174-15</inkml:trace>
          <inkml:trace contextRef="#ctx0" brushRef="#br0" timeOffset="-31341.6561">16 1453 233 0,'0'0'276'0,"0"0"-16"0,0 0-16 15,0 0-21-15,0 0-19 0,0 0-18 0,0 0-17 16,-17 2-19-16,9-4-14 0,-3 2-17 0,-1 0-11 15,0 0-20-15,3 0-40 0,-2 0-53 0,0-2-56 16,4 2-62-16,2-1-61 0,-1-1-162 0,2 1-373 16,4 1 165-16</inkml:trace>
        </inkml:traceGroup>
        <inkml:traceGroup>
          <inkml:annotationXML>
            <emma:emma xmlns:emma="http://www.w3.org/2003/04/emma" version="1.0">
              <emma:interpretation id="{71919A66-42FA-4D6F-B481-7F69AC21E470}" emma:medium="tactile" emma:mode="ink">
                <msink:context xmlns:msink="http://schemas.microsoft.com/ink/2010/main" type="inkWord" rotatedBoundingBox="11253,2270 9940,2285 9936,1957 11249,1941"/>
              </emma:interpretation>
              <emma:one-of disjunction-type="recognition" id="oneOf5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-23904.6836">-2549 1355 41 0,'0'0'121'0,"0"0"-20"0,0 0-1 0,0 0-10 16,0 0-5-16,0 0-7 0,-12-2-5 0,12 2-13 15,0 0 1-15,-9-4-25 0,9 4 13 0,-6-4 0 16,6 4-6-16,-6-5-10 0,4 3 1 0,2 2-4 16,-5-4 2-16,5 4-8 0,-3-5 7 0,3 5-11 0,-1-6 0 15,1 6 1-15,0 0 1 0,1-8-4 16,-1 8 4-16,2-7-2 0,-2 7 4 0,5-4 11 15,-3 0-4-15,2 3 2 0,-4 1 4 0,8-3-2 0,-5 2 12 16,-3 1 4-16,8-2 1 0,-4 2 0 16,-4 0-1-16,7 1 3 0,-7-1-1 0,6 3-2 15,-3 0-4-15,-3-3-3 0,2 8-1 0,-2-3-6 0,0-5-7 16,-4 11-10-16,1-4-33 0,0-2-46 0,-2 2-55 16,0 0-213-16,-1-2-352 0,-1 1 156 0</inkml:trace>
          <inkml:trace contextRef="#ctx0" brushRef="#br0" timeOffset="-24279.6319">-2715 1153 28 0,'0'0'228'0,"0"0"-14"16,-3-3-4-16,3 3-8 0,0 0-8 0,0 0-11 16,0 0-9-16,0 0-8 0,0 0-2 0,0 0-8 15,-4 10-6-15,4-10-10 0,0 10 2 0,1-3 0 16,-1 2-9-16,0-1-6 0,0 1-5 0,2 1-10 15,-2 0-1-15,1 2-10 0,1-2-15 0,-1 2-7 16,-1 0-11-16,2 0-3 0,-2 1-6 0,2-3-20 16,-1-2-28-16,-1 2-40 0,0-1-46 0,0 0-54 15,0-1-66-15,1-1-62 0,-2 1-231 0,1-3-526 16,0-5 232-16</inkml:trace>
          <inkml:trace contextRef="#ctx0" brushRef="#br0" timeOffset="-22326.674">-2921 1341 7 0,'0'0'198'0,"0"0"-9"0,0 0-1 0,15 3-7 15,-15-3-11-15,4 2-11 0,-4-2-13 0,4 3-5 16,-4-3-4-16,3 3-11 0,-3-3-3 0,4 5-13 16,-2-3-7-16,-2-2-9 0,4 6-8 0,-3-4-6 15,-1-2-9-15,5 5-5 0,-4-1-4 0,-1-4-7 16,3 6-7-16,-1-3-1 0,-2-3-7 0,0 6-4 16,0-6-2-16,0 0-5 0,-2 8-6 0,2-8-5 15,0 0-13-15,-3 5-12 0,3-5-11 0,-6 3-11 16,6-3-7-16,-5 2-8 0,5-2-7 0,-7-2-11 15,7 2 3-15,-7-3-4 0,3 1-7 0,0 0 1 16,0-2 1-16,0 1 3 0,1-1 13 0,0 0-3 16,-2-2 10-16,4 2 6 0,-1-3 0 0,1 2 8 15,1 5-1-15,-3-13 8 0,3 7 6 0,0 6-2 0,0-9 14 16,0 9 12-16,0-11 3 0,0 11 8 0,1-8 3 16,-1 8 5-16,2-8 3 0,-2 8 6 0,0-4-6 15,0 4 0-15,0 0 0 0,0 0-3 0,0 0 3 16,0-7 2-16,0 7-1 0,0 0 0 0,0 0 1 15,0 0-4-15,0 0-2 0,0 0-1 0,0 0-3 16,0 0 0-16,0 0 1 0,0 0-5 0,-6 18-4 16,4-14 4-16,2-4-2 0,-5 5-4 0,2-1-9 15,0-1 5-15,-1 0-4 0,0-1-8 0,0 2-3 16,-1-3-4-16,0 1-10 0,0 0-2 0,1-1-11 16,-2 1-7-16,1-1-4 0,-2-1-3 0,7 0-1 15,-9-1-5-15,4-1-1 0,1 0 13 0,4 2 1 16,-8-4 1-16,4 2 5 0,1-1 0 0,-1-1 8 0,4 4 7 15,-5-8 6-15,4 4-4 0,1 4 2 0,-3-8 3 16,2 4 17-16,1 4-1 0,-1-7 14 16,1 7 9-16,-2-6 4 0,2 6-6 0,0 0 12 15,0-8-2-15,0 8-3 0,0 0 1 0,0 0-5 0,-1-5 4 16,1 5 2-16,0 0 0 0,0 0-4 0,0 0 0 16,0 0-3-16,0 0 1 0,0 0-2 0,0 0-12 15,0 0 3-15,0 0 3 0,-1 19-2 0,1-19-2 16,-2 6-4-16,2-6 4 0,-3 6-4 0,0-2 2 15,3-4-4-15,-4 5 0 0,2-2-4 0,-2 1 3 16,4-4-4-16,-7 3-1 0,3-2-4 0,4-1-1 16,-8 2-7-16,4-1-5 0,4-1 4 0,-9 1-4 15,3-2 4-15,0-1 0 0,1 0 2 0,-1-1 0 16,0 0-1-16,1 0 3 0,0-2 3 0,1 1 2 16,-1-1 0-16,1 1-5 0,0-3 2 0,1 2-3 15,1-1 4-15,-2 0-3 0,3-2 1 0,-1 0 7 16,1 0-2-16,0-1 3 0,1 0-2 0,0-1 2 0,0-2 0 15,0 3 4-15,0 0 2 0,0-1 10 0,2 3 6 16,-1-2 8-16,0 2 6 0,1 1 3 0,-1-1 1 16,-1 7 3-16,2-9-1 0,-2 9 0 0,0-6-1 15,0 6-3-15,0 0-2 0,2-5 1 0,-2 5-1 16,0 0-2-16,0 0-2 0,0 0 3 0,0 0-3 16,0 0 0-16,0 0 3 0,-2 21-4 0,0-14-2 15,1 0-1-15,0 0-2 0,-1 3-4 0,2-3 0 16,-2 1-1-16,1 0-5 0,-2 0-1 0,2 0 2 15,-1 1-3-15,-2-2 3 0,1 1-7 0,-1 0-2 16,0-1 1-16,0 0-1 0,-2 0 0 0,0 0-3 16,1-2 1-16,0 1-2 0,0-1 2 0,-1 0-3 15,0-2-7-15,1 1-2 0,1-2-8 0,-2 1-3 16,2-2-3-16,-1 2-8 0,5-3-6 0,-8 3-11 16,3-2-5-16,5-1-3 0,-10-1-4 0,10 1 5 15,-9-3 4-15,3 2 5 0,3-2 0 0,0-1 6 16,-1 2 4-16,4 2 2 0,-5-6 4 0,2 1 1 0,0 1 5 15,3 4 5-15,-2-9-1 0,0 4 7 0,2 5 7 16,-1-7 6-16,1 7 0 0,-2-7 5 16,0 2 8-16,2 5 6 0,0-5 6 0,0 5 3 15,0 0-2-15,2-10-4 0,-2 10 0 0,0-5-4 0,0 5 1 16,0 0-3-16,0 0-1 0,3-5-4 0,-3 5 1 16,0 0 4-16,0 0 3 0,0 0-4 0,0 0 3 15,0 0 0-15,0 0-4 0,0 0 1 0,0 0 1 16,-3 22-5-16,1-17-1 0,-1 0 1 0,0 1-4 15,-2 0 7-15,0 1-9 0,-2-1 0 0,1-1-1 16,-2 0 0-16,4 1 1 0,-4-3-4 0,2 3 1 16,-1-2-3-16,0 0-4 0,-1-3-3 0,1 2-2 15,1-1-6-15,-1-1 0 0,1-1-9 0,0 0-4 16,6 0 0-16,-9-2 0 0,4 1 1 0,5 1 0 16,-6-4-1-16,4 0 2 0,2 4 0 0,-4-6 0 15,3 1 1-15,1 5 4 0,-1-8-1 0,1 8 2 16,0-7 4-16,0 7 1 0,0 0 0 0,2-10 2 0,-2 10 2 15,2-4 1-15,-2 4-3 0,3-3 3 0,-3 3 2 16,0 0-1-16,6-4 0 0,-6 4 3 16,0 0 1-16,5 0 0 0,-5 0-2 0,0 0 1 15,9 5 1-15,-7-3 4 0,2 1-2 0,-2 0 3 0,1 0-3 16,0 1 5-16,0-1 4 0,0 2 5 0,-1-1 1 16,0 1 5-16,-1 1 3 0,-1-6 4 0,-2 12-4 15,0-3-4-15,-1-2-2 0,0 1 0 0,-2-1-2 16,1 1-1-16,-1-1-4 0,-3 3 5 0,-1-3-9 15,2 1-4-15,-1-2-12 0,3-1-29 16,-1 1-27-16,0-1-37 0,0-2-32 0,3 1-35 0,0-2-37 16,-2 1-142-16,3 0-379 0,2-3 168 0</inkml:trace>
          <inkml:trace contextRef="#ctx0" brushRef="#br0" timeOffset="-20904.8704">-3093 1457 95 0,'0'0'209'16,"0"0"1"-16,0 0-4 0,0 0-6 0,5 0 4 15,-5 0-15-15,0 0 1 0,0 0-10 0,0 0 0 0,0 0-20 16,0 0-6-16,0 0-14 0,0 0-13 0,0 0-15 16,0 0-7-16,0 0-13 0,0 0-15 15,-19 1-5-15,16 0-9 0,3-1-10 0,-10 0-22 0,3 1-32 16,0-2-40-16,-2 2-47 0,0-1-49 0,2 0-50 16,-4 0-246-16,1-1-469 0,2 0 209 15</inkml:trace>
          <inkml:trace contextRef="#ctx0" brushRef="#br0" timeOffset="-22107.9173">-3284 1431 158 0,'0'0'231'0,"0"0"-15"16,0 0-11-16,-16 1-15 0,16-1-19 0,-10 0-16 0,5 1-18 15,-1-1-12-15,-1 0-11 0,0 0-15 0,1 0-15 16,1 0-35-16,-3 2-36 0,1-4-40 0,2 2-47 15,-1-1-55-15,1 0-158 0,-2-1-310 0,-1 0 138 16</inkml:trace>
          <inkml:trace contextRef="#ctx0" brushRef="#br0" timeOffset="-21623.6012">-3647 1325 108 0,'0'0'235'0,"8"10"-15"0,-8-10-9 0,3 5-8 16,-3-5-13-16,1 3-8 0,-1-3-8 0,2 7-8 15,-2-7-11-15,3 5-3 0,-1-1-4 0,-2-4-15 16,2 8-6-16,-2-8-8 0,2 6-7 0,-2-6-11 0,2 6 2 16,-1-1-10-16,-1-5-6 0,0 8-4 0,0-8-2 15,1 8-9-15,-1-4-3 0,0-4-5 0,0 0-8 16,-1 11-6-16,1-11-5 0,-2 6-5 0,-1-2-6 16,1 1-1-16,2-5-1 0,-4 7-3 0,1-5-7 15,0 1-4-15,3-3 3 0,-7 6-4 0,2-4 0 16,1 1-4-16,-2 0-1 0,0-1-2 0,-2 0-5 15,1 1 3-15,0-2-5 0,-4-1 0 0,0 1-2 16,3-1-4-16,-1 0 4 0,-3-2-2 0,2-1-2 16,-1 2 1-16,0-2 0 0,1 0-3 0,-1 0 4 15,4 0-5-15,-1-1 3 0,1-1-3 0,1 2-2 16,0-2-4-16,1-1-5 0,1 3-8 0,-1-2-12 16,1-2-10-16,1 2-2 0,0-2-15 0,3 2-20 15,0 5-23-15,0-10-18 0,0 10-22 0,3-14-28 0,-2 7-32 16,3-1-21-16,-2 2-188 0,0-1-451 15,1 0 200-15</inkml:trace>
          <inkml:trace contextRef="#ctx0" brushRef="#br0" timeOffset="-21436.107">-3761 1257 227 0,'2'-3'302'0,"-2"3"-9"16,3-7-6-16,-1 4-6 0,-2 3-10 0,3-6-14 0,-3 6-25 15,2-5-20-15,-2 5-18 0,3-5-22 0,-3 5-20 16,3-2-12-16,-3 2-29 0,0 0-35 0,0 0-50 16,7 1-55-16,-7-1-69 0,5 5-78 0,-1-4-75 15,-1 2-196-15,2 1-483 0,-1-2 213 0</inkml:trace>
        </inkml:traceGroup>
        <inkml:traceGroup>
          <inkml:annotationXML>
            <emma:emma xmlns:emma="http://www.w3.org/2003/04/emma" version="1.0">
              <emma:interpretation id="{0216CF6A-F5D5-4900-8980-3B17FC06B4D1}" emma:medium="tactile" emma:mode="ink">
                <msink:context xmlns:msink="http://schemas.microsoft.com/ink/2010/main" type="inkWord" rotatedBoundingBox="9792,2392 7375,2421 7370,1954 9786,1926"/>
              </emma:interpretation>
              <emma:one-of disjunction-type="recognition" id="oneOf6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-9421.3249">-5226 1357 31 0,'0'0'174'0,"0"0"-9"0,0 0-6 16,0 0-10-16,0 0-13 0,0 0-1 0,0 0-10 16,7 0-8-16,-7 0-6 0,4 3-9 15,-4-3-4-15,4 5-6 0,-3-3-7 0,-1-2-5 0,5 5-6 16,-4-1-10-16,-1-4-7 0,2 6-4 0,-2-6-1 15,3 5-5-15,-3-5-5 0,1 3-7 0,-1-3-3 16,0 0-3-16,1 7-2 0,-1-7-5 0,0 0 2 16,0 0-5-16,-2 8-1 0,2-8-1 0,0 0-1 15,-3 6-1-15,3-6-3 0,0 0-5 0,-4 2 1 16,4-2-11-16,-5 3-4 0,5-3-3 0,0 0 1 0,-8 0-3 16,8 0-2-16,-6-2 0 0,6 2-7 15,-7-2 7-15,2-1 0 0,1 0-6 0,4 3 1 16,-7-6-4-16,4 3 5 0,0-1 4 0,-2 1-4 0,3-2 1 15,0 1 5-15,2 4 4 0,-3-9 0 0,1 4 10 16,2 5 5-16,0-9 3 0,0 9-4 0,2-10 14 16,-1 5 8-16,1 1 4 0,-1-2 4 0,1 1 2 15,-1 0 2-15,-1 5 0 0,5-10 0 0,-4 7 1 16,2-1 5-16,-3 4 4 0,3-6-3 0,-3 6-1 16,2-3-6-16,-2 3-6 0,0 0 1 0,3-5-7 15,-3 5-2-15,0 0-6 0,0 0 3 0,0 0-4 16,0 0 0-16,0 0-2 0,0 0-3 0,0 0-2 15,0 0-1-15,-12 12-4 0,9-9-2 0,-2 0-3 16,1-2-2-16,1 4-5 0,-3-2-1 0,2-1-5 16,-1 0-3-16,-2 2-3 0,1-2-3 0,0 1-6 15,-2-1-3-15,1 0-3 0,1-2-5 0,-1 3-6 0,0-2-4 16,1-1-3-16,-1 0 0 0,1 0 1 16,-1 0 6-16,0-1-1 0,0-2 1 0,0 1 11 15,-1-1-6-15,2 0 7 0,0 0 6 0,-1 1-1 0,2-2 5 16,0 1 8-16,1-1 3 0,1 2 7 0,-2-4 8 15,2 2 4-15,1 0 3 0,-2 0 12 0,4 4 9 16,-3-8 7-16,3 8 4 0,-2-8 5 0,2 8 2 16,-2-7 1-16,1 4 3 0,1 3-2 0,0 0-4 15,-3-6-2-15,3 6-2 0,0 0 2 0,-3-5-2 16,3 5-7-16,0 0-2 0,0 0-7 0,0 0-2 16,0 0-3-16,0 0 1 0,0 0-5 0,0 0-1 15,0 0 1-15,0 0 0 0,0 0-1 0,0 0-2 0,7 16 5 16,-6-12-1-16,1 1 4 0,1 1-6 15,-2-2 2-15,2 2 0 0,-2-1-7 0,-1 2 0 16,0 0 3-16,1-1-1 0,0 1-8 0,-1-7 5 16,-5 12-1-16,3-7-2 0,-2 2-1 0,-1-2-9 0,-1 1-14 15,0-2-13-15,0 4-23 0,-3-4-30 0,1 2-47 16,-3-2-63-16,5-1-48 0,-1-1-212 0,0 0-488 16,1-1 216-16</inkml:trace>
          <inkml:trace contextRef="#ctx0" brushRef="#br0" timeOffset="-19654.9884">-4016 1274 202 0,'0'0'201'0,"0"0"-7"16,0 0-5-16,0 0-10 0,0 0-13 0,0 0-11 16,0 0-13-16,0 0 0 0,0 0-9 0,0 0 0 15,0 0-9-15,11 10-6 0,-11-10-5 0,0 6-10 0,0-6-9 16,1 7-7-16,-1-7-7 0,2 7-7 0,-1-3-7 15,-1-4-6-15,0 8-9 0,0-8-2 0,-1 8-3 16,1-8-2-16,-3 8-5 0,3-4-5 0,-2 0-5 16,-1 0-1-16,0 1-3 0,-1-2-5 0,0 0-4 15,0 1-10-15,-2 0-12 0,1-1-10 0,0-1-13 16,-1 2-15-16,1-3-14 0,-1 2-19 0,0-2-5 16,0-1-8-16,0 2-8 0,0-2-1 0,6 0-6 15,-12-2-4-15,8 2 5 0,4 0 5 0,-8-2 18 16,5-2-6-16,-1 1 16 0,4 3 3 0,-5-5 15 15,2 1 6-15,1 0 3 0,2 4 5 0,-2-8 9 16,2 8 0-16,0-7 11 0,0 7 12 0,0 0 3 16,1-11 13-16,0 7-1 0,-1 4 9 0,4-5 3 15,-4 5 1-15,3-4 7 0,-3 4 7 0,4-4-3 0,-4 4 2 16,3-1 8-16,-3 1 3 0,0 0 6 16,0 0 6-16,0 0 4 0,9 5 0 0,-9-5 0 15,4 5-6-15,-2-2-3 0,-2-3 6 0,3 9-5 0,-1-4 5 16,0 1-3-16,0 0-2 0,-2-1 4 15,0 2 3-15,0 1-1 0,0-1-1 0,-2 0 1 0,1-2-4 16,-2 0-9-16,1 1 0 0,-1-1-4 0,0-1-8 16,-1 2-3-16,-2-1-1 0,-1-1-4 0,1 1-8 15,0-2-5-15,-1-2-13 0,0 3-24 0,1-2-26 16,-1 1-24-16,2-2-26 0,0 0-30 0,0 0-28 16,5-1-28-16,-8 0-47 0,3 0-132 0,5 0-396 15,-7-2 175-15</inkml:trace>
          <inkml:trace contextRef="#ctx0" brushRef="#br0" timeOffset="-19373.7361">-4016 1191 65 0,'0'0'205'0,"0"0"-8"0,0 0-16 0,0 0-10 16,0 0-13-16,0 0-13 0,0 0-15 0,-14 6-14 16,14-6-12-16,-11 4-10 0,4-2-9 0,1-1-15 15,-3 2-29-15,3 0-38 0,-3 0-55 0,3-2-33 16,-3 0-62-16,2 2-101 0,-1 0-266 0,1-1 117 15</inkml:trace>
          <inkml:trace contextRef="#ctx0" brushRef="#br0" timeOffset="-18763.4211">-4308 1372 64 0,'-1'7'155'0,"1"-7"-6"0,0 0-13 16,1 8-7-16,-1-8-22 0,3 4 1 0,-3-4-19 15,2 4-3-15,-2-4-9 0,0 0-4 0,4 5-6 16,-4-5-8-16,5 0-7 0,-5 0-6 0,4 2-9 15,-4-2 2-15,0 0-3 0,10-2-14 0,-10 2 8 16,7-4-1-16,-4 2-7 0,1-1-4 0,-1 0 4 16,0 0-2-16,0-1 3 0,-1 0-1 0,-2 4-1 15,4-7 5-15,-3 3-2 0,-1 4 5 0,0-7 5 16,0 7-7-16,0 0 2 0,-1-8-5 0,1 8 1 16,-5-5-5-16,5 5 0 0,-7-3-7 0,7 3 2 15,-7 0 2-15,2-2-3 0,5 2-3 0,-10 0-4 16,5 2 1-16,-4-2 0 0,2 0-1 0,0 2 1 15,-1-1 4-15,1-1-8 0,-1 1 2 0,1 0-1 16,-2 0-3-16,-2-1-2 0,2 1 1 0,1 0 2 16,0 0 2-16,1-1-5 0,1 0-1 0,0-1 5 15,6 1-1-15,-9-1 0 0,5-1 4 0,4 2-4 0,-5-3 14 16,5 3 8-16,-2-6 10 0,2 6 5 0,-2-8 0 16,2 1 4-16,0 7-2 0,4-12 7 0,-2 5 5 15,2 1 5-15,1-1-7 0,1-4-3 0,0-1-5 16,-1 0-2-16,1 2-3 0,-1-3-4 0,1-1-4 15,-2 2-5-15,2 0-3 0,-3 4-1 0,2 0-10 16,-2 0 3-16,0 3-18 0,-1 1-25 0,-2 4-40 16,2-7-40-16,-2 7-28 0,2-2-37 0,-2 2-40 15,0 0-159-15,0 0-402 0,0 0 179 0</inkml:trace>
          <inkml:trace contextRef="#ctx0" brushRef="#br0" timeOffset="-18389.458">-4505 1312 28 0,'4'4'233'0,"-4"-4"-5"0,3 5-2 0,-3-5-11 16,4 4-11-16,-3 0-8 0,-1-4-9 0,3 7-10 0,-1-4-10 15,0 1-15-15,-2-4-3 0,4 5-14 0,-1-1-2 16,-2-1-13-16,-1-3-1 0,3 7-7 16,-3-7-10-16,2 6-2 0,-1 1-6 0,-1-7-4 0,1 7-5 15,-1-2-4-15,0-5-13 0,0 8 19 0,0-8-25 16,-4 7-6-16,3-2-1 0,-2 0-6 0,0-2 1 16,0 1-11-16,-2 0-1 0,1 2-3 0,-2-2-1 15,0 0-10-15,-1 1 4 0,0-2-2 0,0 0-6 16,-1-1-2-16,0 1-1 0,-1 0 1 0,-1-1-3 15,-1-1-4-15,1 0 0 0,1 0 0 0,-2-2-6 16,3 0 4-16,-3-2-1 0,4 3 0 0,0-5 1 16,0 2-6-16,0 0 3 0,0-3-3 0,1 0 2 15,0-1 8-15,2 1-17 0,-1-2-5 0,1-1-4 0,1 2-8 16,-1-2-10-16,2 1-18 0,0-1-17 0,2 1-7 16,0 1-17-16,0 0-27 0,3-1-37 0,0 1-31 15,0 2-29-15,1-3-30 0,0 1-240 16,0 2-525-16,-1 0 232 0</inkml:trace>
          <inkml:trace contextRef="#ctx0" brushRef="#br0" timeOffset="-18170.7229">-4596 1215 164 0,'0'0'269'0,"0"-7"-4"0,0 7-10 0,0 0-12 16,0-8-9-16,0 8-17 0,0 0-23 0,0 0-17 15,0-7-19-15,0 7-14 0,0 0-21 0,0 0-21 16,0 0-25-16,0 0-37 0,0 0-44 0,0 0-53 16,0 0-53-16,0 0-64 0,-8 13-213 0,6-6-418 15,0 0 186-15</inkml:trace>
          <inkml:trace contextRef="#ctx0" brushRef="#br0" timeOffset="-17389.5177">-4864 1280 167 0,'0'0'187'0,"0"0"3"0,-4-4-5 0,4 4-4 0,0 0-7 15,0 0-5-15,0 0-6 0,0 0-10 16,-4-2-11-16,4 2-11 0,0 0-7 0,0 0-12 16,0 0-11-16,0 0-11 0,0 0-8 0,0 0-10 0,0 0-2 15,0 0-8-15,0 0-3 0,0 0-7 0,0 0-4 16,0 0-3-16,0 0 0 0,10 13-5 0,-8-10 0 15,1 1-2-15,1-1 0 0,-2 0-5 0,2 1-4 16,1 0-2-16,-2 0 0 0,3 0-3 0,-3 1 0 16,-1-2-2-16,1 1-3 0,0-1-2 0,-3-3-2 15,3 7 0-15,-1-4-2 0,-2-3 0 0,0 0-3 16,1 7-1-16,-1-7-2 0,0 0-16 0,-6 7-22 16,1-5-48-16,-1 0-51 0,-2 0-51 0,1-1-81 15,0 0-167-15,0-1-465 0,-1 0 206 0</inkml:trace>
          <inkml:trace contextRef="#ctx0" brushRef="#br0" timeOffset="-16405.2257">-4952 1126 59 0,'0'0'169'0,"2"-5"-8"16,-2 5-16-16,0 0-13 0,0 0-5 0,0 0-11 15,0 0-6-15,0 0-9 0,0 0-5 0,0 0-6 16,0 0 2-16,0 0-5 0,-13 6-3 0,13-6-6 0,-4 5-5 16,4-5-3-16,-5 4-5 0,1-4-1 15,4 0-4-15,-5 4 2 0,1-4-2 0,4 0-3 16,-8 1-9-16,3 0-3 0,5-1-5 0,-9 0-1 0,2-1 1 15,1 1-3-15,0-1 1 0,-1-1 0 16,1 0 1-16,0 1-8 0,0-2 5 0,1 2-3 16,-1-1-2-16,2 0-1 0,-1 0-3 0,5 2-4 0,-8-1-1 15,8 1-6-15,-6-2-1 0,6 2-7 0,-7 0-18 16,7 0-13-16,-7 2-28 0,3 0-31 0,-1-1-42 16,5-1-21-16,-7 5-18 0,3-1-46 0,-4 0-123 15,4 1-359-15,-2 0 160 0</inkml:trace>
          <inkml:trace contextRef="#ctx0" brushRef="#br0" timeOffset="-17108.3013">-4961 1331 80 0,'0'0'221'16,"0"0"-4"-16,0 0-8 0,0 0 1 0,0 0-7 0,3 17-15 16,-3-17-13-16,0 9-13 0,1-5-9 0,0 1-9 15,-1-5-6-15,-1 11-11 0,0-4-12 0,0-2-9 16,-1 3-7-16,2-1-7 0,-2 1-2 0,-1 0-10 16,1-1-9-16,-2 1-6 0,0 2-4 0,-1-2-9 15,-1 1-5-15,1-2-4 0,0 0-4 0,0-2-18 16,-1 0-17-16,0 1-30 0,0-2-51 0,1 2-56 15,1-4-59-15,-1 1-272 0,0-2-503 0,0 0 222 16</inkml:trace>
          <inkml:trace contextRef="#ctx0" brushRef="#br0" timeOffset="-16827.0464">-5094 1201 175 0,'0'0'249'0,"0"0"-20"0,0 0-4 16,5 12-14-16,-5-7-8 0,0-5-7 0,2 12-11 15,-2-3-11-15,2-1-14 0,-2 0-10 0,0 1-9 16,1 1-8-16,-1-3-14 0,0 4-13 0,0-4-6 15,0 2-13-15,2-1-5 0,-2-1-15 0,0 1-16 16,0-3-27-16,-2 2-35 0,2-7-44 0,-1 9-54 16,1-4-47-16,0-5-57 0,-2 8-208 0,2-3-456 15,0-5 203-15</inkml:trace>
          <inkml:trace contextRef="#ctx0" brushRef="#br0" timeOffset="-8499.5305">-5718 1295 223 0,'0'0'240'0,"0"0"-8"15,0 0-11-15,0 0-8 0,0 0-9 0,0 0-8 16,0 0-13-16,-2-5-11 0,2 5-13 0,0 0-9 16,0 0-15-16,0 0-8 0,0 0-18 0,0 0-7 15,0 0-15-15,0 0-4 0,0 0-9 0,0 0-5 16,0 0-6-16,0 0 0 0,0 0-5 0,12 10-7 15,-9-6-13-15,-1-2 4 0,1 0-5 0,-3-2-1 0,6 7-8 16,-3-6-3-16,0 2-1 0,-3-3-1 16,4 5-3-16,-1-1 0 0,-3-4-3 0,4 6-2 15,-3-4-2-15,-1-2 4 0,0 0-4 0,0 9-3 0,0-9-2 16,0 0-2-16,-6 7-2 0,3-4-5 0,-1-1-14 16,0 0-9-16,-2-1-15 0,0 2-24 0,-2 0-30 15,0-2-32-15,0 0-34 0,1 1-28 0,-1-2-31 16,1 0-230-16,-4 0-485 0,3 0 215 0</inkml:trace>
          <inkml:trace contextRef="#ctx0" brushRef="#br0" timeOffset="-8187.0418">-5878 1139 123 0,'0'0'220'0,"-5"4"-12"0,5-4-13 0,0 0 1 0,-4 6-4 16,4-6-2-16,0 6-14 0,0-6-8 15,0 9-8-15,0-9-9 0,-1 10-7 0,2 0-3 0,-1-3-6 16,0 1-12-16,-1 1-10 0,1-1-8 0,1 2-10 15,1-1-8-15,-2 0-7 0,0-1-8 0,0 1-12 16,0 1-1-16,1-1-12 0,0-2-21 0,0 1-23 16,0 1-26-16,0-2-34 0,0 2-41 0,-1-2-48 15,1-2-42-15,-1-5-47 0,0 11-186 0,0-11-455 16,-3 9 202-16</inkml:trace>
          <inkml:trace contextRef="#ctx0" brushRef="#br0" timeOffset="-5733.9623">-5992 1320 128 0,'0'0'197'0,"0"0"-16"0,0 0-2 0,0 0-11 16,0 0-7-16,0 0-10 0,0 0-4 16,0 0-1-16,7 15-14 0,-7-15-6 0,0 6-12 15,1-1-5-15,-1-5-3 0,-1 11 1 0,0-6-8 0,1-5-4 16,-3 13-3-16,1-6-10 0,-1 0-6 0,0 1-8 16,-1 0-3-16,-2 0-7 0,2 0-4 0,-1-2-5 15,1 2-6-15,-2-2-7 0,0 1-9 0,1 0-15 16,-2-3-22-16,2 2-26 0,-1-2-41 0,-1 0-45 15,3-2-34-15,-1-1-52 0,0 0-193 0,0-1-432 16,5 0 192-16</inkml:trace>
          <inkml:trace contextRef="#ctx0" brushRef="#br0" timeOffset="-5124.635">-6167 1316 155 0,'-1'-8'147'0,"1"8"-23"0,0 0 10 16,0 0-10-16,2-11-15 0,-2 11-6 0,2-7-7 16,0 4-6-16,-2 3-6 0,3-7-3 0,0 1-7 15,-2 1-10-15,2 2 3 0,-1-2-10 0,2 1-1 16,-4 4-8-16,3-5-2 0,-1 2-5 0,-2 3-2 16,5-4-2-16,-5 4-6 0,5-4-2 0,-5 4-1 15,0 0-1-15,6 1-1 0,-6-1-3 0,0 0-1 16,0 0 11-16,6 5-3 0,-6-5 2 0,4 3-1 0,-4-3 0 15,3 4 3-15,-3-4 2 0,3 5-4 0,-3-2 3 16,0-3-3-16,2 6-1 0,-2-6 1 0,1 6-5 16,-1-6 1-16,0 0 6 0,-2 9 1 0,2-9-4 15,-4 5 0-15,2-1 0 0,2-4-6 0,-8 7 3 16,3-2-5-16,0-3-1 0,-2 2-4 0,2-2 1 16,-2 2 0-16,2 0-3 0,-2 0-4 0,2 0-5 15,-1-1 5-15,0 0-2 0,0-1-4 0,0 2 2 16,1 0-5-16,1-1 1 0,-2 0-4 0,3 0 7 15,-1 1 0-15,-1 0-2 0,1 0 0 0,0 1 0 16,1-2-1-16,1 1 6 0,-1 1 2 0,0 1-4 16,1 2 5-16,0-2 1 0,1 0 1 0,1 0 2 15,0 1-2-15,-1 1 4 0,1 0-5 0,1 1-5 0,1 0 6 16,1-1-4-16,0 3-1 0,0-2 1 16,0-1-2-16,1-1 1 0,-1 0-3 0,0 2 1 15,-1-2-5-15,1 0-11 0,-3 1-23 0,2-5-18 0,-2 3-37 16,0-6-45-16,0 8-54 0,0-8-245 0,0 0-464 15,-2 7 206-15</inkml:trace>
          <inkml:trace contextRef="#ctx0" brushRef="#br0" timeOffset="-3281.018">-6197 1597 8 0,'0'0'99'0,"0"0"2"0,0 0-2 0,0 0-9 0,0 0-12 15,0 0-4-15,0 0 10 0,0 0-2 0,0 0-12 16,0 0 8-16,0 0-4 0,0 0 0 0,0 0-1 16,0 0-8-16,0 0 2 0,0 0 0 0,0 0-5 15,0 0-3-15,0 0-3 0,0 0 0 0,0 0 4 16,-14 5-1-16,14-5 2 0,0 0-1 0,0 0-1 15,0 0 3-15,0 0-4 0,0 0-3 0,-6-8-2 16,6 8-5-16,0 0 1 0,0-5-7 0,0 5 1 16,0 0-2-16,-4-7-7 0,4 7-6 0,-2-5-3 15,2 5 1-15,0-8-2 0,0 8-7 0,-2-7-7 16,2 7-20-16,0-11-34 0,-1 7-43 0,0-4-46 16,0 3-227-16,-1-2-389 0,0-1 172 0</inkml:trace>
          <inkml:trace contextRef="#ctx0" brushRef="#br0" timeOffset="-4718.4433">-6417 1376 257 0,'0'0'320'0,"0"0"-13"0,0 0-12 0,10-15-14 15,-10 15-29-15,3-4-15 0,-3 4-28 0,5-5-22 16,-5 5-18-16,5-2-20 0,-3-1-27 0,-2 3-52 15,0 0-74-15,0 0-103 0,0 0-125 0,0 0-187 16,0 0-454-16,0 0 202 0</inkml:trace>
        </inkml:traceGroup>
      </inkml:traceGroup>
    </inkml:traceGroup>
    <inkml:traceGroup>
      <inkml:annotationXML>
        <emma:emma xmlns:emma="http://www.w3.org/2003/04/emma" version="1.0">
          <emma:interpretation id="{797B29FD-2CE2-483E-8D82-0E2DB51B0655}" emma:medium="tactile" emma:mode="ink">
            <msink:context xmlns:msink="http://schemas.microsoft.com/ink/2010/main" type="paragraph" rotatedBoundingBox="14660,1199 13781,1176 13790,815 14669,83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6D6F2CF-FC1F-4B70-8D71-2BE0E1CC0623}" emma:medium="tactile" emma:mode="ink">
              <msink:context xmlns:msink="http://schemas.microsoft.com/ink/2010/main" type="line" rotatedBoundingBox="14660,1199 13781,1176 13790,815 14669,837"/>
            </emma:interpretation>
          </emma:emma>
        </inkml:annotationXML>
        <inkml:traceGroup>
          <inkml:annotationXML>
            <emma:emma xmlns:emma="http://www.w3.org/2003/04/emma" version="1.0">
              <emma:interpretation id="{53864B3F-9519-4D3C-BEC7-C563211E2CCB}" emma:medium="tactile" emma:mode="ink">
                <msink:context xmlns:msink="http://schemas.microsoft.com/ink/2010/main" type="inkWord" rotatedBoundingBox="14660,1199 13781,1176 13790,815 14669,837"/>
              </emma:interpretation>
              <emma:one-of disjunction-type="recognition" id="oneOf7">
                <emma:interpretation id="interp15" emma:lang="" emma:confidence="0">
                  <emma:literal>y</emma:literal>
                </emma:interpretation>
                <emma:interpretation id="interp16" emma:lang="" emma:confidence="0">
                  <emma:literal>Y</emma:literal>
                </emma:interpretation>
                <emma:interpretation id="interp17" emma:lang="" emma:confidence="0">
                  <emma:literal>"</emma:literal>
                </emma:interpretation>
                <emma:interpretation id="interp18" emma:lang="" emma:confidence="0">
                  <emma:literal>P</emma:literal>
                </emma:interpretation>
                <emma:interpretation id="interp19" emma:lang="" emma:confidence="0">
                  <emma:literal>.</emma:literal>
                </emma:interpretation>
              </emma:one-of>
            </emma:emma>
          </inkml:annotationXML>
          <inkml:trace contextRef="#ctx0" brushRef="#br1" timeOffset="-40247.2607">654 51 230 0,'0'0'239'0,"0"0"-7"16,-5 20 4-16,1-12-10 0,1-1-2 0,-3 5-1 16,0-1-1-16,-2 1 0 0,-2 5-1 0,-1 0-3 15,-1-1-14-15,0 0-12 0,-1 1-14 0,-1 1-16 16,3-2-10-16,-3 0-13 0,4-2-16 0,-2 1-11 16,4-3-12-16,1-1-25 0,0-1-32 0,1 0-33 15,1-2-49-15,1-1-48 0,1 1-63 0,0-1-74 16,3-7-69-16,-1 9-239 0,1-9-576 0,4 7 255 15</inkml:trace>
          <inkml:trace contextRef="#ctx0" brushRef="#br1" timeOffset="-40497.2455">503 91 277 0,'0'0'283'0,"0"0"-7"0,0 0-8 16,0 0-10-16,0 0-19 0,7 16-7 0,-5-12-13 0,1 0-14 15,0 4-16-15,0-2-12 0,1 1-16 16,-1 1-17-16,0-2-12 0,0 1-14 0,0-2-16 16,-1 2-14-16,0-1-18 0,0-1-33 0,0 1-29 0,-2-6-48 15,2 8-42-15,0-4-48 0,-2-4-57 0,1 6-49 16,-1-6-232-16,0 0-507 0,0 4 224 0</inkml:trace>
          <inkml:trace contextRef="#ctx0" brushRef="#br1" timeOffset="-39497.29">806 64 106 0,'-4'5'240'0,"4"-5"-9"0,0 0-12 16,0 0-6-16,0 0-13 0,-5 2-6 0,5-2-7 16,0 0-12-16,0 0-4 0,0 0-11 0,0 0-10 15,0 0-12-15,0 0-13 0,0 0-10 0,0 0-12 16,0 0-8-16,0 0-9 0,17-7-10 0,-14 6-5 16,1-1-7-16,1-1-28 0,1 0-4 0,-1 0-1 15,-1 0 0-15,0 0 1 0,1 1-1 0,-1-2-5 16,-1 1 3-16,1 0-1 0,-4 3-2 0,6-5-3 15,-4 3 1-15,-2 2-2 0,5-2 1 0,-5 2-4 16,4-3-1-16,-4 3-1 0,0 0 4 0,0 0 4 16,0 0 1-16,1 10-5 0,-1-10 4 0,0 10 2 15,-3-5 4-15,2 5-3 0,-2-2-6 0,1 0 0 16,-2 4-2-16,0 1-4 0,-1 0 1 0,1 1-1 16,-1 0 7-16,2-2-14 0,1 2 0 0,-1-1-8 15,-1-2-10-15,3-1-24 0,-2 1-32 0,1-4-41 16,2 2-57-16,0-9-71 0,0 12-89 0,0-12-177 15,4 5-539-15,-4-5 238 0</inkml:trace>
          <inkml:trace contextRef="#ctx0" brushRef="#br1" timeOffset="-41528.4209">0 37 171 0,'2'-4'191'0,"-2"4"-4"15,3-6-10-15,1 4 1 0,-2-1-10 16,3-1-13-16,-1 0-14 0,0 1-3 0,0 2-9 0,1-3-2 16,1 2-3-16,-1 0-10 0,2 1-8 0,-2 0-9 15,2 1-6-15,-3 1 12 0,-4-1-3 0,10 3 4 16,-5 1-2-16,1-2-21 0,0 3 3 0,-1 0-4 15,0 0 2-15,0 2-9 0,-1-1-1 0,-1 2-5 16,0 0-2-16,2 2-8 0,-3 1-7 16,0-3 0-16,0 2-1 0,0-1-11 0,-2 4-2 15,-2-4-3-15,0 3-15 0,-4 2-27 0,0-5-30 0,-1 0-46 16,-2 1-59-16,-1-1-61 0,1-2-54 0,0 1-225 16,1 0-522-16,0-3 231 0</inkml:trace>
          <inkml:trace contextRef="#ctx0" brushRef="#br1" timeOffset="-41856.5208">14 18 174 0,'-1'-6'223'0,"1"6"-7"0,0 0-2 0,0 0-3 16,0 0-11-16,0 0-11 0,0 0-6 0,5 19-4 15,-4-15-7-15,0 3-16 0,0 0-4 0,1 2-10 16,-1 0-10-16,1 3-7 0,-2-1-9 0,0-2-9 16,1 4-9-16,-1 0-9 0,0-1-7 0,0-2-8 15,0-1-9-15,1 1-8 0,-2-1-16 0,0 0-29 16,1-1-28-16,-2-1-36 0,2 0-46 0,-1 1-58 15,1-4-51-15,0-4-56 0,-1 9-174 0,1-9-472 16,-1 6 209-16</inkml:trace>
          <inkml:trace contextRef="#ctx0" brushRef="#br1" timeOffset="-40762.8549">333 73 78 0,'-8'0'209'16,"8"0"-6"-16,-7 2-10 0,7-2-4 0,-9 1-8 15,3 2-10-15,2-1-10 0,-1 2-12 0,-1-1-9 16,1 2-7-16,0 0-5 0,0 0-11 0,-1 1-8 16,2-1-12-16,-1-1-10 0,0 2-6 0,0 2-8 15,2-3-5-15,-1 2-9 0,1 0-7 0,0-2-2 16,1 1-8-16,-1 0-3 0,1-2-6 0,1 2-3 0,1-6-1 15,0 9-5-15,2-5-1 0,-2-4-1 16,1 7-2-16,-1-7-3 0,8 4-6 0,-7-4 4 16,-1 0 1-16,9 2-6 0,-9-2 0 0,10-5-6 15,-4 4 7-15,-1-1-5 0,0-3 4 0,-1 3-6 0,1-3 0 16,0 0 1-16,1 0 9 0,-2-2-12 16,-1 3 8-16,2-2-9 0,-1-1 4 0,-2 0-1 15,2 1 0-15,0 1 4 0,-1-2 18 0,-1 1 3 0,1 2 5 16,-1-1-4-16,-2 5 1 0,1-7 7 0,-1 7-3 15,2-5 2-15,-2 5-7 0,2-4 2 0,-2 4 4 16,0 0-12-16,0 0-1 0,0 0-1 0,0 0-4 16,0 0 3-16,0 0-5 0,0 0-1 0,-2 21-4 15,0-15-1-15,1 0 3 0,0 2-1 0,-1-1-5 16,2 1 3-16,1-1-2 0,-1 2-5 0,2-1-11 16,-1-1-19-16,1 1-27 0,0-2-29 0,0 1-37 15,3-1-54-15,0-1-52 0,1-2-61 0,-1 0-173 16,3 0-496-16,0-2 220 0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1:47.272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8A7E52B2-B771-4951-A22E-7C55AD2CED66}" emma:medium="tactile" emma:mode="ink">
          <msink:context xmlns:msink="http://schemas.microsoft.com/ink/2010/main" type="inkDrawing"/>
        </emma:interpretation>
      </emma:emma>
    </inkml:annotationXML>
    <inkml:trace contextRef="#ctx0" brushRef="#br0">169 0 4 0,'0'0'193'0,"0"0"-18"16,0 0 0-16,0 0-8 0,8 15-11 0,-7-12-4 16,2 3-8-16,-3 2-7 0,0-1-8 0,2 1-3 15,-2 0-6-15,1 0-5 0,-2 1-11 0,1 0-8 16,-2 1-9-16,1-2-2 0,-1 1-12 0,1-1-5 0,-1-1-6 15,-1 1-4-15,0-2-6 0,1 2-3 0,0-1-9 16,-1-3-1-16,0 1-5 0,0-1-1 16,1 0-5-16,-1-1-4 0,0 1-4 0,3-4 4 0,-7 5-5 15,3-5-1-15,4 0-5 0,-8 2 1 0,5-2-1 16,3 0-2-16,-8-2-5 0,4 0 3 0,0-1-2 16,4 3-5-16,-6-7 3 0,2 5 0 0,1-2-5 15,0 0 3-15,0 0 0 0,0-2-1 0,1 2 1 16,2 4-1-16,-3-8-2 0,0 4 2 0,3 4-5 15,-5-5 3-15,3 2 2 0,2 3-6 0,0 0 3 16,-7-3 1-16,7 3-1 0,-5-1 2 0,5 1-4 16,0 0 5-16,-9 4-1 0,5-2-1 0,2 0 0 0,-2 2 0 15,-2 0-1-15,3-1-9 0,-2 1-10 0,1 1-13 16,0-1-14-16,0 0-17 0,1 0-26 0,-1 0-28 16,0 0-20-16,2-1-30 0,2-3-201 0,-4 4-399 15,4-4 176-15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1:47.61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08730633-64AB-41D6-A2F7-6EA618F40233}" emma:medium="tactile" emma:mode="ink">
          <msink:context xmlns:msink="http://schemas.microsoft.com/ink/2010/main" type="inkDrawing"/>
        </emma:interpretation>
      </emma:emma>
    </inkml:annotationXML>
    <inkml:trace contextRef="#ctx0" brushRef="#br0">202 0 218 0,'0'0'209'0,"0"0"-9"0,0 0-5 15,0 0-5-15,-10 19-9 0,5-13-14 0,0 1-9 16,-4 4-7-16,1-1-11 0,-5 5-5 0,2-2-16 15,-2-1-6-15,2-2-16 0,-2 3-5 0,0-1-11 16,2-3-5-16,3 0-13 0,-3 0-14 0,3 1-25 16,-2-3-37-16,1 3-46 0,-1-4-50 0,4 0-56 15,1 0-221-15,-2-1-417 0,1-1 184 0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2:23.92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1135366A-6581-4797-A1F2-6063157C3709}" emma:medium="tactile" emma:mode="ink">
          <msink:context xmlns:msink="http://schemas.microsoft.com/ink/2010/main" type="inkDrawing"/>
        </emma:interpretation>
      </emma:emma>
    </inkml:annotationXML>
    <inkml:trace contextRef="#ctx0" brushRef="#br0">646 0 135 0,'0'0'220'0,"0"0"-5"0,0 0-13 15,0 0-13-15,0 0-16 0,0 0-9 0,0 0-10 16,0 0-6-16,0 0-12 0,0 0 1 0,0 0-3 16,0 0-10-16,0 0-6 0,0 0-8 0,0 17-3 0,0-17-3 15,-1 10-16-15,2-3 0 0,-1-2-10 16,0-5-2-16,0 13-12 0,-1-6-4 0,1 1-5 16,0 0-6-16,0 0-4 0,-1 0-4 0,1 1-3 0,-2-2-6 15,2 1-3-15,-1 0 0 0,-1-2-4 16,1 1 2-16,-2-1-7 0,3 0-1 0,-3 0-1 15,2-1 2-15,0-1-8 0,1-4 2 0,-4 6-3 0,1-1-4 16,3-5 2-16,-3 6-11 0,-1-3-2 0,1-2-4 16,3-1-9-16,-9 3-9 0,6-3-2 0,3 0-4 15,-10 0-4-15,10 0 1 0,-8-2-5 0,2 2-7 16,1-1-5-16,-1-2 4 0,1 2-2 0,0-1 4 16,1-1 5-16,4 3-3 0,-6-6 4 0,3 4 5 15,3 2 2-15,-5-7 2 0,5 7 6 0,-3-3 1 16,3 3 4-16,-2-6 4 0,2 6 3 0,-2-6 5 15,2 6 4-15,0-6 6 0,0 6 2 0,0 0 2 16,0 0 0-16,0-9 2 0,0 9 0 0,0 0 1 16,0 0-1-16,3-5-2 0,-3 5 1 0,0 0 0 15,0 0-4-15,0 0 3 0,0 0-1 0,0 0-1 16,0 0 2-16,0 0-1 0,0 0 0 0,0 0-2 0,4 14 2 16,-4-14 1-16,0 0-6 0,-3 11 3 0,3-11 0 15,-3 7-1-15,2-3 0 0,-1 1 2 0,0-2-4 16,2-3 5-16,-6 6-4 0,4-3-3 0,-1 0-2 15,3-3-1-15,-7 4-1 0,5-2-5 0,2-2-7 16,-7 2-1-16,3-1-6 0,4-1-2 0,-7 2 0 16,7-2-10-16,-7 0 3 0,7 0 1 0,-6 0-2 15,6 0 8-15,-6-4 5 0,6 4-3 0,-5-4 9 16,5 4-3-16,-4-4 5 0,4 4 10 0,-3-6 2 16,3 6 5-16,-2-7 5 0,2 7 5 0,0-7 3 15,0 7 4-15,0-6-1 0,0 6 2 0,0 0 1 16,-2-9 4-16,2 9-2 0,0 0-2 0,0 0-5 15,0 0-2-15,0 0 2 0,0 0-4 0,2-8-3 0,-2 8-2 16,0 0 4-16,0 0-2 0,0 0-2 0,0 0 0 16,0 0-4-16,0 0 4 0,0 0-2 15,-6 17-3-15,6-17 3 0,-2 8 1 0,1-3-4 0,1-5 1 16,-5 6 1-16,3-1-2 0,0-2 2 0,2-3 0 16,-5 8-9-16,4-4 9 0,-4-1-3 0,1 0-7 15,1-1-7-15,-3-1-3 0,-1 2-6 0,1-1-3 16,0-1 0-16,1-1-12 0,-2 1-4 0,1-1-7 15,6 0-1-15,-10-1-3 0,6-1 1 0,4 2 4 16,-8-3 7-16,5 1 1 0,3 2 1 0,-6-4 9 16,3 0 1-16,3 4 2 0,-3-5 10 0,3 5 3 15,-1-7 9-15,1 7 3 0,-1-7 12 0,1 7 5 16,-1-7 7-16,1 7 4 0,0-7 4 0,0 7 3 0,0 0 2 16,0-10 5-16,0 10-1 0,0 0 4 15,0-7 4-15,0 7-7 0,0 0 4 0,0 0-3 16,1-6-5-16,-1 6 4 0,0 0-4 0,0 0-8 0,0 0-2 15,0 0-1-15,0 0-6 0,0 0 1 0,0 0-4 16,0 0-2-16,0 0 0 0,0 0-2 0,0 0-1 16,0 0 1-16,0 0-3 0,0 0 0 0,0 0-1 15,0 0-2-15,0 0 1 0,0 0 1 0,0 0-2 16,0 0 3-16,1 18-2 0,-1-18-1 0,2 6-5 16,-2-6 4-16,0 0-4 0,-1 8 3 0,1-8-2 15,0 0 2-15,-2 4-1 0,2-4 1 0,0 0-2 16,-2 7-1-16,2-7 0 0,0 0 1 0,-5 4-1 15,5-4-4-15,-5 4-3 0,5-4-3 0,-5 5-4 16,0-5-3-16,5 0-6 0,-6 3-2 0,1 0-1 16,1-2-1-16,-2-1-10 0,-1 1 5 0,1 1-2 15,-1-1-5-15,3 0-1 0,4-1 0 0,-11 1 0 0,7-1 1 16,4 0 2-16,-8 0 6 0,8 0 1 16,-7-1 3-16,7 1 0 0,-5-1 3 0,5 1 2 15,-5-2 3-15,5 2 3 0,0 0-2 0,-7-3 3 0,7 3 2 16,-4-3-3-16,4 3 4 0,-5-3 5 0,5 3-1 15,-4-2-3-15,4 2 3 0,0 0 2 0,-6-3 5 16,6 3-3-16,-3-3 3 0,3 3-5 0,0 0 4 16,0 0 1-16,-4-4 4 0,4 4-6 0,0 0 3 15,0 0-1-15,0 0 5 0,-3-2-2 0,3 2 0 16,0 0 1-16,0 0-1 0,0 0 0 0,-3-5 1 16,3 5 0-16,0 0 0 0,0 0 0 0,0 0 0 15,0 0 1-15,0 0 2 0,-2-5-5 0,2 5 6 16,0 0 1-16,0 0-1 0,0 0 1 0,0 0-1 15,0 0 0-15,0 0 3 0,5-9-1 0,-5 9 2 16,1-3 2-16,-1 3 4 0,0 0-3 0,0 0 3 16,4-6 0-16,-4 6-4 0,0 0-1 0,0 0 4 0,2-5-5 15,-2 5 5-15,0 0-2 0,0 0 3 0,2-4-2 16,-2 4 3-16,0 0-7 0,0 0 5 0,0 0-4 16,0 0 2-16,2-5-4 0,-2 5 0 0,0 0-1 15,0 0-2-15,0 0 1 0,0 0 1 0,0 0 1 16,0 0 2-16,0 0-4 0,0 0 3 0,0 0-2 15,0 0 1-15,0 0-4 0,0 0 2 0,0 0-6 16,0 0 0-16,0 0 0 0,0 0 1 0,0 0 0 16,0 0 1-16,0 0-3 0,0 0-4 0,0 0 5 15,0 0-2-15,0 0-1 0,0 0-1 0,0 0 3 16,1 16 0-16,-1-16-2 0,0 0 0 0,0 0-2 16,0 7 4-16,0-7-1 0,0 0-2 0,0 0-3 15,0 0 3-15,-2 8-1 0,2-8-2 0,0 0 3 16,-1 5 1-16,1-5 0 0,0 0 1 0,-3 6-3 15,3-6 1-15,-3 2-3 0,3-2 5 0,-4 4-3 16,4-4-1-16,-5 4-1 0,1-2-4 0,4-2-4 0,-7 2 5 16,5 1-4-16,2-3-3 0,-8 1-2 0,2 1 0 15,2-2-3-15,4 0-2 0,-9 1-1 0,4-1-3 16,5 0 0-16,-11 0-4 0,6 1 0 0,-1-1-3 16,6 0-1-16,-9 0 2 0,4-1-5 0,5 1 2 15,-7-3 3-15,3 2 0 0,4 1 3 0,-7-4 2 16,7 4 3-16,-7-3 0 0,5 1 3 0,2 2 2 15,-5-6 4-15,5 6 4 0,-4-5 0 0,4 5 0 16,-3-7-3-16,3 7 3 0,-1-6 1 0,1 6 2 16,-1-6 3-16,1 6 0 0,0 0-2 0,1-9 6 15,-1 9 3-15,0 0 4 0,3-6-5 0,-3 6 6 16,3-3-3-16,-3 3 3 0,0 0-3 0,5-3 3 16,-5 3 5-16,4-1 4 0,-4 1-5 0,0 0 0 0,0 0 2 15,8 4 2-15,-5-1-1 0,-3-3 3 0,3 5-1 16,0-1 1-16,-2 0 1 0,-1-4 1 15,3 10 0-15,-1-6 3 0,-2 4-2 0,1-1 3 0,-1 1 1 16,-2 1-2-16,0-2-2 0,0 2 0 0,-2 0-2 16,0-3-1-16,0 3-1 0,-1-1-3 0,-1 1-1 15,1-2 1-15,-1-2-7 0,0 2-1 0,-1-2-4 16,3-1-12-16,-2 1-11 0,-1-1-23 0,2-2-23 16,-1 1-37-16,0-1-41 0,3-2-32 0,3 0-46 15,-9 0-181-15,9 0-435 0,-8-2 193 0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2:24.429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648A2944-9605-4B0A-94E4-69C09C1F98D0}" emma:medium="tactile" emma:mode="ink">
          <msink:context xmlns:msink="http://schemas.microsoft.com/ink/2010/main" type="inkDrawing"/>
        </emma:interpretation>
      </emma:emma>
    </inkml:annotationXML>
    <inkml:trace contextRef="#ctx0" brushRef="#br0">184 0 34 0,'0'0'197'0,"0"0"-10"0,0 0-3 0,0 0-12 16,0 0-5-16,-4 14 0 0,4-14-8 0,1 8 9 16,-1-8 0-16,1 9-9 0,-1-9-8 0,1 9-14 15,0-4-6-15,1 2-4 16,-1-1-3-16,2 0 0 0,0 2-11 0,-1-1-8 0,1 0-10 0,0 1-14 15,-1-1-2-15,1 1-3 0,0 1-2 0,-1 0-10 16,0 0-1-16,-1 1-7 0,0-2-2 0,-1 1-8 16,0 0-9-16,0 1 4 0,0 0-6 0,-1 2 2 15,-1-3-8-15,1 0-1 0,-1 0-3 0,0 0-6 16,0-1-1-16,-1 1 4 0,-1-2-1 0,0 2-5 16,-1-3-2-16,-1 1 1 0,1-2-2 0,-1 1 2 0,-1-1-7 15,1 0 0-15,-1-1 3 0,-4-1-11 16,2 3 5-16,2-5-2 0,-2 2-3 0,1-3 0 15,-2 1-6-15,-1-1-3 0,2-1-5 0,-1 0-2 0,0-2-6 16,2 1 1-16,-1-2-4 0,2 2 0 0,0-3-4 16,1 0-1-16,0-1-9 0,2 0 5 0,0 0-6 15,1-3-6-15,1 0-13 0,1 0-3 0,0 0-12 16,2-1-14-16,0-2-20 0,-1 4-17 0,2-1-23 16,0 1-25-16,1-1-22 0,2 1-53 0,-4 1-127 15,4 0-406-15,0 0 181 0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2:24.95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6C330369-AC9A-412D-A2D6-1B0D7609D80C}" emma:medium="tactile" emma:mode="ink">
          <msink:context xmlns:msink="http://schemas.microsoft.com/ink/2010/main" type="inkDrawing"/>
        </emma:interpretation>
      </emma:emma>
    </inkml:annotationXML>
    <inkml:trace contextRef="#ctx0" brushRef="#br0">0 28 166 0,'0'0'290'0,"0"0"-9"0,5-4-10 15,-5 4-12-15,5-3-17 0,-5 3-3 0,4-3-26 16,-4 3-14-16,5-3-15 0,-5 3-23 0,3-5-11 16,-3 5-20-16,0 0-10 0,3-3-16 0,-3 3-25 15,0 0-31-15,3-4-46 0,-3 4-53 0,0 0-53 16,0 0-66-16,0 0-63 0,0 0-197 0,2-5-467 15,-2 5 207-15</inkml:trace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2:25.30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AF896FEE-A9B1-4C3E-BC82-281C131A5C68}" emma:medium="tactile" emma:mode="ink">
          <msink:context xmlns:msink="http://schemas.microsoft.com/ink/2010/main" type="inkDrawing"/>
        </emma:interpretation>
      </emma:emma>
    </inkml:annotationXML>
    <inkml:trace contextRef="#ctx0" brushRef="#br0">235-2 151 0,'3'-3'228'0,"-3"3"-20"0,5-1-20 16,-5 1-9-16,0 0-7 0,0 0-12 15,0 0-5-15,0 0-5 0,0 0-5 0,-10 14-17 0,3-7-7 16,-3 0-12-16,1 2-6 0,-4 4-10 0,-2-2-10 15,0 2-4-15,-2 1-6 0,3 0-9 0,-2-1-12 16,1 2-2-16,1-3-16 0,1 2-26 0,0-2-30 16,2-3-52-16,1 0-54 0,0-3-57 0,-1 1-203 15,1 1-419-15,0-1 185 0</inkml:trace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2:26.34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37B2459C-7D66-441B-B270-7B70DB55A7A7}" emma:medium="tactile" emma:mode="ink">
          <msink:context xmlns:msink="http://schemas.microsoft.com/ink/2010/main" type="inkDrawing"/>
        </emma:interpretation>
      </emma:emma>
    </inkml:annotationXML>
    <inkml:trace contextRef="#ctx0" brushRef="#br0">44 55 35 0,'-6'1'122'0,"6"-1"0"0,0 0-25 0,0 0 13 15,-6 3-7-15,6-3-5 0,0 0 0 0,0 0-2 0,0 0-5 16,0 0-7-16,0 0-2 0,0 0 1 0,0 0 0 15,0 0-8-15,0 0 2 0,0 0-1 0,-6-3-6 16,6 3-3-16,0 0-2 0,0 0-2 0,0 0 3 16,-2-5-2-16,2 5-5 0,0 0-4 0,0 0 0 15,0 0-1-15,0 0 3 0,0 0-4 0,2-11-2 16,-2 11-6-16,0 0 3 0,0-6-8 0,0 6-1 16,0 0-5-16,0 0-4 0,-3-7-3 0,3 7 1 15,-3-3-4-15,3 3-2 0,0 0-6 0,-1-7 1 16,1 7-1-16,0 0-3 0,-4-4-1 0,4 4-10 15,-4-2-12-15,4 2-10 0,-2-4-24 0,2 4-35 16,-5-4-45-16,5 4-48 0,-4-3-208 0,4 3-411 0,0 0 183 16</inkml:trace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2:30.31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82F47E26-54F7-45F2-B955-E98B713E06F4}" emma:medium="tactile" emma:mode="ink">
          <msink:context xmlns:msink="http://schemas.microsoft.com/ink/2010/main" type="inkDrawing"/>
        </emma:interpretation>
      </emma:emma>
    </inkml:annotationXML>
    <inkml:trace contextRef="#ctx0" brushRef="#br0">0 0 233 0,'0'0'234'0,"0"0"-9"16,0 0-15-16,0 0-9 0,0 0-15 0,0 0-17 15,0 0-9-15,0 0-13 0,0 0-7 0,0 0-10 16,0 0-6-16,0 0 0 0,0 0-6 0,0 0-1 15,0 0-3-15,11 15-4 0,-8-9-6 0,-1 0-9 16,0 2-3-16,2 2-6 0,-2-1-8 0,1 2-7 16,-1-2-3-16,1 1-11 0,-2 2-1 0,2 0-7 15,0 0-12-15,-2-3 2 0,1 0-1 0,0 1-6 16,0-2-2-16,0 1-4 0,-1-2-9 0,2 0-9 16,-1-1-25-16,1-2-9 0,-1 1-24 0,0-1-23 15,-2-4-30-15,1 7-25 0,-1-7-30 0,4 4-42 16,-4-4-37-16,0 0-219 0,0 0-493 0,0 0 218 0</inkml:trace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2:30.659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29E6C91F-07A5-4D74-93BE-A358BDB819F3}" emma:medium="tactile" emma:mode="ink">
          <msink:context xmlns:msink="http://schemas.microsoft.com/ink/2010/main" type="inkDrawing"/>
        </emma:interpretation>
      </emma:emma>
    </inkml:annotationXML>
    <inkml:trace contextRef="#ctx0" brushRef="#br0">0 32 116 0,'0'0'157'0,"3"-8"-10"0,-2 5-4 16,-1 3-3-16,4-5-5 0,-1 1-11 0,-3 4-6 15,7-3-9-15,-3 0-6 0,0 2-1 0,-4 1-7 16,8-4-12-16,-4 3 4 0,2 0 0 0,-6 1-3 16,9 0-5-16,-5 1-2 0,-4-1 1 0,9 2 1 15,-4-2-4-15,0 0-1 0,1 3-9 0,0 1-3 16,0-1 1-16,-1 1-4 0,2 0-3 0,-2 0-7 15,1 1 0-15,-2 1-7 0,1 0 0 0,-1 0-4 0,-1 0 0 16,-2-2-5-16,-1 1 3 0,0 3-2 0,-1-1-1 16,-1 1-2-16,-1-1 2 0,-2 0-5 0,0 2-6 15,-2-1 0-15,-2 1 3 0,0-1-6 0,0-3-7 16,0 3-22-16,1-4-18 0,-1 1-35 0,2 1-39 16,2-2-38-16,0-2-40 0,2 0-54 0,-1-1-171 15,4-1-438-15,-5 1 194 0</inkml:trace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2:31.14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3B97A5D9-D92F-45D4-9D57-A60B76921ABB}" emma:medium="tactile" emma:mode="ink">
          <msink:context xmlns:msink="http://schemas.microsoft.com/ink/2010/main" type="inkDrawing"/>
        </emma:interpretation>
      </emma:emma>
    </inkml:annotationXML>
    <inkml:trace contextRef="#ctx0" brushRef="#br0">90 0 81 0,'0'0'201'0,"0"0"-13"0,4-3-8 15,-4 3-10-15,0 0-9 0,0 0-14 16,0 0-18-16,0 0-8 0,0 0-6 0,0 0-6 0,0 0-13 16,0 0-7-16,0 0-6 0,-20 4-5 0,15-1 1 15,1-1-6-15,-2 1-7 0,0 1-8 0,0 0-5 16,0 0-5-16,0 0-4 0,0-1-2 0,1 1-7 15,1 0-4-15,0-1-2 0,0-1 0 0,1 1-8 16,0 2-1-16,3-5-1 0,-4 4-1 0,4-4-1 16,-1 5-3-16,1-5 0 0,-1 6-1 0,1-6-7 15,0 0 3-15,0 0 0 0,4 8-1 0,-1-6-1 16,-3-2-3-16,6 3-2 0,-2-2 3 0,0 0-5 16,1 1 6-16,-1-1-1 0,-4-1-3 0,9 3 2 15,-5-1 2-15,1 0 1 0,-1 0-1 0,0 0 2 16,0-1 3-16,2 1-1 0,-3 1 2 0,0 0-1 15,-3-3 1-15,5 5-1 0,-3-3 1 0,-2-2 1 0,1 8 3 16,-1-8-5-16,-2 8 5 0,2-8-2 0,-4 10 0 16,-2-6-5-16,2 1 5 0,-2 1-5 0,0-3-6 15,0 2-17-15,1-1-11 0,-1 0-25 0,1 0-24 16,-1 0-36-16,2-3-35 0,1 1-47 0,3-2-201 16,-6 1-424-16,6-1 187 0</inkml:trace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2:31.612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0581A8AD-687A-4647-B15C-4A4D1B97C038}" emma:medium="tactile" emma:mode="ink">
          <msink:context xmlns:msink="http://schemas.microsoft.com/ink/2010/main" type="inkDrawing"/>
        </emma:interpretation>
      </emma:emma>
    </inkml:annotationXML>
    <inkml:trace contextRef="#ctx0" brushRef="#br0">55 5 59 0,'0'0'205'16,"1"-6"-25"-16,-1 6 3 0,0 0-8 0,0 0-3 16,0 0-5-16,0 0-1 0,0 0-7 0,0 0-3 0,-6 18-12 15,4-14-5-15,2-4-9 0,-1 11-4 0,0-4-11 16,-2 1-7-16,0-1-3 0,0 1-6 15,1-1-4-15,-1 2-5 0,-1-1-1 0,2-1-3 0,-2 1-4 16,2-1-4-16,-1-1-8 0,-1 0-3 0,2-1-8 16,0 0-2-16,1-1-6 0,-1 1-4 0,2-5-3 15,-4 7-7-15,2-4 0 0,2-3-1 0,0 0 2 16,0 0 2-16,0 0-1 0,0 0 1 0,7 6-3 16,-7-6-9-16,6-1 0 0,1-1-3 0,0-1-2 15,1 2-2-15,0-4-10 0,1 3-9 0,2-1-11 16,-1 0-11-16,-1 0-12 0,-1 2-21 0,0-1-20 15,1-1-17-15,-2 1-22 0,-1 1-16 0,0 0-20 16,1 1-21-16,-3 0-14 0,-4 0-18 0,9-2-26 0,-9 2-190 16,5-2-452-16,-5 2 200 0</inkml:trace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2:32.03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B9F62C21-830A-4B2F-92D5-A96D175EF206}" emma:medium="tactile" emma:mode="ink">
          <msink:context xmlns:msink="http://schemas.microsoft.com/ink/2010/main" type="inkDrawing"/>
        </emma:interpretation>
      </emma:emma>
    </inkml:annotationXML>
    <inkml:trace contextRef="#ctx0" brushRef="#br0">6-3 107 0,'0'0'213'0,"5"-1"-6"16,-5 1-9-16,0 0-3 0,0 0-6 0,0 0-3 15,0 0-9-15,0 0-9 0,7 5-7 0,-7-5-3 0,2 8 5 16,-2-8-8-16,1 10 2 0,-1-5-16 15,0 2-12-15,0 1-1 0,0 0-7 0,0 1-4 16,0 2-20-16,0 1 3 0,0 0-16 0,-1 1-9 0,1-4-2 16,0 5-11-16,0-2-8 0,-2 0-6 0,1-2-6 15,-1-1-18-15,1 3-28 0,-1-3-13 0,1 0-37 16,-1-1-41-16,0 1-50 0,-1-3-44 0,2 0-48 16,0 0-261-16,-1-1-540 0,2-5 239 0</inkml:trace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2:33.06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DEBD1292-BCFC-4FCC-A20A-194FD1B89D6C}" emma:medium="tactile" emma:mode="ink">
          <msink:context xmlns:msink="http://schemas.microsoft.com/ink/2010/main" type="inkDrawing"/>
        </emma:interpretation>
      </emma:emma>
    </inkml:annotationXML>
    <inkml:trace contextRef="#ctx0" brushRef="#br0">74 0 196 0,'0'0'191'15,"0"0"-7"-15,0 0-13 0,0 0-14 0,0 0-12 16,0 0-13-16,0 0-7 0,0 0-10 0,0 0-5 16,0 0-5-16,0 0 0 0,0 0-5 0,0 0-1 15,0 0-4-15,0 0-6 0,0 0-6 0,2 19-5 16,-2-19-5-16,3 5-8 0,-2 0-8 0,-1-5 3 15,3 7 4-15,-1-5 3 0,-2-2-3 0,4 8-4 0,-2-4-4 16,0 2-2-16,0-3-6 0,-2-3 2 16,3 6-7-16,-2-1 1 0,-1-5-4 0,2 6-2 15,-2-6-1-15,0 4-7 0,0-4-2 0,0 0-1 0,-2 9-3 16,2-9-2-16,-5 3-1 0,1-1-3 16,-1-1-6-16,0 1-5 0,-2 1-20 0,0-2-13 15,-1 0-24-15,1 0-32 0,-3 0-36 0,2-1-46 16,0 0-47-16,0 0-244 0,-1 0-492 0,1-2 218 0</inkml:trace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2:33.42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5BFC0CE9-F02F-418C-928F-E432346AD740}" emma:medium="tactile" emma:mode="ink">
          <msink:context xmlns:msink="http://schemas.microsoft.com/ink/2010/main" type="inkDrawing"/>
        </emma:interpretation>
      </emma:emma>
    </inkml:annotationXML>
    <inkml:trace contextRef="#ctx0" brushRef="#br0">33 0 193 0,'0'0'201'0,"0"0"-2"0,0 0-9 15,0 0-9-15,0 0-9 0,0 0-11 0,0 0-8 16,0 0-4-16,0 0-6 0,0 0-2 0,0 0-8 15,0 0 0-15,0 0-6 0,0 16-4 0,-2-11-5 16,2 2-11-16,0 1 0 0,0 1-5 0,0 0-11 0,-2 0-5 16,2 3-6-16,-1 0-6 0,-1 0-12 15,1 1-3-15,0-1-8 0,1 0-3 0,-1-3-5 0,1 2-11 16,-1-2-12-16,0 0-19 0,0 0-25 0,0 0-28 16,-1 0-33-16,0-2-41 0,0 1-43 0,0-2-43 15,-1 2-54-15,0-4-159 0,0-1-459 0,0 2 203 16</inkml:trace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2:33.70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3F6A8C9B-B82A-44E3-9337-37C65729C879}" emma:medium="tactile" emma:mode="ink">
          <msink:context xmlns:msink="http://schemas.microsoft.com/ink/2010/main" type="inkDrawing"/>
        </emma:interpretation>
      </emma:emma>
    </inkml:annotationXML>
    <inkml:trace contextRef="#ctx0" brushRef="#br0">77 0 170 0,'0'0'188'0,"0"0"-6"0,0 0-4 0,0 0-6 16,0 0-1-16,0 0-6 0,4 19-1 16,-4-14-5-16,2 0-8 0,-2-5-5 0,0 12-5 15,-2-5-6-15,1 2-8 0,-1 0-11 0,-1-1-1 16,1 1-15-16,-1 3-7 0,0-4-13 0,-1-1-2 0,0 2-11 16,-1 1-3-16,0-2-10 0,2 0-1 0,-1-3-15 15,0 2-18-15,1-4-19 0,-2 2-19 16,2-1-29-16,0 0-37 0,-2 0-37 0,-1 1-42 0,2-4-35 15,0 1-219-15,-1-1-450 0,5-1 199 0</inkml:trace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2:34.28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56912AFE-5B5B-4C34-B3D5-588ACF6C7FA9}" emma:medium="tactile" emma:mode="ink">
          <msink:context xmlns:msink="http://schemas.microsoft.com/ink/2010/main" type="inkDrawing"/>
        </emma:interpretation>
      </emma:emma>
    </inkml:annotationXML>
    <inkml:trace contextRef="#ctx0" brushRef="#br0">59 96 89 0,'0'0'177'0,"0"0"-6"0,-1-6-14 16,1 6-5-16,0-7-4 0,0 7-9 0,-2-7-7 15,2 7-14-15,0-11-3 0,0 11-7 0,0-9-8 0,1 4-9 16,1-1-6-16,-2 0-6 0,2 2-8 16,-2 4-4-16,2-9-5 0,0 5-5 0,-2 4-7 0,3-8-1 15,-1 4-10-15,-2 4-8 0,4-5-2 0,-4 5-3 16,4-3 0-16,-4 3-4 0,5-2 0 0,-5 2-2 16,5 0-2-16,-5 0-2 0,0 0 1 0,8 2-4 15,-8-2 3-15,5 3-3 0,-5-3-2 0,4 5 2 16,-2-1-2-16,0-1-1 0,-2-3-4 0,2 7 3 15,-1-2-1-15,-1 1-3 0,0-6 1 0,-1 9 0 16,1-9 0-16,-2 9 1 0,-1-4-1 0,1 0 0 0,-2 0-1 16,0 1-2-16,-1-3 3 0,1 3 0 15,-3-2-1-15,1 0 2 0,0 0-3 0,0-2-2 16,0 2-3-16,0-1 1 0,1 1 2 0,-1-1 5 0,2 0-2 16,0-1 0-16,1 1-1 0,3-3 1 0,-8 4 2 15,5-1 0-15,-1 0 1 0,2 0 1 0,0 2 4 16,-1 0 8-16,1-1 1 0,2-4 3 0,-3 12 2 15,3-7-3-15,-1 2 4 0,1-1 1 0,0 3 5 16,0-3-1-16,1 4-4 0,-1-1 1 0,2-1-2 16,1 1-1-16,-2-1-9 0,1 1 4 0,0 2-1 15,0-4-5-15,2 3 1 0,-2-1-3 0,0-2-14 16,0 1-12-16,0-1-19 0,-1 1-24 0,1-1-38 16,-1-1-39-16,1-3-56 0,-2-3-36 0,-1 7-189 15,1-7-446-15,-2 8 197 0</inkml:trace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2:35.09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CA0647C2-F370-4887-B238-10CB0E7CD9FC}" emma:medium="tactile" emma:mode="ink">
          <msink:context xmlns:msink="http://schemas.microsoft.com/ink/2010/main" type="inkDrawing"/>
        </emma:interpretation>
      </emma:emma>
    </inkml:annotationXML>
    <inkml:trace contextRef="#ctx0" brushRef="#br0">0 32 228 0,'-1'-6'255'0,"1"6"-13"0,0 0-16 0,0 0-9 16,0-8-17-16,0 8-17 0,0 0-17 0,0 0-16 16,0 0-16-16,0-9-12 0,0 9-17 15,4-4-9-15,-4 4-12 0,0 0-19 0,2-5-30 0,-2 5-39 16,0 0-45-16,0 0-42 0,0 0-60 0,0 0-219 15,0 0-399-15,0 0 177 0</inkml:trace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6T20:37:19.379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01180F85-3BD6-4189-9E69-0377E819507C}" emma:medium="tactile" emma:mode="ink">
          <msink:context xmlns:msink="http://schemas.microsoft.com/ink/2010/main" type="writingRegion" rotatedBoundingBox="14774,9133 1644,9192 1621,4019 14751,3960"/>
        </emma:interpretation>
      </emma:emma>
    </inkml:annotationXML>
    <inkml:traceGroup>
      <inkml:annotationXML>
        <emma:emma xmlns:emma="http://www.w3.org/2003/04/emma" version="1.0">
          <emma:interpretation id="{91C5BA87-0810-47D3-9FEF-016D1E3A6AA1}" emma:medium="tactile" emma:mode="ink">
            <msink:context xmlns:msink="http://schemas.microsoft.com/ink/2010/main" type="paragraph" rotatedBoundingBox="14658,9134 8745,9160 8742,8508 14655,848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5E6B70D-A6E3-4A7B-A71F-109EED56A2B2}" emma:medium="tactile" emma:mode="ink">
              <msink:context xmlns:msink="http://schemas.microsoft.com/ink/2010/main" type="line" rotatedBoundingBox="14658,9134 8745,9160 8742,8508 14655,8482"/>
            </emma:interpretation>
          </emma:emma>
        </inkml:annotationXML>
        <inkml:traceGroup>
          <inkml:annotationXML>
            <emma:emma xmlns:emma="http://www.w3.org/2003/04/emma" version="1.0">
              <emma:interpretation id="{791E01BC-E8F9-4B28-A215-E13B6CB19429}" emma:medium="tactile" emma:mode="ink">
                <msink:context xmlns:msink="http://schemas.microsoft.com/ink/2010/main" type="inkWord" rotatedBoundingBox="14657,8936 14367,8938 14366,8686 14656,868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 12 113 0,'0'0'234'0,"0"0"-19"0,0 0-19 16,0 0-11-16,0 0-16 0,0 0-10 0,0 0-12 16,0 0-7-16,15-5-12 0,-15 5-10 0,10-1-7 15,-5 1-7-15,1-1-9 0,0 0-1 0,-1 0-9 16,1 1-1-16,-6 0-3 0,11 0-5 0,-6 0-9 0,1-2-5 15,-6 2 1-15,10 0-3 0,-4 0-8 0,-3-1-4 16,-3 1-3-16,8 0-3 0,-8 0-3 16,7 0-7-16,-7 0-2 0,6 0 1 0,-6 0-3 15,0 0-2-15,7 0-4 0,-7 0 4 0,0 0-1 0,4 1 5 16,-4-1 5-16,0 0 1 0,0 7-1 16,0-7 1-16,0 0 3 0,-6 9 1 0,4-5 2 15,-3 3-2-15,1-2-1 0,-1 1-7 0,1 0 3 16,-2 1-7-16,0-1 6 0,-2 2-8 0,1-2-1 15,1 1-1-15,0-1-2 0,-2 2-5 0,2-1-1 0,0-1-2 16,0 0 3-16,1 0-14 0,2 0-20 0,-1-1-27 16,1-1-38-16,0 1-59 0,0-2-67 0,3-3-80 15,-2 7-232-15,0-3-563 0,2-4 249 0</inkml:trace>
          <inkml:trace contextRef="#ctx0" brushRef="#br0" timeOffset="1063.3933">-107-64 157 0,'0'0'208'0,"0"0"-3"16,0 0-6-16,0 0-8 0,0 0-4 15,0 0-7-15,-5 13-13 0,5-13-6 0,-5 8-8 0,3-5-13 16,-2 4-8-16,2-2-3 0,-1 2-13 0,-1-1-6 16,0 2-4-16,1-1-12 0,1 2-3 0,-2-2-8 15,3 2-4-15,-1 0-3 0,0 0-4 0,-2 2-9 16,1 2-3-16,2-5-5 0,0 1-6 0,0 0-1 15,-1-1-6-15,2 0-12 0,2 1 5 0,0-1-17 16,2 1-19-16,0-2-34 0,3 0-38 0,0 2-43 16,2-2-51-16,1-1-63 0,-3 0-239 0,-1-1-509 15,1 1 225-15</inkml:trace>
        </inkml:traceGroup>
        <inkml:traceGroup>
          <inkml:annotationXML>
            <emma:emma xmlns:emma="http://www.w3.org/2003/04/emma" version="1.0">
              <emma:interpretation id="{D66DAE80-ECAC-4F8D-9132-5259EE5BBAF9}" emma:medium="tactile" emma:mode="ink">
                <msink:context xmlns:msink="http://schemas.microsoft.com/ink/2010/main" type="inkWord" rotatedBoundingBox="14152,9044 12594,9051 12592,8491 14150,848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859.1457">-479 104 148 0,'0'0'213'0,"0"0"-7"16,0 0-11-16,7-10-12 0,-7 10-12 0,5-2-9 15,-5 2-13-15,0 0-8 0,3-3-9 16,-3 3-8-16,0 0-12 0,6-4-11 0,-6 4-10 16,4-3-6-16,-4 3-11 0,6-1-3 0,-6 1-8 0,5-1-7 15,-5 1-8-15,6-3-1 0,-6 3-8 0,7 0-1 16,-7 0-6-16,7 0-3 0,-7 0-5 0,6 1-2 16,-6-1-8-16,5 1-5 0,-5-1-3 0,6 2-3 15,-3-1-7-15,-3-1-4 0,3 5-2 0,-3-5-6 16,2 5-3-16,-2-5 2 0,3 5-6 0,-3-5 1 15,2 5-4-15,-2-5-1 0,0 7 0 0,0-7 2 16,1 7 0-16,-1-7 3 0,1 8-2 0,-1-8 0 16,1 7 4-16,-1-7-8 0,0 8-7 0,0-8 2 15,0 7 2-15,0-7-4 0,2 6 3 0,-2-6-8 16,2 5 1-16,-2-5-6 0,2 4-1 0,-2-4 7 16,2 4 6-16,-2-4 1 0,0 0 5 0,3 3 4 15,-3-3 2-15,0 0 3 0,0 0 6 0,2 3 4 0,-2-3 0 16,0 0 3-16,0 0 1 0,0 0 5 0,0 0 5 15,0 0-2-15,0 0 1 0,0 0-8 16,0 0 2-16,0 0 6 0,0 0-5 0,0 0 3 0,0 0-1 16,0 0-4-16,0 0 7 0,0 0-8 0,0 0 4 15,-19-5 0-15,15 5 1 0,-2-1-7 0,-1 0 7 16,0 1-1-16,2-2 3 0,-2 2-4 0,1 0 1 16,-3-1-2-16,2 0-1 0,-2-1-1 0,2 1 1 15,-1 0-1-15,1-2 5 0,0 0-2 0,-1 0 1 16,1-1-3-16,-2 2 6 0,3-3-3 0,-1 3 0 15,0-2 2-15,0 0 4 0,2 1 3 0,0-2 7 16,0 2 5-16,1 0 11 0,1 0 2 0,-1 0 7 16,4 3 3-16,-6-5 3 0,4 3 8 0,2 2 5 15,-3-6 8-15,3 6-2 0,-3-5 1 0,3 5-3 16,0 0 2-16,-3-4-2 0,3 4-3 0,0 0-3 16,0 0-5-16,0 0-5 0,0 0-2 0,-3-5-9 15,3 5-3-15,0 0-7 0,0 0 3 0,0 0-7 16,0 0 3-16,0 0-8 0,0 0-2 0,0 0-3 0,0 0-2 15,9 15 1-15,-6-10 4 0,0-2-7 16,0 1 3-16,0 2-4 0,-1 0 0 0,-1-1-5 16,2 0 4-16,-3 1 2 0,0-6-5 0,0 9 1 15,-3-3 6-15,1-2-10 0,-2 2-7 0,1-1-5 0,-1-1-12 16,-3 1-4-16,0-2-9 0,0 1-11 0,0-1-21 16,0-1-17-16,1 2-24 0,-1-3-17 15,1 1-35-15,1 0-28 0,5-2-49 0,-8-2-127 0,8 2-394 16,-6-3 174-16</inkml:trace>
          <inkml:trace contextRef="#ctx0" brushRef="#br0" timeOffset="2860.1457">-404-75 208 0,'2'-5'276'15,"1"3"-17"-15,-3 2-15 0,3-5-22 0,-3 5-24 16,3-3-20-16,-3 3-17 0,0 0-16 0,0 0-21 16,2-5-33-16,-2 5-34 0,0 0-41 0,0 0-50 15,0 0-43-15,0 0-45 0,0 0-203 0,0 0-351 16,0 0 156-16</inkml:trace>
          <inkml:trace contextRef="#ctx0" brushRef="#br0" timeOffset="2874.7666">-737-19 19 0,'0'0'251'0,"0"0"-13"0,0 0-22 0,3-4-19 0,-3 4-13 16,0 0-11-16,0 0-4 0,0 0-3 0,0 0-9 15,0 0-7-15,3 14-4 0,-3-14-5 0,1 7-11 16,0-1-3-16,-1-1-7 0,1 3-10 0,-1-1-6 16,0 1-9-16,0 0-12 0,2 0-5 0,-2 0-10 15,1 5-1-15,0-4-13 0,0 0-4 0,-1 1-10 16,1-2-25-16,0 1-14 0,0 0-25 0,-1-1-41 16,-2 2-46-16,1-2-59 0,0-4-51 0,-1 4-239 15,-2-3-498-15,1 1 221 0</inkml:trace>
          <inkml:trace contextRef="#ctx0" brushRef="#br0" timeOffset="3015.3802">-841 109 165 0,'0'0'201'0,"0"0"-14"0,0 0-12 0,0 0-8 16,0 0-10-16,11 8-10 0,-11-8-14 0,1 6-9 0,-1-6-8 15,2 8-8-15,-2-8-12 0,0 7-7 16,0-7-4-16,-2 7-6 0,2-7-9 0,-3 7-9 16,2-3-3-16,1-4-10 0,-4 6-5 0,1-3 0 0,-1 0-2 15,4-3-10-15,-7 2-3 0,4 0-5 0,-3 1-1 16,3-1-8-16,3-2-6 0,-9 0-7 15,5 0 4-15,4 0-5 0,-8 0 2 0,4-2-1 0,4 2 5 16,-7-4-4-16,4 2 1 0,3 2 0 0,-6-4 3 16,4 0 4-16,2 4 5 0,-3-8 2 0,1 3 2 15,2 5 8-15,0-12 6 0,1 5 1 0,-1-2 5 16,3 0 0-16,-1-3-4 0,2 0-7 0,0 0 8 16,2-2-3-16,-1 0-4 0,-1 0-6 0,-1 1 2 15,0 2-4-15,-1 2-5 0,1 1 0 0,-2 0 1 16,0 3-9-16,1 1-8 0,-2 4-19 0,2-7-13 15,-2 7-20-15,0 0-29 32,0 0-35-32,0 0-41 0,0 0-42 0,0 0-203 0,0 0-436 0,-3 24 193 0</inkml:trace>
          <inkml:trace contextRef="#ctx0" brushRef="#br0" timeOffset="9679.4478">-837 258 174 0,'0'0'241'0,"0"0"-14"0,-14 0-14 0,14 0-12 0,-7 1-19 15,7-1-14-15,-9-2-14 0,2-1-14 16,3 3-13-16,-3-1-13 0,7 1-22 0,-11 0-34 0,3 0-43 15,8 0-76-15,-11-2-77 0,4 1-181 0,7 1-343 16,-9-2 152-16</inkml:trace>
          <inkml:trace contextRef="#ctx0" brushRef="#br0" timeOffset="9929.4335">-1100 112 130 0,'3'-3'210'0,"-3"3"-13"0,0 0-10 16,0 0-14-16,0 0-9 0,0 0-8 15,0 0-14-15,0 0-2 0,0 0-12 0,0 0-8 16,6 9-9-16,-6-9-13 0,2 5-5 0,-2-5-8 0,0 0-10 16,-1 7-4-16,1-7-11 0,0 0-5 0,-2 8-6 15,2-8-4-15,-3 6-5 0,3-6-4 0,-4 5-8 16,2-2-6-16,2-3-14 0,-6 4-6 16,3-4-5-16,3 0-9 0,-6 3-9 0,6-3-6 0,-7 1-6 15,7-1 0-15,-7-1 0 0,7 1-8 0,-7-3 4 16,7 3-2-16,-4-2 2 0,4 2 3 0,-6-4 5 15,6 4 11-15,-2-5-6 0,2 5 0 0,-2-4 9 16,2 4 7-16,-1-7-1 0,1 7 5 0,0 0 5 16,-1-8 6-16,1 8 2 0,1-8-4 0,-1 8 7 15,0 0-1-15,0-6 3 0,0 6 4 0,0 0-4 16,2-6-2-16,-2 6 1 0,0 0-1 0,0 0-1 0,3-4-3 16,-3 4-2-16,0 0 3 0,0 0-1 0,0 0-2 15,0 0-1-15,0 0 3 0,0 0-2 0,0 0 0 16,3 12-6-16,-3-12 4 0,0 0 1 0,-5 12-2 15,3-9-4-15,2-3 1 0,-6 7-5 0,3-2-4 16,0-1-6-16,3-4-2 0,-8 5-12 0,5-2 6 16,-1-2-5-16,-1 1-10 0,1 0-2 0,0-1-5 15,4-1 11-15,-9 2-4 0,9-2 2 0,-7-1-2 16,7 1 11-16,-9-3 2 0,5 2 5 0,4 1-3 16,-5-4 10-16,1 2 4 0,4 2-2 0,-4-7 11 15,2 3 3-15,2 4 3 0,-2-6 7 0,2 6 7 16,-3-7 7-16,3 7 8 0,-1-8 7 0,1 8 2 15,-1-6-1-15,1 6 1 0,-1-6 4 0,1 6-3 0,0 0-3 16,0-7-1-16,0 7-2 0,0 0-4 16,0 0-7-16,0 0-1 0,0 0-1 0,0 0-7 15,0 0-2-15,0 0 0 0,0 0-3 0,0 0 0 0,0 0-2 16,0 0 0-16,0 0-3 0,0 0 1 0,0 0 0 16,0 0-1-16,-2 18-4 0,2-18 3 0,-2 7-4 15,2-7 5-15,-4 7-4 0,3-3 0 0,-2-1-3 16,3-3 1-16,-3 8-4 0,-1-4 1 0,4-4-6 15,-5 4-8-15,2-2-2 0,3-2-5 0,-7 5-6 16,3-5-3-16,4 0-5 0,-9 1-2 0,4-1 1 16,0 0 4-16,5 0 2 0,-9 0-4 0,5-3 4 15,0 1 0-15,-2 1 4 0,1-3 4 0,1 0 2 16,1 1-1-16,-1-1 6 0,0-1 1 0,1-1-4 16,0 0 11-16,0 0 9 0,0 0 9 0,1-1 6 15,0-1 7-15,2 1 8 0,-2-1 3 0,1 1-1 16,1-1 11-16,0 1 6 0,0 7 0 0,0-11 2 15,-1 5 7-15,1 6-1 0,0-10 5 0,0 10-5 0,1-6 0 16,-1 6-6-16,0-6 0 0,0 6-11 0,0 0-6 16,0 0-1-16,0 0-4 0,0 0-4 0,0 0 1 15,0 0-6-15,0 0 0 0,0 0-2 0,0 0 0 16,5 19-6-16,-4-15 0 0,-1 3-4 0,1-3 6 16,-1-4-6-16,-1 12 1 0,0-4-1 0,0-3 2 15,0 2-2-15,-1-1 1 0,0 2 1 0,-1-3-7 16,-1 3 0-16,1-4 3 0,-1 1-4 0,-1 0-2 15,0 0-7-15,-1-2-7 0,0 0-1 32,0 1-4-32,1-2-9 0,-2 1 1 0,-1-2-3 0,1 0-4 0,0-1 5 0,1 0-2 0,-1 0 4 0,2 0 0 15,5 0 5-15,-9-1 5 0,5-1 2 16,4 2 2-16,-8-3-2 16,5 2 3-16,3 1 3 0,-5-4 5 0,5 4 3 0,-6-3 4 0,6 3 1 0,-4-3 2 15,4 3 2-15,0 0 1 0,-4-3 0 0,4 3-3 16,0 0-2-16,0 0 2 0,0 0-1 0,0 0 2 15,0 0-2-15,0 0 6 0,0 0-4 0,0 0 2 0,0 0-1 16,4 16 4-16,-2-12 5 0,-2-4-1 0,2 10-4 16,-2-5 4-16,-2 2-4 0,0-2 0 15,0 3-3-15,-1-1 4 0,-2 1-2 0,0 0 0 16,-2 3-3-16,-1-2 4 0,-1-1-6 0,1 2-4 0,-1-3-2 16,1 1-8-16,1-2-11 0,-3 0-8 0,3 3-17 15,1-6-17-15,3 2-20 0,-3-1-19 0,1-1-32 16,1 0-30-16,4-3-23 0,-5 0-48 0,5 0-146 15,0 0-407-15,0 0 180 0</inkml:trace>
          <inkml:trace contextRef="#ctx0" brushRef="#br0" timeOffset="9960.684">-1103-26 185 0,'0'0'231'0,"0"0"-13"0,0 0-12 0,6-2-13 16,-6 2-19-16,0 0-12 0,0 0-12 0,0 0-15 15,0 0-14-15,0 0-10 0,0 0-11 0,0 0-10 16,0 0-10-16,0 0-6 0,0 0-8 0,-19 0-6 16,19 0-11-16,-10-1-2 0,5 0-3 0,-1 2-6 15,6-1-2-15,-10-1-5 0,3-1-3 0,0 1-2 16,1-1-4-16,1 1-6 0,5 1-8 0,-8-3-9 15,5 1-10-15,3 2-6 0,-5-2-9 0,5 2-8 16,-2-5-5-16,2 5-7 0,0 0-1 0,0 0 1 16,0 0 3-16,4-12 3 0,-4 12 1 0,5-6 4 0,-5 6-3 15,3-3 0-15,-3 3-8 0,4-6-12 16,-4 6-10-16,3-5-23 0,-3 5-20 0,2-7-40 16,0 5-129-16,-2 2-302 0,2-8 133 0</inkml:trace>
          <inkml:trace contextRef="#ctx0" brushRef="#br0" timeOffset="9976.2993">-1206-262 233 0,'0'0'223'0,"0"0"-10"16,0 0-2-16,0 0 3 0,0 0-9 0,0 0-14 16,0 0-10-16,-6 21-7 0,3-13-9 0,-3 3-13 15,0 1-14-15,-1 0-15 0,-1 0-5 0,-1 6-16 16,-2-3-11-16,1 0-9 0,-1 0-8 0,-1 1-22 16,1-1-30-16,3-4-38 0,-4 4-61 0,4-4-72 15,-1 0-98-15,2-3-166 0,-2 1-447 0,3-2 198 16</inkml:trace>
          <inkml:trace contextRef="#ctx0" brushRef="#br0" timeOffset="10023.1706">-1674 87 112 0,'0'0'197'0,"0"0"-11"0,0 0-9 0,0 0-14 16,0 0-13-16,0 0-12 0,0 0-10 0,2 17 0 15,-2-17-10-15,0 0-7 0,0 7-4 0,0-7-7 16,0 7-9-16,0-7-1 0,-1 8-6 0,1-8-6 16,-2 6-1-16,2-6-3 0,-2 6-3 0,2-6-2 15,-2 7-7-15,1-3-3 0,-2 0-2 0,3-4-4 16,-6 6-10-16,3-3 1 0,-2 0-4 0,1 0-4 16,-2 0 1-16,0 1-6 0,0-2-2 0,0 1-4 15,-1 0-1-15,1 0-5 0,-1-1 0 0,0-1-4 16,-1 0 0-16,-2 1-4 0,2-4 3 0,-2 4-4 15,-1-2 3-15,-1 0-5 0,0-2 3 0,1 1-3 0,-1-2-2 16,0 0 0-16,0 1 2 0,2-2-5 16,-1 0 4-16,4 2-3 0,-2-1-3 0,4 0-9 15,0-2-5-15,0 1-9 0,2 1-8 0,0-1-16 0,3 4-23 16,-4-8-27-16,2 3-38 0,2 5-24 0,-1-10-27 16,1 5-53-16,0 5-124 0,1-10-391 0,1 5 173 15</inkml:trace>
          <inkml:trace contextRef="#ctx0" brushRef="#br0" timeOffset="10038.8105">-1772 34 148 0,'0'0'211'16,"0"0"-13"-16,0 0-7 0,0 0-10 0,0 0-5 15,0 0-12-15,0 0-10 0,0 0-18 0,0 0-10 0,-16 5-12 16,11-4-14-16,-2-1-9 0,1 3-20 0,-1-2-30 16,0 0-37-16,0 0-49 0,-1-2-67 0,0 1-214 15,-2 1-351-15,1-1 156 0</inkml:trace>
        </inkml:traceGroup>
        <inkml:traceGroup>
          <inkml:annotationXML>
            <emma:emma xmlns:emma="http://www.w3.org/2003/04/emma" version="1.0">
              <emma:interpretation id="{AA070DA5-A297-4819-8BAF-0F0B9E4214CB}" emma:medium="tactile" emma:mode="ink">
                <msink:context xmlns:msink="http://schemas.microsoft.com/ink/2010/main" type="inkWord" rotatedBoundingBox="12385,9090 11433,9094 11431,8655 12383,8650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32349.6941">-2462 128 81 0,'0'0'194'0,"0"0"-14"15,0 0-14-15,0 0-16 0,0 0-6 16,0 0-12-16,5 2-11 0,-5-2-8 0,0 0-9 0,0 0-6 15,3 4-6-15,-3-4-9 0,0 0-4 0,0 0-7 16,0 7-3-16,0-7-10 0,0 0-2 0,0 0-5 16,-7 6-4-16,7-6-5 0,-2 3-7 0,2-3-2 15,-7 3-2-15,7-3-1 0,-6 4-10 0,5-2 1 16,1-2-8-16,-6 3-5 0,6-3-8 0,-6 0-4 16,1 2-1-16,5-2 2 0,-5 1-7 0,5-1 0 15,-7-1 2-15,7 1-4 0,0 0 4 0,-8-2-1 16,8 2-6-16,-5-2 7 0,5 2 0 0,-3-3 4 15,3 3 2-15,0 0 0 0,-2-7-2 0,2 7-2 0,-1-6 13 16,1 6-1-16,0 0 6 0,-1-6 0 16,1 6 0-16,-1-7 2 0,1 7-1 0,0 0 5 15,-1-8-1-15,1 8-2 0,0 0-2 0,0 0 9 0,1-9-5 16,-1 9 1-16,0 0-1 0,4-5-5 0,-4 5-1 16,0 0 1-16,0 0-3 0,0 0 1 0,0 0 0 15,0 0-3-15,0 0 1 0,0 0-2 0,0 0 3 16,0 0-1-16,0 0-2 0,0 0 2 0,5 12-3 15,-5-12 2-15,0 0 0 0,-2 9 1 0,2-9-3 16,-2 6-4-16,2-6 3 0,-3 5-4 0,3-5 4 16,-4 5 0-16,1-2-10 0,3-3-4 0,-6 4-2 15,1-3-8-15,2 1-1 0,-1 1-6 0,4-3-7 16,-8 2-2-16,4-2-5 0,-2 1 1 0,6-1-4 16,-7 0 0-16,7 0 1 0,-10-3 4 0,5 2 6 15,2-1 3-15,3 2 2 0,-7-3-2 0,3 2 3 0,0-2 5 16,4 3 21-16,-5-6 6 0,1 4 4 0,4 2 9 15,-4-6 2-15,4 6 4 0,-3-7 3 0,3 7 6 16,-2-5 0-16,2 5 0 0,-1-5 1 0,1 5 7 16,0 0-1-16,-2-7 2 0,2 7-5 0,0 0 0 15,0 0-8-15,-1-6-2 0,1 6-4 0,0 0-2 16,0 0-6-16,0 0 0 0,-4-3 0 0,4 3-1 16,0 0-3-16,0 0 2 0,0 0-2 0,0 0-2 15,0 0-4-15,-1 13 5 0,1-13-4 0,-1 6-2 16,1-6-4-16,-3 7-1 0,2-3-6 0,1-4 3 15,-4 9-5-15,1-6-1 0,-1 1-4 0,0 1 2 16,1 0-1-16,-2-1-1 0,0-1-8 0,1 0 4 16,-1 1-4-16,0-2 1 0,2 0-2 0,-2-1-9 0,5-1 9 15,-9 3-3-15,5-5-3 0,4 2 5 0,-8 0 1 16,8 0-1-16,-8-2 8 0,4 0-1 16,4 2-4-16,-4-5 6 0,4 5 1 0,-3-7 5 0,1 3-2 15,1-1 8-15,1 5 6 0,-2-9 10 0,2 9-2 16,1-10 2-16,-2 5 1 0,1 5 6 0,1-11 0 15,-1 11 4-15,0-9 4 0,0 9-2 0,0-7 4 16,0 7 0-16,1-5-2 0,-1 5 2 0,0 0-4 16,0-7-5-16,0 7-1 0,0 0-5 0,0 0-3 15,0 0 3-15,0 0 1 0,0 0-6 0,0 0 0 16,0 0-2-16,0 0 0 0,0 0-2 0,0 0 1 16,0 0 1-16,-5 16-7 0,5-16 5 0,-2 8 0 0,1-5 0 15,-2 1-2-15,0 1 0 0,0-1-2 16,0 1 2-16,-3-1-4 0,2 1-1 0,-2-1-4 15,2-2-3-15,-4 2-3 0,3-2-2 0,-3 2-4 0,1-2 1 16,0 1 1-16,0 0 0 0,-1-2-1 0,2 1 4 16,-1 0 1-16,3-1 4 0,-1 0 0 0,5-1 1 15,-9 1 0-15,5 0-3 0,4-1 3 0,-6 0 3 16,6 0 1-16,0 0 5 0,-7 0 2 0,7 0 3 16,0 0 2-16,0 0 4 0,0 0 1 0,-5 0 0 15,5 0 1-15,0 0 3 0,0 0-1 0,0 0 6 16,0 0-1-16,0 0-3 0,0 0-5 0,0 0 5 15,0 0-2-15,0 0 1 0,0 0-2 0,0 0 0 16,0 0 1-16,0 0 0 0,0 0 1 0,0 0 8 16,10 8-1-16,-10-8 2 0,5 4-1 0,-2-1 0 15,-3-3-2-15,6 3 2 0,-3-1-4 0,-3-2-1 16,4 4 1-16,-1-1-3 0,-3-3-2 0,3 4 5 0,-3-4-9 16,2 4-2-16,-2-4 4 0,0 0 1 15,0 7-3-15,0-7 5 0,0 0-3 0,-4 8 0 16,0-5-3-16,4-3 0 0,-6 6 2 0,2-2-1 0,-1-1-6 15,1 0 0-15,-2 0 1 0,2 0-4 16,-3 0 1-16,0 0 2 0,0-1-5 0,-1 0 6 0,0 2-7 16,-2-2 2-16,0 0 0 0,1-1 1 0,-2 1-2 15,0 0-4-15,0-1 3 0,0-2 6 0,1-1-5 16,-2 1 0-16,1-1 2 0,0 0-1 0,3 0 3 16,0-1-1-16,0 0-1 0,2 0 0 0,0 0-3 15,0-2 6-15,1 2-5 0,1-3-2 0,0 2-2 16,0-4 5-16,1 4-9 0,1-1-8 0,0-1-8 15,1 0-15-15,0-1-20 0,1-1-26 0,0 8-29 16,0-11-28-16,1 6-30 0,0-1-30 0,1 0-26 16,0 0-229-16,1 1-491 0,-2 0 217 0</inkml:trace>
          <inkml:trace contextRef="#ctx0" brushRef="#br0" timeOffset="33302.759">-2533 21 132 0,'0'0'211'0,"0"0"-12"15,0 0-9-15,4-3-8 0,-4 3-14 0,0 0-12 16,0 0-12-16,0 0-17 0,0 0-5 0,0 0-10 0,0 0-7 16,0 0-9-16,0 0-9 0,-17-2-11 15,17 2-7-15,-8-1-6 0,2 1-5 0,0 1-11 0,6-1-4 16,-9 0-13-16,4-1-16 0,5 1-17 0,-8 0-23 16,8 0-28-16,-8-3-32 0,4 3-42 0,4 0-21 15,-6-4-183-15,2 3-357 0,4 1 158 0</inkml:trace>
          <inkml:trace contextRef="#ctx0" brushRef="#br0" timeOffset="33521.4934">-2606-67 181 0,'0'-8'196'0,"0"8"-8"0,4-6-11 16,-4 6-4-16,2-6-14 0,-2 6-14 15,1-5-10-15,-1 5-14 0,0 0-11 0,2-5-17 16,-2 5-19-16,0 0-35 0,0 0-46 0,0 0-56 0,0 0-58 15,0 0-146-15,0 0-289 0,0 0 128 0</inkml:trace>
          <inkml:trace contextRef="#ctx0" brushRef="#br0" timeOffset="32943.4036">-2754 338 18 0,'0'0'193'16,"0"0"-13"-16,0 0-14 0,0 0-6 0,0 0-15 16,-17 2-14-16,12-1-9 0,5-1-9 0,-9 0-12 15,4 0-14-15,-1 1-6 0,0 0-26 0,6-1-27 16,-9 0-43-16,9 0-53 0,-7-2-78 0,3 0-80 16,4 2-243-16,-3-3 108 0</inkml:trace>
          <inkml:trace contextRef="#ctx0" brushRef="#br0" timeOffset="32599.6834">-3024 72 253 0,'0'0'273'0,"2"-6"-6"16,0 1-13-16,-2 5-12 0,3-7-25 0,-1 4-23 15,-2 3-14-15,3-6-15 0,-3 6-17 0,4-2-19 16,-4 2-10-16,3-3-12 0,-3 3-19 0,0 0-24 16,6 0-30-16,-6 0-34 0,0 0-42 0,6 4-39 15,-3 0-45-15,-3-4-48 0,5 8-212 0,-3-3-417 0,1 0 185 16</inkml:trace>
          <inkml:trace contextRef="#ctx0" brushRef="#br0" timeOffset="30927.9205">-2181 162 83 0,'0'0'178'0,"-6"0"-14"16,6 0-15-16,0 0-14 0,0 0-8 0,0 0-15 15,0 0-1-15,0 0-5 0,0 0-13 0,0 0 3 0,0 0-4 16,0 0-4-16,0 0-6 0,0 0-6 0,0 0-5 16,10 8-4-16,-10-8-4 0,3 4-2 0,-3-4 0 15,3 3-8-15,-3-3-1 0,3 4-2 0,0-2-6 16,-3-2-4-16,5 5-1 0,-5-5-10 0,4 4 5 15,-2-1-6-15,-2-3-2 0,4 6-2 0,-4-6-4 16,3 6 3-16,-3-6-3 0,2 3-4 0,-2-3 0 16,0 5-1-16,0-5 0 0,0 0-4 0,1 6 2 15,-1-6-2-15,0 0-2 0,0 0 0 0,0 0-3 0,-3 5 3 16,3-5-1-16,0 0-8 0,-7 1 0 16,7-1-8-16,0 0-4 0,-6-1 0 0,6 1-4 15,0 0 0-15,-10-2-4 0,10 2 1 0,-4-3 5 0,0 0-4 16,4 3 1-16,-4-6-2 0,1 3 2 0,3 3 4 15,-4-6-2-15,4 6 6 0,-1-6-3 0,1 6 2 16,-2-8 5-16,2 8-5 0,-1-7 5 0,1 7 5 16,0-6-7-16,0 6 11 0,1-7 5 0,-1 7 3 15,1-5-2-15,-1 5 1 0,0 0 1 0,0-8 1 16,0 8 1-16,0 0-3 0,0 0 1 0,0-6 0 16,0 6-4-16,0 0 5 0,0 0-2 0,0 0-7 15,0 0 1-15,0 0 1 0,0 0-1 0,0 0-2 16,0 0 0-16,0 0 1 0,0 0 1 0,0 0-2 15,0 0 1-15,0 0-2 0,0 0 5 0,0 0-6 16,-12 9 3-16,9-6-3 0,-1-1-3 0,0 0-4 0,4-2-3 16,-6 5-8-16,1-2-2 0,0-1-1 15,-2-1-2-15,1 3 2 0,1-1-9 0,-3 0 4 0,2-1 0 16,-2-2 2-16,1 1-3 0,1 1 2 0,-2 0-2 16,2-1 7-16,1-1 4 0,-1 0-3 0,6 0 5 15,-8-3 4-15,5 1 5 0,3 2 4 0,-7-4 4 16,6 0 8-16,1 4 11 0,-1-9 0 0,1 9 11 15,1-11 10-15,1 5-1 0,1-2 2 0,0 1 3 16,1-3 5-16,0 0-2 0,2-2-5 0,-1-1 0 16,0 1-7-16,-1-2 1 0,3 0-6 0,-3 1-2 15,2 0-2-15,-1 2-2 0,-2 3 1 0,1 0-3 16,-2 0-3-16,0 4 1 0,0-1-6 0,-2 5 0 16,1-5-5-16,-1 5-9 0,0 0-15 0,0 0-23 0,0 0-32 15,0 0-51-15,0 0-41 0,-11 13-39 0,5-7-211 16,1 0-442-16,-2 3 196 0</inkml:trace>
        </inkml:traceGroup>
        <inkml:traceGroup>
          <inkml:annotationXML>
            <emma:emma xmlns:emma="http://www.w3.org/2003/04/emma" version="1.0">
              <emma:interpretation id="{0E5E1B17-6BEF-454A-80B8-3C95924659BB}" emma:medium="tactile" emma:mode="ink">
                <msink:context xmlns:msink="http://schemas.microsoft.com/ink/2010/main" type="inkWord" rotatedBoundingBox="11086,8929 10945,8930 10944,8747 11085,8746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40770.993">-3529 9 62 0,'0'0'222'0,"-3"-3"-5"0,3 3-15 0,0 0-10 15,0 0-9-15,0 0-12 0,0 0-10 0,0 0-10 0,0 0-13 16,0 0-13-16,0 0-6 0,0 0-9 0,0 0-9 16,7-9-7-16,-7 9-4 0,5 0-9 0,-5 0-9 15,7 0-5-15,-7 0-2 0,6 1-9 0,-6-1-4 16,7 2-4-16,-3-1-3 0,-1 1-6 15,2 0-7-15,-5-2 0 0,6 3-4 0,-3-2-4 0,-3-1-2 16,5 3-3-16,-2 0 1 0,-3-3-5 0,4 4-1 16,-4-4-3-16,3 4 4 0,-3-4-5 0,2 5 1 15,-2-5 1-15,0 0-5 0,-2 8-1 0,2-8-2 16,-4 7-2-16,1-5 1 0,0 2-3 0,-2-2-1 16,2 1-1-16,-1-1-5 0,-1 2-1 0,2-1 0 15,-1-2-5-15,0 2 5 0,4-3-5 0,-5 5 0 0,1-2 0 16,4-3-4-16,-5 4-1 0,5-4 1 0,-4 3-3 15,4-3 1-15,0 0-3 0,-3 3 3 16,3-3 3-16,0 0 0 0,0 0 2 0,0 0 2 0,0 0-1 16,0 0 1-16,0 0 2 0,0 0 2 0,0 0 0 15,0 0 1-15,11 2 3 0,-11-2-1 0,6 0 3 16,-6 0 1-16,7 0-4 0,-2 0 4 0,-5 0-4 16,7 0 3-16,-7 0 1 0,7 1-1 0,-4 0 4 15,-3-1 0-15,9 1 2 0,-6 1-1 0,1-1 5 16,-4-1 0-16,6 1 1 0,-6-1 5 0,6 2-1 15,-6-2 0-15,4 1 3 0,-4-1 3 0,2 5 1 16,-2-5 3-16,0 0-1 0,-2 9-2 0,2-9 0 16,-5 6 0-16,2-2 0 0,-2 1-1 0,-2-1 1 15,2 1-2-15,-3 1-2 0,1-2 0 0,-2 1-5 16,3 1 2-16,-2-3-4 16,0 2-6-16,2-3-12 0,-1 2-14 0,0-1-20 0,0 0-27 0,0-2-32 0,0 0-36 15,2-1-32-15,0 2-56 0,5-2-172 0,-12-3-432 16,7 3 192-16</inkml:trace>
        </inkml:traceGroup>
        <inkml:traceGroup>
          <inkml:annotationXML>
            <emma:emma xmlns:emma="http://www.w3.org/2003/04/emma" version="1.0">
              <emma:interpretation id="{1247B698-E922-4AF6-8AE4-FF740FCB0D7C}" emma:medium="tactile" emma:mode="ink">
                <msink:context xmlns:msink="http://schemas.microsoft.com/ink/2010/main" type="inkWord" rotatedBoundingBox="10759,8887 9579,8893 9578,8631 10757,8626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37709.6841">-4950 70 81 0,'0'0'193'0,"0"0"-9"0,0 0-7 16,0 0-13-16,0 0-3 0,0 0-6 0,0 0-10 0,9 14-12 15,-6-10-6-15,0-1 1 0,-3-3-5 16,6 6-9-16,-3-3-7 0,0 0-7 0,-1 0-5 0,2 0-5 16,-4-3-10-16,3 8-7 0,-1-7-5 0,-2-1-7 15,3 8-3-15,-3-8-3 0,1 4-6 0,-1-4-8 16,1 4 1-16,-1-4-5 0,0 0-6 0,2 4-3 15,-2-4-3-15,0 0-5 0,0 0 5 0,1 5-7 16,-1-5 1-16,0 0-5 0,0 0 2 0,0 0-2 16,0 0-2-16,0 0-1 0,0 0-3 0,0 0 0 15,0 0-1-15,0 0-4 0,0 0-1 0,0 0 5 16,-3-20 0-16,3 20-4 0,0-8 4 0,0 8-5 16,1-11 0-16,-1 6-1 0,2-1 2 0,-2 0-1 15,3-2-2-15,-1 1-2 0,0-1 2 0,0 4 0 16,1-1 1-16,-1 1 0 0,0-2-1 0,0 1 0 0,-2 5 0 15,4-5-5-15,-2 1 2 0,-2 4 3 0,4-4 0 16,-4 4-2-16,0 0 1 0,6 0-2 0,-6 0 4 16,0 0-4-16,7 5 3 0,-4-2-3 15,0-1 3-15,-1 3-2 0,1-2 1 0,0 4 0 0,-2-3-1 16,1 1 0-16,1 3 4 0,-2-4-5 0,1 1 0 16,-1-1 0-16,-1-4 1 0,2 9-2 0,-2-6 1 15,0-3-4-15,3 8-2 0,-3-8-2 0,0 6-3 16,0-6 0-16,0 6-3 0,0-6 1 0,0 0 3 15,1 4-2-15,-1-4 3 0,0 0 1 0,0 0 3 16,0 0 1-16,0 0 0 0,0 0 0 0,0 0 0 16,0 0 0-16,0 0-1 0,8-12 2 0,-8 12 1 15,3-7 4-15,-1 5-2 0,0-3 4 0,-2 5 0 16,4-10 1-16,-2 5 2 0,1 0 0 0,1 0 1 16,-1-1-2-16,2 1 0 0,-2 1-1 0,2 0 3 15,-1 0-4-15,0 2 1 0,1-1-6 0,-2 1 6 16,-3 2-3-16,8-2 0 0,-4 2 3 0,-4 0 1 0,9 2-4 15,-5-2-2-15,0 3 5 0,0 0 2 0,0 0-6 16,0 2 5-16,-2-1-2 0,0-1 0 0,1 3 0 16,-1 2 2-16,-1-1-3 0,0 1-11 0,-1-3-12 15,-1 2-26-15,0-1-29 0,1-6-36 0,0 13-34 16,0-8-50-16,0-5-187 0,0 9-418 0,0-9 185 16</inkml:trace>
          <inkml:trace contextRef="#ctx0" brushRef="#br0" timeOffset="38099.2816">-4557 36 19 0,'0'0'192'0,"-8"3"-8"0,3-2-5 16,0 1-17-16,1-1-6 0,-2 2-12 15,0 0-6-15,2 0-12 0,0 0-5 0,0-1-8 0,1 2-4 16,-1-1-7-16,1 0-8 0,1 2-11 0,0 0-6 16,2-5-8-16,-4 7 0 0,3-3-6 0,-1 1-9 15,2-5-5-15,-1 9-3 0,1-9-2 0,0 9-5 16,0-9-3-16,1 9-5 0,0-6 0 0,-1-3 2 15,4 8-3-15,-1-5 0 0,1-1-4 0,0 0-1 16,1-1 0-16,-5-1-1 0,9-1 0 0,-5 1 1 16,1 0-1-16,1-2 0 0,-2 1-3 0,1-1 4 15,-1-1 0-15,2-1 6 0,-1-1 0 0,-1 2 2 16,-1-1-1-16,1-1-1 0,-1 0 3 0,1-2 2 0,-2 3-3 16,0-2-1-16,0 1-2 0,0 1 0 0,-1-1 1 15,1-2-2-15,-1 2-2 0,-1 5-2 16,1-7-3-16,-1 7-3 0,2-8 5 0,-2 8-6 0,1-4-3 15,-1 4-1-15,0 0-6 0,0 0 3 16,0 0-1-16,0 0-2 0,0 0-2 0,0 0-6 16,0 0 4-16,0 0 2 0,-10 12-5 0,10-12 4 0,-1 9 0 15,0-5-6-15,0 1-9 0,0 2 1 0,1-7-8 16,1 10-5-16,0-6-8 0,1 2-10 0,-2-6-16 16,2 7-13-16,1-2-25 0,-1-1-22 0,0-1-27 15,1 0-35-15,2-1-27 0,1 1-219 0,0-2-459 16,0 0 203-16</inkml:trace>
          <inkml:trace contextRef="#ctx0" brushRef="#br0" timeOffset="38568.003">-4396 17 132 0,'0'0'209'0,"0"-6"-16"0,0 6-14 0,0 0-15 16,0 0-19-16,0 0-5 0,6-4-14 0,-6 4-7 15,5-2-8-15,-5 2-2 0,7 0-12 0,-7 0-3 16,8-1-6-16,-4 1-2 0,-4 0-6 0,9 0-4 15,-5 1-5-15,-4-1-7 0,8 0 1 0,-8 0-9 16,7 2-3-16,-7-2-3 0,4 1-2 0,-4-1-2 16,6 1-3-16,-6-1-2 0,3 3-2 0,-3-3-4 15,6 4-4-15,-6-4-2 0,3 2-4 0,-3-2 3 0,3 3-5 16,-3-3 3-16,0 0-2 0,0 0 1 0,2 6-1 16,-2-6 3-16,0 0-2 0,0 0 2 0,0 0-4 15,-6 9-2-15,3-6 1 0,0 0 0 0,-2 1-2 16,-1-1-4-16,1 2-4 0,-1-2 1 0,0 3-2 15,0-2 2-15,-1 1-2 0,0-2-3 0,1 2 0 16,-1-1-1-16,1 0-2 0,2 1 2 0,-1-1-3 16,2-1 1-16,-1 0-1 0,1 0 0 0,3-3-2 15,-5 6 2-15,5-6-2 0,-2 6-2 0,2-6 3 16,0 5-1-16,0-5-1 0,0 0 2 0,0 0-1 16,8 4-5-16,-3-3-5 0,1-1-9 0,1 0-13 15,2 0-14-15,-1-1-16 0,2 0-28 16,1 1-20-16,1-2-24 0,0 1-23 0,-1-1-15 0,1 1-26 15,-2-1-191-15,-1 2-418 0,1-1 186 0</inkml:trace>
          <inkml:trace contextRef="#ctx0" brushRef="#br0" timeOffset="39114.8321">-4138-122 75 0,'0'0'231'0,"0"0"-10"0,0 0-10 0,0 0-13 15,0 0-17-15,0 0-6 0,0 0-4 0,8 8-12 16,-6-3-8-16,0-1-9 0,-2-4-5 0,5 10-7 15,-4-3-12-15,2 0-3 0,0-1-8 0,-2 3-4 16,2 0-9-16,0-1-1 0,2-1-8 0,-2 2-3 16,1-1-10-16,1 2-5 0,-1 0-3 0,-1-2-1 15,0 0-6-15,0 1-6 0,0 0-3 0,1-1 0 16,-1 1-9-16,-1 0-2 0,1-1-8 0,0-2 6 16,-1 0-14-16,-1 0 5 0,0-2-6 0,-1-4-2 15,3 9 1-15,-3-4-2 0,0-5 1 0,0 7 3 16,0-7-6-16,0 5-1 0,0-5 0 0,0 0 0 0,-4 7-3 15,4-7-2-15,-5 5-4 0,1-5 1 0,4 0 0 16,-5 4 2-16,1-2-7 0,-1-1-1 0,5-1 0 16,-10 1-2-16,5-2-5 0,-2 0 0 0,1-2-3 15,0 3 0-15,0-3-5 0,-1 1-6 0,2-1 5 16,-1 1 0-16,0 0 1 0,0-3-1 0,2 4-5 16,1-3 1-16,-3-1 2 0,3 0-5 0,0 2 3 15,3 3 0-15,-3-9 0 0,1 6 1 0,2 3 4 16,1-10-4-16,-1 10 3 0,3-9-5 0,0 1-7 15,1 2-11-15,0 0-18 0,1 0-16 0,2 0-16 16,0-1-23-16,0 2-22 0,0 1-22 0,4-3-17 16,-1 2-17-16,0-1-45 0,-3 3-132 0,2 0-397 15,-2 3 176-15</inkml:trace>
          <inkml:trace contextRef="#ctx0" brushRef="#br0" timeOffset="39864.7822">-3838 24 145 0,'-5'-3'187'0,"5"3"-15"0,-7-3-10 0,3 2-1 15,4 1-12-15,-10 2-8 0,4-1-6 0,0 0-10 16,0 3-4-16,1-2-4 0,-1 1-12 0,1 1-8 0,0-1-5 16,0 2-10-16,2-2-7 0,-1 3-4 15,2-3-6-15,-1 1-5 0,3-4-9 0,-4 8-2 16,3-4-7-16,1-4-3 0,-1 8-5 0,1-8-1 0,0 9-3 15,0-9 1-15,2 5-9 0,-2-5 6 0,4 5 0 16,-3-2-5-16,-1-3-1 0,4 5-2 0,-4-5 0 16,5 3-1-16,-5-3-4 0,5 3 1 0,-2-3-2 15,-3 0 0-15,7 1-4 0,-7-1 3 0,8-1-2 16,-4-1 1-16,0-1 1 0,-4 3 3 0,8-4 2 16,-4 1-1-16,-1 0 4 0,1-1-1 0,-1-1 0 15,1 2 5-15,0-3-2 0,0 0 3 0,-1 0-4 16,-1 1-1-16,2-1 1 0,-2 2 6 0,-1-1-7 15,2 1-2-15,0-2-3 0,-2 1-1 0,2 1-1 16,0 1-1-16,-3 3-5 0,3-8 2 0,-3 8-2 16,1-4 3-16,-1 4-7 0,0 0 1 0,2-4-2 15,-2 4 0-15,0 0-2 0,0 0 0 0,0 0-1 0,0 0 7 16,0 0-5-16,0 0-2 0,-3 17 2 0,3-17 1 16,-1 12-3-16,-1-5 3 0,0 1 0 15,2 0-1-15,-1-1-1 0,-1 1-3 0,2-2 3 0,1 1 1 16,0-2 0-16,0 1-2 0,-1-6 1 0,2 10 1 15,1-5-14-15,0-1-20 0,0-1-37 0,2 0-44 16,0 1-55-16,2-2-64 0,1 0-220 0,0 0-487 16,0-2 215-16</inkml:trace>
        </inkml:traceGroup>
        <inkml:traceGroup>
          <inkml:annotationXML>
            <emma:emma xmlns:emma="http://www.w3.org/2003/04/emma" version="1.0">
              <emma:interpretation id="{89AC5164-1027-4B43-95D7-498FF4C0BE1E}" emma:medium="tactile" emma:mode="ink">
                <msink:context xmlns:msink="http://schemas.microsoft.com/ink/2010/main" type="inkWord" rotatedBoundingBox="9345,9092 9021,9093 9020,8703 9344,8702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41442.7904">-5240 91 153 0,'0'0'204'0,"0"0"-12"0,0 0-10 16,-5 2-14-16,5-2-12 0,0 0-6 0,0 0-6 15,0 0-8-15,0 0-2 0,0 0-8 0,9 9-5 16,-6-7-5-16,-3-2-6 0,5 5-5 0,-2-3-9 16,0 1-5-16,0 1 0 0,0-1-10 0,2 2 0 15,0-2-7-15,-1 0-6 0,0 1-7 0,0-1-4 0,-1 0-5 16,-1 1-4-16,-2-4-4 0,3 7-2 0,-1-3-5 16,-2-4-1-16,0 8-7 0,0-8 2 15,-2 7-4-15,2-7-4 0,-4 8-1 0,0-5 2 0,0 0-11 16,-3 0-21-16,1 0-18 0,-1 0-32 0,-2-1-44 15,0-1-59-15,2 1-60 0,-5-2-238 0,3 1-496 16,1-3 220-16</inkml:trace>
          <inkml:trace contextRef="#ctx0" brushRef="#br0" timeOffset="41739.6449">-5335-47 90 0,'0'0'249'0,"0"0"-16"0,0 0-12 0,0 0-17 0,0 0-10 16,0 0-11-16,0 0-6 0,0 0-5 0,-7 13-6 15,6-8-14-15,0 1-7 0,0 1-11 0,1 2-10 16,0 1-13-16,-1-1 0 0,0 0-20 0,0 5-6 15,1-2-7-15,-2 1-5 0,2 0-6 0,0 1-9 16,0-2-8-16,0-2-9 0,0 2-12 0,0-2-21 16,-1 3-23-16,0-4-32 0,0 2-37 0,0-3-43 15,1 1-56-15,-2-1-55 0,1-2-188 0,-1 0-461 16,0 0 204-16</inkml:trace>
          <inkml:trace contextRef="#ctx0" brushRef="#br0" timeOffset="42005.2548">-5437 150 36 0,'0'0'217'0,"-5"11"-10"0,5-11-17 15,0 0-3-15,0 11-5 0,0-11-3 0,2 11 0 16,-1-5-2-16,-1 0-8 0,0 3-8 0,-1-1-10 15,1-1-8-15,-2 2-14 0,-1-1-13 0,1 2-8 16,-2 1-10-16,1-2-12 0,-1 0-5 0,1 1-13 16,-1-1-3-16,-1-1-11 0,1-2-19 0,-2 0-27 15,1 1-30-15,1 0-45 0,0-2-49 0,1-2-62 16,-1 1-263-16,1-2-477 0,-1 0 211 0</inkml:trace>
        </inkml:traceGroup>
        <inkml:traceGroup>
          <inkml:annotationXML>
            <emma:emma xmlns:emma="http://www.w3.org/2003/04/emma" version="1.0">
              <emma:interpretation id="{1AF2DC23-B839-4B63-A3AE-298D182F6CA7}" emma:medium="tactile" emma:mode="ink">
                <msink:context xmlns:msink="http://schemas.microsoft.com/ink/2010/main" type="inkWord" rotatedBoundingBox="9005,9159 8745,9160 8743,8806 9003,8805"/>
              </emma:interpretation>
              <emma:one-of disjunction-type="recognition" id="oneOf6">
                <emma:interpretation id="interp6" emma:lang="" emma:confidence="0">
                  <emma:literal>s.</emma:literal>
                </emma:interpretation>
                <emma:interpretation id="interp7" emma:lang="" emma:confidence="0">
                  <emma:literal>. ,</emma:literal>
                </emma:interpretation>
                <emma:interpretation id="interp8" emma:lang="" emma:confidence="0">
                  <emma:literal>. .</emma:literal>
                </emma:interpretation>
                <emma:interpretation id="interp9" emma:lang="" emma:confidence="0">
                  <emma:literal>I</emma:literal>
                </emma:interpretation>
                <emma:interpretation id="interp10" emma:lang="" emma:confidence="0">
                  <emma:literal>. )</emma:literal>
                </emma:interpretation>
              </emma:one-of>
            </emma:emma>
          </inkml:annotationXML>
          <inkml:trace contextRef="#ctx0" brushRef="#br0" timeOffset="42865.5914">-5612 105 94 0,'2'-6'194'0,"0"0"-11"0,-2 6-21 15,2-6-8-15,-2 6-15 0,4-7-10 0,-1 3-9 16,0 1-12-16,-3 3-5 0,6-6-9 0,-3 3-6 16,0 2-8-16,-3 1-6 0,7-3-8 0,-3 0-2 15,-4 3-5-15,7-1-5 0,-7 1-4 0,6 0-7 16,-6 0-4-16,7 0-2 0,-7 0-4 0,6 2-4 0,-6-2 0 16,8 2-1-16,-6-1-4 0,-2-1-1 0,6 3 0 15,-6-3 2-15,5 5 3 0,-4-2-2 0,-1-3 4 16,0 0-4-16,-1 8 0 0,1-8 2 0,-3 7-1 15,0-4 0-15,-1 0-7 0,0 1 2 0,-1 0-1 16,-1 1-1-16,0-2-6 0,0 2-7 0,-1 1 9 16,0-2-3-16,0 1-5 0,-1 0 3 0,1-1-4 15,0 0-1-15,1 0 4 0,-1 0-1 0,1 2-5 16,2-2 4-16,0 1 0 0,1-2 1 0,0 2 0 16,-1-1 7-16,1 1 1 0,1 0 3 0,0 2 4 15,0-2 4-15,2 3-2 0,-1 0 5 0,1-1-4 16,0 1-2-16,0-1-1 0,2 2-1 0,0 0 0 15,1 3 1-15,0 0-2 0,-1-3-1 0,0 2 1 0,3 1-2 16,-5-3-2-16,3 2-1 0,-2 0-2 0,-1-2 0 16,2 0-2-16,-2-1-5 0,0 0-15 15,0 0-21-15,0-3-29 0,-2 1-44 0,2-6-44 0,-2 8-64 16,0-5-245-16,-1 1-491 0,3-4 218 0</inkml:trace>
          <inkml:trace contextRef="#ctx0" brushRef="#br0" timeOffset="42866.5914">-5785 176 135 0,'0'0'325'0,"6"-6"-25"16,-3 4-30-16,0-1-25 0,-3 3-25 0,7-4-22 16,-5 2-19-16,-2 2-28 0,7-3-43 0,-7 3-60 0,4 0-74 15,-4 0-86-15,0 0-229 0,0 0-368 0,6 1 163 16</inkml:trace>
        </inkml:traceGroup>
      </inkml:traceGroup>
    </inkml:traceGroup>
    <inkml:traceGroup>
      <inkml:annotationXML>
        <emma:emma xmlns:emma="http://www.w3.org/2003/04/emma" version="1.0">
          <emma:interpretation id="{7DDCEA28-9963-462C-AE55-C38655DFF99B}" emma:medium="tactile" emma:mode="ink">
            <msink:context xmlns:msink="http://schemas.microsoft.com/ink/2010/main" type="paragraph" rotatedBoundingBox="14678,7919 10747,7990 10737,7432 14668,736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01B4B5B-BC43-43BE-A615-5556FD109D5F}" emma:medium="tactile" emma:mode="ink">
              <msink:context xmlns:msink="http://schemas.microsoft.com/ink/2010/main" type="line" rotatedBoundingBox="14678,7919 10747,7990 10737,7432 14668,7361"/>
            </emma:interpretation>
          </emma:emma>
        </inkml:annotationXML>
        <inkml:traceGroup>
          <inkml:annotationXML>
            <emma:emma xmlns:emma="http://www.w3.org/2003/04/emma" version="1.0">
              <emma:interpretation id="{43C6632F-9806-4E23-A9A9-DC17A6B17A37}" emma:medium="tactile" emma:mode="ink">
                <msink:context xmlns:msink="http://schemas.microsoft.com/ink/2010/main" type="inkWord" rotatedBoundingBox="14676,7808 14423,7812 14419,7568 14672,7563"/>
              </emma:interpretation>
              <emma:one-of disjunction-type="recognition" id="oneOf7">
                <emma:interpretation id="interp11" emma:lang="" emma:confidence="0">
                  <emma:literal>918.17 tsp.....</emma:literal>
                </emma:interpretation>
                <emma:interpretation id="interp12" emma:lang="" emma:confidence="0">
                  <emma:literal>98.17 tsp.....</emma:literal>
                </emma:interpretation>
                <emma:interpretation id="interp13" emma:lang="" emma:confidence="0">
                  <emma:literal>98.17 tsp."....</emma:literal>
                </emma:interpretation>
                <emma:interpretation id="interp14" emma:lang="" emma:confidence="0">
                  <emma:literal>918.17 Tsp."....</emma:literal>
                </emma:interpretation>
                <emma:interpretation id="interp15" emma:lang="" emma:confidence="0">
                  <emma:literal>918.17 Tsp.....</emma:literal>
                </emma:interpretation>
              </emma:one-of>
            </emma:emma>
          </inkml:annotationXML>
          <inkml:trace contextRef="#ctx0" brushRef="#br0" timeOffset="-21139.1031">137-1173 47 0,'0'0'186'0,"0"0"-6"0,0 0-8 0,0 0-18 0,-4-4-12 16,4 4 2-16,0 0-4 0,0 0-2 0,-7 0-14 15,7 0-3-15,-6 4-5 0,1-2-4 0,5-2-8 16,-6 3-4-16,3-1-3 0,-1 0-5 0,0 3-12 16,0-2-2-16,-1 1-6 0,1 1-5 0,1-1-10 15,-2 3 0-15,3-3-7 0,-4 3-6 0,3-2-3 16,-1 1-3-16,-2-1-3 0,2 2 0 0,0-2-2 16,0 0-6-16,0 3-2 0,1-2-3 0,1-1-2 15,0 2-2-15,1-2 1 0,-1-1-6 0,1 2 1 16,1-6 1-16,0 9-3 0,0-9 1 0,1 8-4 15,1-3 4-15,0 0-3 0,0-2-2 0,2 1-2 16,0-1 4-16,0 1-1 0,1-2-3 0,0 2-3 0,1 0 1 16,-3-1 1-16,1-3 8 0,0 3-12 15,-4-3 1-15,9 0-3 0,-6 0 1 0,-3 0 1 16,9 0-1-16,-5-1-1 0,-4 1-1 0,9-2 1 16,-4 0-3-16,0 0-2 0,-5 2 0 0,7-5-2 0,-3 1-1 15,-1 2 1-15,1-2 2 0,-4 4 1 0,5-6-1 16,-4 4 3-16,-1 2-2 0,3-7 0 15,-3 7 1-15,0-8 1 0,0 8-5 0,-2-7 4 0,2 7-3 16,-4-8-3-16,1 3-2 0,0 2-6 0,3 3-4 16,-7-5-20-16,1 1-20 0,2 2-27 0,0 0-39 15,-1 1-21-15,5 1-45 0,-9-5-194 0,5 5-420 16,0-2 186-16</inkml:trace>
          <inkml:trace contextRef="#ctx0" brushRef="#br0" timeOffset="-20510.5205">-52-1183 161 0,'0'0'186'0,"0"0"-11"0,0 0-10 0,0 0-6 0,0 0-11 15,0 0-1-15,0 0-7 0,0 0-8 0,0 0-2 16,-9 13-8-16,7-10-9 0,-1 0-4 0,0 2-8 16,1-2-6-16,0 1-4 0,-2 2-3 0,1 1-3 15,0-2-5-15,0 2-4 0,-1 0-5 0,2-1-7 16,0 0-5-16,-1 2-7 0,1-1-3 0,0 2-4 15,0 0-5-15,1-3-4 0,-1 3-1 0,2-1-1 16,0 0-4-16,-1 0-5 0,2 0-2 0,-1 1-12 16,2-1-17-16,1 0-25 0,1 0-33 0,-1-1-42 15,3 5-35-15,3-4-45 0,-1 2-239 0,1-1-458 16,0 2 203-16</inkml:trace>
        </inkml:traceGroup>
        <inkml:traceGroup>
          <inkml:annotationXML>
            <emma:emma xmlns:emma="http://www.w3.org/2003/04/emma" version="1.0">
              <emma:interpretation id="{4BED273E-BCEB-418F-94D1-445A1ED6E013}" emma:medium="tactile" emma:mode="ink">
                <msink:context xmlns:msink="http://schemas.microsoft.com/ink/2010/main" type="inkWord" rotatedBoundingBox="14266,7926 12293,7962 12283,7404 14256,7368"/>
              </emma:interpretation>
            </emma:emma>
          </inkml:annotationXML>
          <inkml:trace contextRef="#ctx0" brushRef="#br0" timeOffset="-19358.0118">-346-1046 152 0,'0'0'197'0,"0"0"-12"0,0 0-14 0,9-10-17 0,-9 10-8 16,0 0-11-16,5-3-10 0,-5 3-9 0,0 0-8 15,4 0-7-15,-4 0-7 0,0 0-7 0,6-1-5 16,-6 1-4-16,0 0-10 0,7 0-5 0,-7 0-6 16,5-1-6-16,-5 1-5 0,4 3-1 0,-4-3-8 15,5 3-5-15,-5-3 0 0,4 4-3 0,-2-2-6 16,-2-2-2-16,3 5-1 0,-3-5-3 0,1 4 1 15,-1-4-4-15,4 6-1 0,-4-6-3 0,2 4-1 16,-2-4-2-16,0 6 1 0,0-6-3 0,0 0-1 16,2 6-9-16,-2-6 1 0,0 0 1 0,1 7-5 15,-1-7-3-15,0 0 2 0,0 5-3 0,0-5 4 0,0 0-2 16,0 6 1-16,0-6-1 0,0 0 1 0,2 6-4 16,-2-6 2-16,0 0 0 0,2 5-1 0,-2-5-2 15,0 0 4-15,2 4-2 0,-2-4-2 0,0 0 8 16,0 0-3-16,4 3 2 0,-4-3 1 0,0 0-4 15,3 3 3-15,-3-3 1 0,0 0 1 0,0 0 0 16,0 0 3-16,0 0 0 0,4 3-1 0,-4-3 0 16,0 0 2-16,0 0-1 0,0 0 0 0,0 0 0 15,0 0 3-15,0 0-7 0,0 0-1 0,0 0 1 16,0 0 1-16,-19-6 1 0,12 6-8 0,1-3-5 16,-1 3-1-16,-1-2 3 0,-2 0-6 0,3 1 2 15,-4-1 3-15,2 0 3 0,0-1-3 0,-2-1 0 16,0 1 4-16,2-1 0 0,2 2 0 0,0 0 0 15,-1-1 4-15,1 0-1 0,2 0 4 0,0 0 9 0,0 1 6 16,1 0 3-16,4 2 3 0,-7-6 7 0,4 4 9 16,3 2 5-16,-3-4 8 0,3 4 6 15,-4-4 5-15,4 4 4 0,-3-2 7 0,3 2 0 0,0 0-5 16,-3-5 6-16,3 5-5 0,0 0-7 0,0 0-4 16,0 0-4-16,0 0-8 0,0 0 2 0,0 0-5 15,0 0-6-15,0 0 5 0,0 0-7 0,0 0-4 16,12 9 0-16,-9-3 0 0,-1-2-6 0,0 1-2 15,0 0 0-15,-1-1-1 0,1 1 0 0,-2-5-2 16,0 10 1-16,0-4-3 0,-1 1 1 0,-1-2-4 16,1 3-2-16,-2-2 2 0,-1 0-1 0,-1 0-10 15,-1 0-7-15,-1-1-15 0,1-2-14 0,-1 2-21 16,0-3-24-16,1 0-31 0,-1 0-44 0,2-1-35 16,-1 0-67-16,-2 0-137 0,1-1-430 0,7 0 191 15</inkml:trace>
          <inkml:trace contextRef="#ctx0" brushRef="#br0" timeOffset="-19092.4101">-306-1186 41 0,'4'-3'286'16,"-4"3"-18"-16,0 0-22 0,0 0-18 0,2-4-25 15,-2 4-18-15,0 0-14 0,0 0-28 0,3-4-31 0,-3 4-30 16,0 0-60-16,0 0-61 0,0 0-61 0,0 0-60 16,0 0-122-16,0 0-305 0,0 0 135 0</inkml:trace>
          <inkml:trace contextRef="#ctx0" brushRef="#br0" timeOffset="-18545.5427">-605-1140 47 0,'0'0'228'0,"0"0"-16"0,0 0-15 0,0 0-9 16,0 0-10-16,0 0-6 0,0 0-8 0,0 0-2 15,0 0-9-15,0 0-8 0,0 0-11 0,3 17-6 0,-3-11-5 16,2-1-9-16,-2 2-10 0,0-7-10 0,2 12-4 15,-2-5-12-15,1 1-6 0,-1 1-1 0,-2-1-14 16,1 1-10-16,1-1-3 0,-2 0-20 16,2 1-22-16,-2-2-34 0,1 2-49 0,-1 0-46 0,0-4-52 15,0 1-67-15,0 3-149 0,0-2-425 0,0 0 188 16</inkml:trace>
          <inkml:trace contextRef="#ctx0" brushRef="#br0" timeOffset="-17983.1136">-723-1017 61 0,'0'0'167'0,"0"0"-17"15,0 0-8-15,0 0-9 0,0 0-14 0,0 0-7 16,0 0-9-16,1 22-4 0,-1-22-10 0,-1 7-11 16,-1-4-10-16,2-3-2 0,-3 5-6 0,3-5-8 15,-4 6-6-15,4-6-2 0,-3 4-12 0,3-4 6 16,-4 5-5-16,1-2-5 0,-1-2-1 0,4-1-3 16,-7 4-4-16,3-4-2 0,4 0 0 0,-8-1-1 0,8 1 3 15,-7-1-11-15,3-1 3 0,4 2-1 0,-7-4 2 16,3 4-8-16,4 0 3 0,-6-5-1 15,3 1-2-15,3 4 9 0,-3-8 0 0,3 3 6 0,0 5 14 16,-1-11 11-16,2 3 3 0,0 1 1 0,1-2 7 16,2-2 1-16,-2-1-3 0,2-2 5 0,1 1-5 15,-1 1-3-15,1 0 1 0,-2 3-3 0,0 0-7 16,-1 3-4-16,1-2-4 0,-1 2-2 0,1-1-3 16,-2 2-16-16,-1 5-18 0,2-6-32 0,-2 6-41 15,0 0-48-15,1-4-48 0,-1 4-219 0,0 0-426 16,0 0 188-16</inkml:trace>
          <inkml:trace contextRef="#ctx0" brushRef="#br0" timeOffset="-17967.4893">-737-878 241 0,'0'0'245'15,"0"0"-27"-15,0 0-13 0,0 0-19 0,0 0-20 16,0 0-17-16,0 0-8 0,-18-4-17 0,13 4-14 16,-2 0-15-16,-1-2-14 0,2 2-35 0,-1-1-35 15,0 0-66-15,2-2-46 0,0 3-71 0,-2-2-110 16,1 0-305-16,6 2 135 0</inkml:trace>
          <inkml:trace contextRef="#ctx0" brushRef="#br0" timeOffset="-16764.4508">-952-994 160 0,'0'0'166'0,"0"0"-11"16,0 0-14-16,0 0-6 0,-3 14-13 0,3-14-10 16,-2 5-12-16,2-5-6 0,-2 5-11 0,2-5-11 0,-2 5-3 15,2-5-6-15,-3 4-7 0,1 1-6 0,2-5-1 16,-6 5-12-16,3-3-1 0,3-2-4 0,-3 4-5 16,3-4 1-16,0 0-2 0,-6 4-9 0,6-4-3 15,-5 1-4-15,5-1-9 0,-5 2-1 0,5-2-4 16,0 0 4-16,0 0-3 0,-9-4-1 0,9 4-1 15,-3-4 10-15,3 4-7 0,-2-5 1 0,2 5-3 16,-2-5 6-16,2 5 1 0,-1-8 0 0,1 8 5 16,-1-7 4-16,1 7-2 0,0-9 9 0,0 9 8 15,0-6 6-15,0 6 1 0,0 0 4 0,-2-8-3 0,2 8 0 16,0 0-2-16,0 0-3 0,1-7-3 16,-1 7-3-16,0 0-3 0,0 0-3 0,0 0-3 15,0 0-1-15,0 0-3 0,0 0 0 0,0 0 0 0,0 0 0 16,0 0-1-16,0 0 2 0,0 0-6 0,0 0 1 15,0 0 1-15,-2 21-4 0,0-17 3 0,2-4-1 16,-4 6 0-16,1-4-1 0,1 3-2 0,-2-1-4 16,1-1-2-16,3-3-8 0,-6 4-9 0,2-2-9 15,1 0-2-15,3-2-5 0,-9 2-9 0,6-1-2 16,3-1 0-16,-6 1 1 0,6-1 4 0,-7-1 3 16,7 1 2-16,-5-3 5 0,5 3 4 0,-6-5 6 15,6 5-1-15,-3-5 14 0,1 1 2 0,2 4 8 16,-2-6 1-16,2 6 5 0,0 0 4 0,0-11 7 15,0 11 5-15,-1-7 0 0,1 7 6 0,-1-8-2 16,1 8 5-16,0 0 1 0,0-8-1 0,0 8 2 16,0 0-5-16,0 0-1 0,0-7 3 0,0 7-6 0,0 0 0 15,0 0-3-15,0 0-3 0,-1-7-6 16,1 7-1-16,0 0-2 0,0 0 1 0,0 0-4 16,0 0 1-16,0 0-1 0,0 0 1 0,0 0-3 0,0 0 0 15,0 0 0-15,0 0 2 0,0 0 1 0,0 0-3 16,0 0 0-16,0 0-1 0,0 0-1 0,0 21 1 15,0-21 1-15,-4 5-4 0,3-1 3 0,-1 0-3 16,2-4 1-16,-4 7-2 0,2-5-3 0,2-2-4 16,-4 5-6-16,1-2-6 0,3-3-5 0,-7 3-5 15,3-2 3-15,4-1-3 0,-9 0-2 0,3 0-2 16,1 0 4-16,-2 0 1 0,7 0 1 0,-10-5-4 16,3 3 6-16,3-1-1 0,-1-1 7 0,0 2 1 15,1-3-1-15,0 2 2 0,2-2 6 0,-2 1-1 16,2 0 1-16,0-2 3 0,0 1 5 0,0-2 8 15,1 1 9-15,0-1 4 0,1 0 10 0,-1 0 0 16,1 7 11-16,-1-11 12 0,1 7 2 0,0 4 3 0,-1-8 3 16,1 8 3-16,0 0-1 0,0-9 0 0,0 9-2 15,0 0-3-15,-1-6-3 0,1 6-6 0,0 0-4 16,0 0-6-16,0 0-1 0,0 0-6 0,0 0 1 16,0 0-4-16,0 0-3 0,0 0 1 0,0 0 0 15,0 0-1-15,6 18-3 0,-6-18-3 0,0 8-2 16,0-2 1-16,0-1-2 0,0-5 3 0,-1 12-4 15,0-6 0-15,1 1-2 0,-3 0 0 0,0-3-2 16,0 2 0-16,0-2-1 0,-1 0-1 0,-1 1-7 16,0-2-10-16,0 1-10 0,-1-1-7 0,0 3-11 15,0-3-16-15,-1 1-7 0,0-1-3 0,0-1 2 16,1 0-2-16,-1 0 7 0,3-1-4 0,4-1 13 16,-9-1 1-16,9 1 6 0,-9-2 1 0,2 0 7 15,2 1 2-15,-1-1 6 0,6 2 12 0,-6-4-1 0,1 4 5 16,5 0 7-16,-8-5 7 0,4 4 10 15,4 1 7-15,-6-3 5 0,6 3 3 0,-4-3 2 16,4 3 3-16,-4-2 1 0,4 2 2 0,0 0-5 0,0 0-1 16,-4-3-3-16,4 3-8 0,0 0-2 0,0 0 1 15,0 0-4-15,0 0 0 0,0 0 1 0,0 0 3 16,0 0 1-16,0 0-5 0,0 0-1 0,6 17-2 16,-4-11-1-16,0-1 1 0,-1-1-1 0,1 3 4 15,-1 1-6-15,-1-3 1 0,0 2-2 0,0 2-1 16,-1-2 2-16,0 1-4 0,-1 0-2 0,-1-1 3 15,0 0-3-15,-1 1 1 0,0-1-3 0,-1 0-6 16,-3 1-8-16,3 0-14 0,-1-2-15 0,0 1-21 16,0-2-25-16,0 2-31 0,0-3-39 0,0-1-35 15,1 0-208-15,1-1-430 0,0 1 190 0</inkml:trace>
          <inkml:trace contextRef="#ctx0" brushRef="#br0" timeOffset="-16139.4685">-996-1105 93 0,'0'0'208'0,"5"0"-8"0,-5 0-8 0,0 0-7 16,0 0-10-16,0 0-10 0,0 0-18 0,0 0-15 15,0 0-5-15,0 0-15 0,0 0-16 0,-17-5-9 16,12 5-9-16,5 0-10 0,-11 1-13 0,6-1-18 16,-1-1-12-16,6 1-16 0,-11-1-22 0,6 1-23 15,-1-1-16-15,6 1-20 0,-7-2-13 0,7 2-9 0,-7-3-8 16,5 0-2-16,2 3 5 0,-3-4 5 0,3 4 5 15,0 0 9-15,-2-8 11 0,2 8 9 16,0 0 6-16,2-9 24 0,-2 9-1 0,3-6 23 16,0 1-9-16,1 1 6 0,0 1-4 0,-1-2 7 0,1 2-1 15,-1-1-4-15,1-1-15 0,0 3-18 0,0-2-100 16,-4 4-157-16,3-7 69 0</inkml:trace>
          <inkml:trace contextRef="#ctx0" brushRef="#br0" timeOffset="-15577.0346">-1087-1323 215 0,'0'0'209'0,"-5"7"-5"0,1-2-7 0,0 2-12 16,0-1-10-16,-2 2-9 0,0 3-12 0,-1 1-15 15,-1-3-12-15,-1 3-11 0,2-1-10 0,-2 0-11 16,-3 3-12-16,2-4-16 0,1 1-33 0,-4 1-38 0,2-2-60 16,2-2-70-16,0-1-211 0,1-1-374 0,1 0 165 15</inkml:trace>
          <inkml:trace contextRef="#ctx0" brushRef="#br0" timeOffset="-14873.9542">-1587-1031 213 0,'0'0'217'0,"-5"17"-13"0,5-17-15 16,0 0-13-16,-1 7-18 0,1-7-3 0,0 7-12 16,0-7-6-16,0 6-9 0,0-6-12 0,0 8-10 0,0-8-8 15,0 9-10-15,-2-5-7 0,2-4-5 0,0 8-5 16,0-8-5-16,-3 7-2 0,3-7-4 0,-3 5-2 16,1-1-6-16,-2 0-5 0,1-1 0 0,-1 1-5 15,-1 0-7-15,0 0 4 0,0-1-8 0,-2 0 0 16,1 1-6-16,-1-1-4 0,-1 0 0 0,1 0-1 15,-2-2-2-15,-1 2-2 0,0-1 0 0,1-1 0 16,-3 0-6-16,1-2 3 0,-3 0-5 0,1-1 0 16,0 2-4-16,-4-2-2 0,6 1-3 0,-1-3-5 15,0 0 0-15,1 0-7 0,0-1-4 0,5 0-5 0,-1 1-8 16,1-2-8-16,0 0-24 0,1 1-28 16,1-3-27-16,2 3-25 0,1-3-10 0,1 2-44 15,2-2-177-15,-1 2-403 0,2-1 179 0</inkml:trace>
          <inkml:trace contextRef="#ctx0" brushRef="#br0" timeOffset="-14872.9542">-1714-1078 183 0,'-5'2'193'0,"0"-2"-19"0,-3 1-18 16,2-1-11-16,-3 0-22 0,1 1-16 0,1 0-28 16,-2 0-48-16,3-2-58 0,-1 2-167 0,0-1-211 15,1 1 94-15</inkml:trace>
          <inkml:trace contextRef="#ctx0" brushRef="#br0" timeOffset="-6983.8749">-1888-1346 138 0,'0'0'214'0,"2"-6"-15"0,-2 6-16 15,0 0-10-15,0 0-8 0,0 0-4 16,0 0-3-16,0 0-7 0,-15 9-7 0,9-4-9 0,-1 3-10 15,-1 1-11-15,-1 2-9 0,-1 0-9 0,-2 3-12 16,2-2-7-16,-2 2-7 0,5-4-7 0,-5 4-13 16,3-3-14-16,0-1-21 0,0 0-33 0,-1 0-42 15,1 1-47-15,1-2-62 0,1 0-215 0,-1 0-416 16,3-2 184-16</inkml:trace>
          <inkml:trace contextRef="#ctx0" brushRef="#br0" timeOffset="-7327.6209">-2065-1141 173 0,'0'0'176'0,"0"0"-10"0,0 0-9 16,0 0-8-16,0 0-6 0,0 0-9 0,0 0-12 15,0 0-7-15,0 0-3 0,-2 12-19 0,2-12 8 16,-1 7-5-16,0-2-6 0,1-5-3 0,-1 12-6 16,1-5-11-16,-3-1 2 0,1 2-10 0,1 1-3 15,-1-3-6-15,-1 2-5 0,2-1-5 0,0 1-4 16,-2 2 0-16,1-4-2 0,1 2-4 0,-2-2-4 15,1 0-2-15,0 1-5 0,-1-2 1 0,1-1-1 0,2 1 0 16,-2-1-4-16,-1 1 1 0,3-5-2 0,-5 4-3 16,5-4-4-16,-4 3 4 0,4-3 0 0,-4 0-3 15,4 0 0-15,0 0-2 0,-7 0 0 0,7 0 3 16,-6-3-1-16,6 3-1 0,-6-4 2 0,4 1-3 16,2 3 0-16,-5-5-2 0,3 1 6 0,2 4 3 15,-5-5 4-15,1 2-1 0,4 3 4 0,-1-8 0 16,1 8 0-16,-3-6-2 0,0 2-1 0,3 4 2 15,-4-6-3-15,4 6-3 0,-1-4-4 0,1 4-3 16,0 0 1-16,-4-3-2 0,4 3 0 0,0 0 0 0,0 0-2 16,-7 1-3-16,7-1-3 0,0 0-4 15,-8 5-6-15,5-2-5 0,-1-1-4 0,0 2-9 16,1 0-11-16,-2 0-13 0,2 0-18 0,-2 3-20 0,1-2-26 16,0 1-19-16,1-3-28 0,1 1-24 0,-3-1-194 15,1 0-412-15,1 2 183 0</inkml:trace>
        </inkml:traceGroup>
        <inkml:traceGroup>
          <inkml:annotationXML>
            <emma:emma xmlns:emma="http://www.w3.org/2003/04/emma" version="1.0">
              <emma:interpretation id="{67B71286-2A7E-49DE-A081-1D9DCC67513B}" emma:medium="tactile" emma:mode="ink">
                <msink:context xmlns:msink="http://schemas.microsoft.com/ink/2010/main" type="inkWord" rotatedBoundingBox="12078,7955 10747,7979 10740,7558 12070,7534"/>
              </emma:interpretation>
            </emma:emma>
          </inkml:annotationXML>
          <inkml:trace contextRef="#ctx0" brushRef="#br0" timeOffset="-5843.3618">-2556-1054 90 0,'0'0'210'0,"0"0"-12"15,10-10-12-15,-10 10-17 0,4-5-7 0,-4 5-12 16,7-2-11-16,-4 1-12 0,-3 1-9 0,7-2-4 16,-7 2-7-16,6-2-10 0,-6 2-8 0,5-4-4 15,-5 4-11-15,5-1-9 0,-5 1-6 0,4 0-5 16,-4 0-6-16,0 0-2 0,6 1-10 0,-6-1-1 0,3 4-4 16,-3-4 0-16,2 3-5 0,-2-3-2 15,0 7-4-15,0-7-3 0,2 8-3 0,-1-4 0 16,-1-4-6-16,0 8-4 0,0-8-3 0,0 10 2 0,0-6-6 15,0-4 1-15,-1 8-1 0,1-8-5 0,0 7-4 16,0-7-3-16,0 7 4 0,0-7-4 0,0 6-5 16,0-6 3-16,0 0-2 0,0 7 4 0,0-7 1 15,0 0-1-15,1 6 2 0,-1-6-1 0,5 2 0 16,-5-2-5-16,6 3 4 0,-6-3-5 0,4 1 6 16,-4-1 0-16,5 0 3 0,-5 0 0 0,5 2 0 15,-5-2 2-15,0 0 0 0,7-2 1 0,-7 2-2 16,0 0 0-16,0 0 2 0,5 2 2 0,-5-2-1 15,0 0 0-15,0 0 1 0,0 0 2 0,0 0-1 16,0 0 4-16,0 0-3 0,0 0 1 0,0 0-5 16,-12 7 4-16,7-7 6 0,5 0-3 0,-8 2 1 15,0-1-1-15,3 2 0 0,-4-1-2 0,0 0-3 16,0-1-2-16,0 0 0 0,-1 0-12 0,-1 0-3 0,0 0-11 16,-1-1-3-16,0 0 3 0,1 0-4 15,0 0-7-15,0 0 1 0,3 0-3 0,-2 0-9 16,2 0 10-16,0 0-2 0,1 0 7 0,1-2-7 0,0 0 9 15,2 1-6-15,-1-3 8 0,5 4-1 0,-4-4 8 16,4 4-4-16,-5-5 6 0,5 5-4 0,-2-4 10 16,2 4 0-16,0 0 11 0,0 0-4 0,4-9 5 15,-4 9 13-15,4-5 13 0,-4 5 7 0,3-4 1 16,2 1 7-16,-5 3 2 0,4-3 0 0,-4 3 4 16,5-2 5-16,-5 2 5 0,0 0-5 0,8 2 5 15,-8-2-3-15,5 3 5 0,-2 1 4 0,-3-4 4 16,4 8 3-16,-3-3 6 0,1 0 4 0,-2 3 1 15,2-2-3-15,-4 1 0 0,1 1-11 0,0-1 0 0,-1 1-7 16,0 0-2-16,-3 0-3 0,1-2-5 16,0 1-5-16,-2 1-2 0,2-3-6 0,-2 0 0 15,1 1-3-15,1-3-14 0,-1 0-14 0,1-1-21 0,-1 2-26 16,2-3-36-16,3-1-38 0,-7 2-33 0,7-2-218 16,-6 0-407-16,6 0 180 0</inkml:trace>
          <inkml:trace contextRef="#ctx0" brushRef="#br0" timeOffset="-5515.2595">-2479-1193 88 0,'3'-5'253'0,"-3"5"-13"0,3-5-10 0,-2 1-13 16,-1 4-11-16,3-5-16 0,-3 5-14 0,3-3-16 16,-3 3-15-16,0 0-18 0,0 0-8 0,0 0-18 15,0 0-12-15,0 0-27 0,0 0-30 0,0 0-48 16,0 0-48-16,0 0-59 0,-13 14-55 0,7-8-165 15,0 0-371-15,-4 1 165 0</inkml:trace>
          <inkml:trace contextRef="#ctx0" brushRef="#br0" timeOffset="-4952.7969">-2823-1006 173 0,'0'0'205'0,"0"0"-15"15,0 0-10-15,0 0-19 0,0 0-6 0,0 0-8 16,0 0-10-16,0 0-9 0,0 0-9 0,0 0-9 15,0 14-9-15,0-14-4 0,-2 10-10 0,0-7-5 16,1 2-5-16,1-5 1 0,-4 8-6 0,1-5-3 16,1 1-5-16,2-4-7 0,-5 6-4 0,1-4-3 15,0 0-4-15,4-2-3 0,-8 3-5 0,8-3-6 16,-6 1-2-16,6-1-1 0,-9-2-7 0,9 2-1 16,-8-2 2-16,3 0-5 0,2 0 1 0,3 2-5 15,-6-8-1-15,1 5 2 0,3-1-3 0,-1-1-1 16,3 5-5-16,-5-7 2 0,4 2-2 0,-2 2-1 0,3 3 2 15,-4-6-2-15,2 3 2 0,2 3 4 16,-2-6-2-16,2 6-5 0,0 0 2 0,-4-5-3 16,4 5-3-16,0 0 5 0,-5-2 1 0,5 2 1 15,0 0-3-15,-7 6-4 0,7-6 3 0,-6 4-1 0,3 1-2 16,0-2 2-16,0 0-1 0,0 1-1 0,-1 1-4 16,1 0-3-16,-3 0-12 0,1-1-9 15,1 0-17-15,-2 1-20 0,3-1-28 0,-1-1-26 0,1 1-30 16,3-4-32-16,-5 4-216 0,5-4-428 0,-3 4 190 15</inkml:trace>
          <inkml:trace contextRef="#ctx0" brushRef="#br0" timeOffset="-4390.3404">-2864-1126 2 0,'0'0'290'0,"2"-3"-12"0,-2 3-12 0,4-6-20 0,-4 6-22 16,0 0-24-16,1-5-17 0,-1 5-18 16,0 0-20-16,4-3-22 0,-4 3-25 0,0 0-35 15,0 0-43-15,0 0-50 0,0 0-58 0,0 0-56 0,6 9-197 16,-6-9-368-16,0 6 163 0</inkml:trace>
          <inkml:trace contextRef="#ctx0" brushRef="#br0" timeOffset="-4296.5896">-3187-1049 202 0,'0'0'199'15,"0"0"-6"-15,0 0-15 0,0 0-10 0,-4-5-12 16,4 5-11-16,0 0-10 0,0 0-9 0,0 0-6 16,0 0-8-16,0 0-1 0,0 0-7 0,0 0-6 15,0 0-8-15,0 0-9 0,0 0-6 0,4 20-6 16,-4-20-5-16,1 6-3 0,0-2-6 0,2-1-4 15,-3-3-5-15,3 8-3 0,-1-4-2 0,0 1-2 16,1-2 4-16,-3-3-7 0,3 7-4 0,-2-4-5 16,-1-3 7-16,2 6-6 0,-2-6-2 0,1 5-4 15,-1-5 1-15,0 0-4 0,0 0-5 0,-4 9 0 0,4-9-2 16,-5 3-16-16,1 0-7 0,1-1-24 16,-3-1-31-16,1 0-22 0,0 1-37 0,-1-1-25 15,-1 0-37-15,-1-1-218 0,2 1-438 0,-1-1 194 0</inkml:trace>
          <inkml:trace contextRef="#ctx0" brushRef="#br0" timeOffset="-3905.9993">-3356-1183 162 0,'0'0'198'0,"0"0"-14"16,0 0-10-16,0 0 0 0,-7 12-4 0,7-12-8 16,-2 9-12-16,2-3 4 0,0-2-1 15,0 4-9-15,2 0-7 0,-1 0-5 0,-1 2-5 0,0-1-9 16,0-1-12-16,0 3-8 0,0-2-9 0,0 2-7 15,0-2-6-15,0 0-11 0,0-1-11 0,0 0-18 16,0 0-24-16,-1-1-30 0,-1 2-44 0,1-1-38 16,-2 1-46-16,1-2-51 0,-1-1-209 0,1-1-439 15,-1 1 193-15</inkml:trace>
          <inkml:trace contextRef="#ctx0" brushRef="#br0" timeOffset="-3359.1608">-3434-991 120 0,'0'0'192'0,"0"0"-2"16,-6 9-14-16,6-9-13 0,-1 8-5 0,1-8-5 16,0 8-10-16,0-8-2 0,0 10-6 15,0-5-5-15,-1 2-7 0,1-7-6 0,-1 13-9 0,1-6-1 16,-2 1-8-16,-1 0-2 0,1-1-13 0,0 1-2 15,-1-1-10-15,-1 1-10 0,1 0-3 0,-2-1-3 16,1 0-12-16,-2 0-12 0,1-2-16 0,-1 1-26 16,0 0-42-16,-2 0-39 0,2-1-42 0,1-2-45 15,-2 1-222-15,0-1-432 0,2 0 191 0</inkml:trace>
          <inkml:trace contextRef="#ctx0" brushRef="#br0" timeOffset="-2859.1721">-3631-1054 149 0,'0'0'158'0,"3"-8"-14"0,-1 4-13 0,0 0-9 0,-2 4-5 16,2-6-6-16,1 1-2 0,-1 3-8 0,-2 2-4 16,6-6-7-16,-4 5-2 0,-2 1-3 0,4-4-6 15,-4 4-10-15,5-4-10 0,-5 4 2 0,4-3-8 16,-4 3-1-16,0 0-8 0,0 0 2 0,6 0 0 16,-6 0-5-16,0 0-4 0,6 3 2 0,-6-3-7 15,3 4 2-15,-1 0-5 0,-2-4 3 0,2 5-2 16,0-1-9-16,-2-4 8 0,0 6 0 0,0-6-4 15,0 0 0-15,-2 9-1 0,2-9 2 0,-3 6-4 16,1-3-1-16,2-3-2 0,-4 6-1 0,0-4-4 16,1 2 1-16,-1-1-2 0,-1-1 2 0,1 1-6 0,0 0-1 15,-3-2 0-15,2 2-1 0,-1 1 1 0,0-2-2 16,0 3-1-16,0-1 0 0,1-1-4 0,-1 0 4 16,2-1-1-16,0 3-2 0,-1 0-3 0,2-2 2 15,1 1 0-15,-2 1 4 0,3 0-4 0,-2 1 6 16,1 0 1-16,1 1 2 0,1 1 3 0,0 0 1 15,-2 0 3-15,4 1 3 0,-2 0-1 0,1-1 1 16,1 0-2-16,-2 1 1 0,2 1-2 0,-1 0-1 16,0 0-2-16,1-1 2 0,1 0-3 0,-3-1 3 15,1 1-6-15,-1-1-11 0,0 0-19 0,-1-3-23 16,0 2-32-16,-3 0-32 0,2-1-48 0,-2-2-47 16,1 0-188-16,-2 1-423 0,1-2 187 0</inkml:trace>
          <inkml:trace contextRef="#ctx0" brushRef="#br0" timeOffset="-2843.5747">-3785-976 12 0,'0'0'304'0,"2"-9"-9"0,0 5-19 0,-2 4-26 16,3-6-25-16,-3 6-22 0,1-7-25 0,-1 7-25 16,3-2-39-16,-3 2-58 0,0 0-67 0,0 0-75 15,0 0-243-15,0 0-355 0,0 0 158 0</inkml:trace>
        </inkml:traceGroup>
      </inkml:traceGroup>
    </inkml:traceGroup>
    <inkml:traceGroup>
      <inkml:annotationXML>
        <emma:emma xmlns:emma="http://www.w3.org/2003/04/emma" version="1.0">
          <emma:interpretation id="{2EC6C8B6-2315-4E82-B744-8CDDB6CA2057}" emma:medium="tactile" emma:mode="ink">
            <msink:context xmlns:msink="http://schemas.microsoft.com/ink/2010/main" type="paragraph" rotatedBoundingBox="14709,6854 1633,6889 1632,6312 14708,627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503C062-EB0D-48BE-B24B-D81399B97128}" emma:medium="tactile" emma:mode="ink">
              <msink:context xmlns:msink="http://schemas.microsoft.com/ink/2010/main" type="line" rotatedBoundingBox="14709,6854 1633,6889 1632,6312 14708,6277"/>
            </emma:interpretation>
          </emma:emma>
        </inkml:annotationXML>
        <inkml:traceGroup>
          <inkml:annotationXML>
            <emma:emma xmlns:emma="http://www.w3.org/2003/04/emma" version="1.0">
              <emma:interpretation id="{7B100DE7-8EA4-4B61-9EE8-C66721EA8344}" emma:medium="tactile" emma:mode="ink">
                <msink:context xmlns:msink="http://schemas.microsoft.com/ink/2010/main" type="inkWord" rotatedBoundingBox="14709,6823 13656,6826 13655,6401 14708,6398"/>
              </emma:interpretation>
              <emma:one-of disjunction-type="recognition" id="oneOf8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-64823.4698">-351-2155 18 0,'0'0'177'0,"0"0"-9"0,2-4-12 16,-2 4-2-16,0 0-15 0,5-3-6 0,-5 3-17 16,0 0 6-16,0 0-6 0,3-4-6 0,-3 4-5 15,0 0-6-15,3-2-5 0,-3 2-7 0,0 0-9 16,0 0-2-16,0 0-9 0,6-2-7 0,-6 2-4 15,0 0-6-15,0 0-4 0,8 2-9 0,-8-2-1 16,0 0-3-16,6 3-5 0,-6-3-2 0,3 4-4 16,-3-4-2-16,4 5-5 0,-2-3-2 0,-2-2-10 15,3 4 1-15,-3-4-6 0,2 4-5 0,-2-4-4 16,4 6-4-16,-3-2-4 0,-1-4-4 0,4 5-1 16,-2-2-4-16,-2-3-3 0,2 8-1 0,-2-5 3 15,0-3 5-15,3 6-3 0,-3-6 5 0,3 6-2 16,-3-6 3-16,3 3 5 0,-3-3 0 0,3 3 5 0,-3-3 0 15,4 4 0-15,-4-4 2 0,3 2 2 0,-3-2-2 16,5 3 0-16,-5-3 7 0,4 2-8 0,-4-2 9 16,0 0 2-16,0 0 2 0,5 1 5 0,-5-1-1 15,0 0 3-15,0 0 3 0,0 0-2 0,0 0 0 16,0 0 4-16,0 0-1 0,0 0-2 0,-19 0 0 16,12-1-1-16,-1-1 4 0,0 2-3 0,-1-1 2 15,-2-2-4-15,0 0 1 0,-1 1 2 0,1 1 1 16,-1-1-3-16,-1 0-2 0,2 1 6 0,3-1-3 15,0-1-3-15,-3 1-1 0,5-2 4 0,-1 2 7 16,-1 0-8-16,1-2 6 0,0 2-5 0,1-2 4 16,0 2 2-16,2 0 1 0,1-1 4 0,3 3 7 15,-7-4 10-15,7 4 5 0,-5-3 3 0,5 3 3 16,-3-4 0-16,3 4 1 0,0 0-3 0,-3-5 4 0,3 5-2 16,0 0-2-16,0 0-5 0,-2-3-4 15,2 3-3-15,0 0-1 0,0 0-3 0,0 0-2 16,0 0-3-16,0 0-2 0,0 0-2 0,0 0-6 15,0 0 2-15,0 0-3 0,0 0 0 0,0 0-1 0,9 13 1 16,-6-9-3-16,-1 1-2 0,1 0-1 0,0 0 0 16,-2 1-1-16,1 0 0 0,-1-1-1 15,-1-5-2-15,-3 12 1 0,0-5-1 0,0-3 1 0,0 4-2 16,-1-3 1-16,1 1 0 0,-2 0-4 0,0-1-6 16,0-2-5-16,-1 3-11 0,-1-2-16 0,-1 0-23 15,1 0-31-15,1-2-31 0,-2 1-43 0,2-1-57 16,1-2-244-16,-2 0-502 0,2 0 223 0</inkml:trace>
          <inkml:trace contextRef="#ctx0" brushRef="#br0" timeOffset="-64057.9025">-677-2242 204 0,'3'-9'236'0,"-3"9"-11"0,0 0-12 0,0 0-16 15,2-5-14-15,-2 5-17 0,0 0-13 0,0 0-2 16,0 0-21-16,0 0-8 0,0 0-2 0,0 0-4 16,5 13-8-16,-5-13-2 0,2 10-1 0,-1-4-8 15,-1 0-9-15,0 3-4 0,0-1-11 0,1 0-5 16,-1 2-6-16,0-1-4 0,0 0-4 0,0 0-5 16,1 1-8-16,-1-1-5 0,0-1-13 0,-1 0-20 15,1 0-28-15,0-1-37 0,-1-2-48 0,1 2-41 16,0-7-44-16,-2 10-45 0,0-6-175 0,2-4-449 15,-4 8 198-15</inkml:trace>
          <inkml:trace contextRef="#ctx0" brushRef="#br0" timeOffset="-63729.8296">-774-2120 102 0,'0'0'174'0,"0"0"-7"0,0 0-16 0,0 0-10 0,0 0-6 15,0 0-5-15,0 0-13 0,6 15-13 16,-6-15 3-16,1 6-14 0,-1-6-8 0,0 7-4 0,0-7-10 16,-1 8-5-16,1-8-7 0,-4 6-1 0,2-3-9 15,2-3-4-15,-4 7-3 0,1-5-6 0,-1 1 0 16,0 1-7-16,-2-2-4 0,2 0-2 0,-2 0 5 15,0 0-9-15,2-2 2 0,4 0-1 0,-12-2-5 16,5 1 2-16,1-1-3 0,1-1-2 0,-1-1-3 16,2 0 2-16,1 0 11 0,0 0 2 0,0-3 1 15,0 1 2-15,0-2 7 0,2 0 4 0,0 0-7 16,1-2 2-16,-1-2 0 0,3-1-2 0,-1 0-5 16,-1 0-1-16,2 1 0 0,-1-3-5 0,-1 3 0 15,3 4-2-15,0 1-2 0,-2-1-6 0,1 3 4 16,-1-2-5-16,1 3 1 0,-2 4-11 0,3-6-11 0,-3 6-19 15,3-5-14-15,-3 5-18 0,2-3-26 16,-2 3-31-16,0 0-30 0,0 0-30 0,0 0-169 16,0 0-378-16,0 0 168 0</inkml:trace>
          <inkml:trace contextRef="#ctx0" brushRef="#br0" timeOffset="-63292.3605">-790-1924 72 0,'0'0'240'0,"0"0"-14"0,0 0-16 0,0 0-15 0,0 0-19 15,0 0-16-15,0 0-13 0,-15-3-12 16,15 3-15-16,-9-2-11 0,3 2-13 0,6 0-8 0,-9-1-25 16,2 1-28-16,1-2-41 0,1 1-61 0,5 1-55 15,-8-2-192-15,5-1-338 0,3 3 150 0</inkml:trace>
          <inkml:trace contextRef="#ctx0" brushRef="#br0" timeOffset="-60589.4239">-320-2318 30 0,'3'-10'312'16,"-3"10"-15"-16,0 0-13 0,2-8-11 0,-2 8-26 0,2-3-18 15,-2 3-23-15,3-3-11 0,-3 3-20 0,0 0-14 16,4-4-18-16,-4 4-13 0,0 0-13 0,0 0-18 16,3-4-35-16,-3 4-45 0,0 0-72 0,0 0-82 15,0 0-84-15,0 0-210 0,0 0-465 0,0 0 205 16</inkml:trace>
          <inkml:trace contextRef="#ctx0" brushRef="#br0" timeOffset="-66417.1372">157-2258 153 0,'0'0'157'0,"0"0"-3"0,0 0-7 16,0 0-10-16,0 0 0 0,5-1-4 0,-5 1-7 15,0 0-5-15,0 0-8 0,0 0-10 0,0 0-6 16,0 0-9-16,0 0-9 0,0 0 0 0,0 0-14 16,0 0-3-16,0 0-9 0,0 0-2 0,0 0-7 0,0 0-3 15,0 0-5-15,-16 2 1 0,16-2-5 16,-7 1-5-16,1 1-3 0,6-2-2 0,-6 2-5 15,2-1 3-15,4-1-8 0,-6 1-1 0,6-1-1 16,-8 2 2-16,8-2-6 0,-5 2 3 0,5-2-6 16,0 0 3-16,-6 2-1 0,6-2 0 0,0 0-1 15,0 0-1-15,0 0-1 0,0 0-1 0,0 0-1 16,-5-1 7-16,5 1-6 0,0 0 5 0,0 0-7 0,0 0-1 16,0 0 3-16,0 0-2 0,0 0-2 0,0 0 4 15,0 0 0-15,0 0-3 0,0 0 1 0,0 0 1 16,0 0 1-16,6 14 0 0,-6-14-1 0,0 0 1 15,1 7-3-15,-1-7 5 0,1 7-4 0,-1-7 2 16,1 5-1-16,-1-5 7 0,0 0-6 0,-1 10 2 16,1-10 3-16,0 0-7 0,-1 8 5 0,1-8 1 15,0 0-6-15,0 0-1 0,-1 6 4 0,1-6-1 16,0 0 3-16,0 0-1 0,0 0 3 0,0 0-2 16,0 0 4-16,0 0-3 0,0 6-2 0,0-6 6 15,0 0-3-15,0 0-1 0,0 0 2 0,0 0-1 16,0 0-4-16,0 0-1 0,0 0-4 0,0 0 2 15,0 0 2-15,10-8-1 0,-10 8 2 0,3-3-2 16,-3 3 1-16,0 0 1 0,3-3-3 0,-3 3 4 16,0 0-3-16,7-1 4 0,-7 1-4 0,5 0 0 15,-5 0 3-15,0 0 1 0,6-1-1 0,-6 1 3 16,0 0 1-16,7 2-3 0,-7-2 4 0,6 2-1 16,-3 0 4-16,-3-2 1 0,4 3-3 0,-1-2 4 15,-3-1-3-15,5 4 3 0,-5-4-3 0,5 5 2 0,-2 0-2 16,-2-2 1-16,2 1-1 0,-2 1 1 15,1-2-1-15,-2-3 1 0,3 7-3 0,-3-2 2 16,0-5 1-16,1 7 1 0,-1-7-1 0,0 6 4 16,0-6-2-16,0 8-1 0,0-8 5 0,-3 8-1 0,1-4 7 15,2-4-4-15,-4 5 2 0,1-1-1 0,-1-1 0 16,2 0-4-16,2-3-1 0,-10 6 2 0,6-4-7 16,-1-1 4-16,1 2-4 0,-2-2 2 0,1 1 0 15,1-1-3-15,4-1-2 0,-9 1-7 0,5 0-10 16,4-1-11-16,-9-1-17 0,3-1-28 0,1 2-39 15,5 0-40-15,-9-4-44 0,3 1-233 0,-1 0-456 16,2 1 202-16</inkml:trace>
          <inkml:trace contextRef="#ctx0" brushRef="#br0" timeOffset="-65807.8021">-66-2306 174 0,'0'0'178'16,"0"0"2"-16,0 0-10 0,0 17-10 0,0-17-11 0,-1 7-2 15,1-7-1-15,-2 8-5 0,1-2-9 16,1-6-4-16,-2 9-8 0,1-1-1 0,-1-4-5 0,-1 3-8 16,1-1 2-16,0 2-11 0,-1 1-6 0,0-1-1 15,1 1-4-15,1 0-6 0,-1 0-10 0,0 1-3 16,2-1-7-16,-2 2-6 0,2-2-3 0,0 2-4 16,0-3-1-16,2 2-7 0,1 0-5 0,1 3-1 15,1-3-15-15,0 0-9 0,2 1-21 0,1-2-23 16,0-1-30-16,0 1-45 0,0-2-45 0,3 0-42 15,-1-3-38-15,-4 1-172 0,0-1-438 0,-1-3 193 16</inkml:trace>
        </inkml:traceGroup>
        <inkml:traceGroup>
          <inkml:annotationXML>
            <emma:emma xmlns:emma="http://www.w3.org/2003/04/emma" version="1.0">
              <emma:interpretation id="{223E170E-76C5-4ABC-8DC2-2E636F7EDA59}" emma:medium="tactile" emma:mode="ink">
                <msink:context xmlns:msink="http://schemas.microsoft.com/ink/2010/main" type="inkWord" rotatedBoundingBox="13506,6857 11781,6862 11780,6285 13505,6280"/>
              </emma:interpretation>
              <emma:one-of disjunction-type="recognition" id="oneOf9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0" brushRef="#br0" timeOffset="-58902.0443">-1023-2171 93 0,'0'0'186'0,"0"0"-11"0,-3 15-17 16,3-15-13-16,0 0-8 0,0 0-5 0,2 10-6 15,-2-10-14-15,-2 6-7 0,2-6-10 0,-1 6-11 16,1-6-7-16,-1 8-7 0,1-8-3 0,-2 8-9 16,1-4-6-16,1-4-1 0,-4 6-9 0,4-6-5 15,-1 6 2-15,1-6-8 0,-4 5-5 0,1-2-5 16,3-3-1-16,-5 4-13 0,1-1-6 0,4-3-11 15,-7 3-4-15,3-3-5 0,4 0-2 0,-8 0 0 0,8 0 6 16,-8-2-4-16,4 1 5 0,4 1 0 0,-6-5 0 16,3 3 4-16,0-2 4 0,3 4-1 0,-4-6 1 15,4 6 4-15,-2-6 3 0,2 6-3 0,-2-7 3 16,2 7 12-16,-1-8 5 0,0 3-1 0,1 5 5 16,-1-6 2-16,1 6-1 0,0 0 4 0,0 0 0 15,0-10 4-15,0 10 1 0,0 0-6 0,-1-5-4 16,1 5-1-16,0 0-5 0,0 0 1 0,0 0-5 15,0 0-3-15,0 0 3 0,0 0-5 0,0 0-1 16,0 0 0-16,0 0 3 0,0 0-5 0,0 0 2 16,0 0-2-16,0 0 0 0,-1 20 2 0,1-20 0 15,-2 7-1-15,1-3-6 0,1-4 2 0,-4 4-1 16,2 0-5-16,2-4-6 0,-6 7-4 0,4-4-2 0,-1 0-2 16,3-3-12-16,-6 4-3 0,2-2-6 0,1-1 0 15,3-1 2-15,-6 2-2 0,6-2 1 0,-6 0-1 16,6 0 1-16,-8-1 7 0,8 1 0 0,-5-2 1 15,5 2 8-15,-6-4-4 0,6 4 11 0,-4-3 8 16,4 3 14-16,-2-7 2 0,0 3 7 0,2 4 10 16,-1-7 7-16,1 7 0 0,0-6 0 0,0 6 4 15,0 0 3-15,-2-8 3 0,2 8 1 0,0-7 2 16,0 7-4-16,-1-7 2 0,1 7-4 0,0 0-5 16,0 0 1-16,0 0 1 0,-1-6-6 0,1 6-4 15,0 0-5-15,0 0-5 0,0 0 2 0,0 0-2 16,0 0-2-16,0 0-2 0,0 0-3 0,0 0-1 15,0 0 1-15,0 0 0 0,0 0-3 0,0 0 1 0,1 21-3 16,-1-21 2-16,-2 6-1 0,2-6-1 16,-1 8 0-16,0-4-2 0,1-4 0 0,-3 8-4 15,2-5-7-15,-2 1 0 0,3-4-9 0,-5 7 0 0,3-6-5 16,2-1-3-16,-5 6-3 0,1-4-6 0,4-2-8 16,-7 2 0-16,7-2 0 0,-9 0 3 0,9 0-8 15,-8-1-2-15,8 1-1 0,-8-3 0 0,5 1-4 16,-2 0 8-16,1-1 8 0,-1-1-2 0,1 0 4 15,-1-1 6-15,2 1 2 0,-1-2 3 0,1 0 6 16,0 0 5-16,1-2 14 0,0 1 5 0,-1-1 7 16,1-1 7-16,1 0-3 0,-1 2 5 0,1-1 15 15,-1 2 12-15,2 6 6 0,-2-12-3 0,1 7-1 16,1 5-7-16,0-10 9 0,0 10 2 0,-1-7 0 16,1 7-4-16,-1-5 0 0,1 5 0 0,0 0-10 15,-1-6-2-15,1 6-6 0,0 0-2 0,0 0 2 16,0 0 3-16,0 0-7 0,0 0 1 0,0 0-2 0,0 0 2 15,2 21-7-15,-1-16 1 0,-1 2-3 0,0-1-2 16,0 2 0-16,-2 0-2 0,0 0-1 16,0 2 0-16,-1-3-2 0,0 2-2 0,0-2 1 0,-1-1-2 15,1 3-2-15,-3-1 1 0,3-3-2 0,-3-1 3 16,0 2-6-16,-1-2-1 0,2 0-10 0,-2 0 4 16,1-1-5-16,-1-1 4 0,0 0-2 0,0 0-1 15,1 0-1-15,0-2-2 0,-1 0 1 0,3 1 2 16,4-1 0-16,-11-3-1 0,11 3 2 0,-7 0 3 15,7 0 2-15,-6 0 2 0,6 0 7 0,-6-1 4 16,6 1 1-16,-5-2 3 0,5 2-1 0,0 0-3 16,-5-2 2-16,5 2-3 0,0 0-1 0,0 0-1 0,0 0-1 15,0 0-3-15,0 0 2 0,0 0-4 0,-4 7 1 16,4-7 3-16,0 0-1 0,2 12 1 16,0-7-3-16,-2 2-3 0,0 0 5 0,1 1 1 0,-1 1-6 15,-1-2 3-15,1 0-1 0,-2 1-1 0,-1 2 2 16,-1 1-1-16,1 0 1 0,-2-2-5 0,0-2-1 15,-2 4-6-15,-1-2-11 0,0 0-16 0,-2 0-15 16,2-1-26-16,2-2-17 0,-1-1-28 0,3-2-41 16,-1 1-49-16,-1-2-155 0,3-1-395 0,3-1 175 15</inkml:trace>
          <inkml:trace contextRef="#ctx0" brushRef="#br0" timeOffset="-58402.0791">-1058-2249 214 0,'0'0'215'0,"0"0"-11"0,0 0-10 15,0 0-26-15,0 0-5 0,0 0-18 0,0 0-10 16,0 0-13-16,0 0-7 0,0 0-8 0,0 0-17 16,0 0-6-16,-19-1-11 0,19 1-5 0,-8-1-7 15,3 0-9-15,0-1-1 0,-1 1-6 0,6 1-6 0,-9-1-6 16,4 0-3-16,5 1-11 0,-7-2-8 16,7 2-14-16,-5-3-15 0,5 3-9 0,-4-4-18 0,4 4-23 15,0 0-19-15,-1-5-3 0,1 5-20 0,0 0-28 16,0 0-14-16,4-12-132 0,-4 12-306 15,1-7 135-15</inkml:trace>
          <inkml:trace contextRef="#ctx0" brushRef="#br0" timeOffset="-57980.2407">-1132-2469 120 0,'0'0'210'0,"0"0"-14"15,0 0-15-15,0 0-4 0,-8 12-7 0,7-7-9 16,-4 0-7-16,0 3-10 0,0 1-13 0,-2 1-7 15,1-1-13-15,-3 3-14 0,0-1-5 0,-2 2-11 16,0 0-5-16,2-3-11 0,-2 1-16 0,2-1-24 16,-4 3-36-16,2-4-51 0,2 2-59 0,-2-3-62 15,-4 2-149-15,6 0-359 0,-1-3 160 0</inkml:trace>
          <inkml:trace contextRef="#ctx0" brushRef="#br0" timeOffset="-57277.1688">-1590-2159 174 0,'0'0'192'0,"0"0"-6"0,0 0-6 16,0 0-11-16,0 0-10 0,0 0-12 0,-3 9 3 15,3-9-4-15,0 0-8 0,0 0-11 0,6 10-6 16,-6-10-12-16,0 6-12 0,0-6-5 0,0 0-7 15,0 8-2-15,0-8-6 0,-3 7-7 0,1-4-7 0,2-3-4 16,-3 8-3-16,1-4-6 0,0 1-1 0,2-5-6 16,-6 7-7-16,1-3-3 0,0-2 1 0,-1 2-5 15,1 0-4-15,-2 0 0 0,-1-1-1 0,0 1-3 16,-1-1-7-16,-3-1 0 0,0 1 5 0,-1-2-5 16,0 0 0-16,-3-1-5 0,-1 0 1 0,3-1-2 15,-2-1-3-15,0-1 1 0,3 0-3 0,1 1-7 16,-1-1-2-16,2-1-10 0,1 1 3 0,2 1 1 15,2-2-8-15,0 0-13 0,1 0-8 0,1 0-23 16,1-2-21-16,0 2-13 0,3 4-28 0,-1-12-29 0,2 6-21 16,2-1-46-16,-1 2-127 0,1-2-379 0,1 2 168 15</inkml:trace>
          <inkml:trace contextRef="#ctx0" brushRef="#br0" timeOffset="-57042.7813">-1690-2226 99 0,'0'0'165'0,"0"0"-10"0,0 0-16 15,-18 2-10-15,11-1-15 0,1 0-14 0,-1 0-31 16,0 1-43-16,-2-1-54 0,-1 0-134 0,-1 0-175 15,0-2 78-15</inkml:trace>
          <inkml:trace contextRef="#ctx0" brushRef="#br0" timeOffset="-56183.4982">-1891-2406 123 0,'0'0'189'16,"0"0"-21"-16,0 0-5 0,0 0-6 0,0 0-6 0,0 0-7 16,0 0-12-16,-13 19-13 0,6-8-4 15,-1-2-11-15,-1 0-5 0,-4 3-6 0,-1 1-10 16,0-1-7-16,0 2-4 0,2-1-8 0,-1 0-9 0,2-3-12 15,-1 2-21-15,2-3-29 0,1 1-36 0,1-2-62 16,2-3-87-16,0 1-113 0,1-1-329 0,0-1 146 16</inkml:trace>
          <inkml:trace contextRef="#ctx0" brushRef="#br0" timeOffset="-56523.9506">-2057-2243 153 0,'0'0'208'0,"0"0"-3"16,-1 7-11-16,1-7-12 0,1 7-12 0,-1-7-10 15,1 8-8-15,-1-8-7 0,2 9-13 0,-2-5-8 16,0 1-9-16,0-5-6 0,2 12-2 0,-4-5-7 15,2 1-6-15,0 0-9 0,-1-3-3 0,0 2-11 0,0-1-7 16,0 1-5-16,-2-1-5 0,0 0-6 0,-1-1-5 16,2-1-2-16,-1 1-4 0,-1 1-4 15,2-2 0-15,-2-1-8 0,1 2-4 0,0-2 0 0,3-3-8 16,-5 5-3-16,2-4-3 0,3-1-4 0,-6 0-1 16,1 2-4-16,5-2 4 0,-8-2-3 0,8 2-3 15,-6-3 5-15,6 3-1 0,-7-4 0 0,2 2-1 16,1-1-2-16,1-1 1 0,-1 0 4 0,4 4 0 15,-6-7-4-15,3 5 0 0,3 2 3 0,-5-7-3 16,2 4-1-16,0 1 0 0,3 2-1 0,-4-3 6 16,4 3-2-16,0 0-1 0,-6 0-1 0,6 0 3 15,0 0-2-15,-8 5 0 0,5-2-9 0,0 0-5 16,1 1-11-16,-2 1-10 0,-1 2-14 0,3-2-23 0,-2 2-3 16,-1-2-20-16,1 1-12 0,1-1-26 15,-1-1-32-15,1 0-26 0,1 0-158 0,-1 0-379 16,0-1 168-16</inkml:trace>
          <inkml:trace contextRef="#ctx0" brushRef="#br0" timeOffset="-53761.7896">-2359-1980 87 0,'0'0'191'0,"0"0"-8"0,0 0-8 15,0 0-7-15,0 0-7 0,0 0-11 0,0 0-10 16,0 0-9-16,0 0-11 0,-11 6-10 0,11-6-12 16,-8 1-10-16,3-1-7 0,-2 1-19 0,1 0-31 0,-2-1-25 15,2 2-55-15,-1-3-57 0,7 1-199 0,-10-1-330 16,7 0 146-16</inkml:trace>
          <inkml:trace contextRef="#ctx0" brushRef="#br0" timeOffset="-54574.2308">-2375-2168 149 0,'0'0'151'0,"0"0"-3"0,0 0-8 0,0 0-5 15,0 0-8-15,0 0-8 0,0 0-9 0,0 0-3 16,0 0-11-16,0 0-9 0,0 0-4 0,-1 17-3 16,1-17-3-16,0 0 1 0,-3 8-3 0,3-8-5 15,-2 6-5-15,2-6-6 0,-1 7-3 0,1-7-10 16,-1 8-1-16,-1-4-6 0,2-4-6 0,-2 5 1 16,2-5-3-16,-4 5-5 0,4-5-2 0,-3 4-5 15,3-4 5-15,-4 2-8 0,4-2-2 0,-5 3-7 16,2-1-5-16,3-2 2 0,0 0-8 0,-10 0 1 15,10 0 5-15,-8-2-3 0,2 1 1 0,3-3 0 16,3 4-1-16,-10-5 2 0,5 1-2 0,-1 0-1 16,2 1 4-16,-1-3-5 0,1 2 0 0,0 0 3 15,1 1 1-15,1-3 3 0,0 2 3 0,0-1 2 0,2 5 6 16,-5-7 9-16,5 7 10 0,-3-8 2 0,3 8 3 16,0-4 2-16,0 4 2 0,-1-5 1 15,1 5 0-15,0 0-3 0,-2-6 0 0,2 6-3 0,0 0 1 16,0 0 0-16,0 0-5 0,0 0 0 0,-1-6-6 15,1 6-2-15,0 0-4 0,0 0 0 0,0 0 0 16,0 0-2-16,0 0 2 0,0 0-4 0,0 0-1 16,0 0-1-16,0 0 0 0,1 22-8 0,-1-22 2 15,0 7-3-15,0-7 5 0,-1 10-2 0,-1-7 0 16,2-3 1-16,-2 10-2 0,1-5-7 0,-1 0 5 16,0-1 1-16,2-4-7 0,-3 11 5 0,2-6-1 15,-1-1-3-15,-1-1 5 0,-1 1-4 0,0-1 5 0,1 2-4 16,-1-2 0-16,-1-1 1 0,-1 2 3 0,0-1-5 15,-1 1 1-15,0-1-7 0,1-1 4 16,-5 1 1-16,0 0-2 0,4-2 2 0,-5-1-1 16,0 1-1-16,0 0-1 0,0-1-2 0,0-1 1 0,-1 0-7 15,0 0 0-15,2-2-4 0,-1 1 2 0,1 0-4 16,3-1-2-16,2-1-2 0,-2 0-9 0,3 0-3 16,2 0-11-16,0 0-15 0,1-1-28 0,0-2-18 15,3-1-38-15,1 1-14 0,2-2-35 0,-1 0-42 16,2-2-134-16,3-1-396 0,-2 4 176 0</inkml:trace>
          <inkml:trace contextRef="#ctx0" brushRef="#br0" timeOffset="-54152.391">-2396-2396 169 0,'0'0'202'16,"0"0"-15"-16,0 0-13 0,0 0-15 0,0 0-8 0,0 0 3 15,0 0-12-15,-10 17-8 0,6-11-13 0,-2 1-8 16,-1 3-10-16,-3-1-8 0,2 1-12 16,-2 0-6-16,-2 2-10 0,2-3-8 0,1 2-25 0,0-2-31 15,-1 2-45-15,2-2-73 0,1 1-80 0,-1-2-118 16,3 1-339-16,1-4 151 0</inkml:trace>
        </inkml:traceGroup>
        <inkml:traceGroup>
          <inkml:annotationXML>
            <emma:emma xmlns:emma="http://www.w3.org/2003/04/emma" version="1.0">
              <emma:interpretation id="{B56A65EF-9726-4119-B70A-5D693EA21A55}" emma:medium="tactile" emma:mode="ink">
                <msink:context xmlns:msink="http://schemas.microsoft.com/ink/2010/main" type="inkWord" rotatedBoundingBox="11622,6845 9746,6850 9745,6474 11621,6469"/>
              </emma:interpretation>
              <emma:one-of disjunction-type="recognition" id="oneOf10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0" brushRef="#br0" timeOffset="-53074.3146">-2916-2153 58 0,'0'0'202'15,"0"0"-15"-15,0 0-16 0,0 0-10 0,0 0-9 16,0 0-11-16,0 0-13 0,0 0-5 0,0 0-10 15,0 0 1-15,8 10-6 0,-8-10-5 0,1 6-6 16,-1-6-5-16,0 6-15 0,0-6 2 0,0 0-7 16,-2 11-7-16,2-11-8 0,-4 6-3 0,4-1-4 15,-3-1-7-15,1-1-3 0,2-3-3 0,-8 7-5 16,6-3-1-16,-2-1-8 0,-2-1-1 0,2 2-2 16,-1-2-3-16,-1 0-8 0,3-2-6 0,3 0 0 0,-10 3 3 15,5-3-4-15,1 0-3 0,4 0 1 0,-9-3 2 16,6 1-1-16,3 2 2 0,-4-4-3 0,2-2 2 15,2 6 4-15,-1-9 9 0,1 9-1 0,1-9 8 16,1 3 2-16,-1-2 0 0,1-1 4 0,1 0 9 16,0 1 0-16,2-4 1 0,-1 0-5 0,0-1-3 15,0 5-1-15,-2-2 0 0,2 1 0 0,0-3-6 16,-2 5-4-16,1 1 1 0,0 0-3 0,-1 1 0 16,-1 1-5-16,-1 4-10 0,0 0-11 0,2-6-18 15,-2 6-25-15,0 0-27 0,0 0-37 0,0 0-45 16,0 0-54-16,0 0-210 0,-8 18-459 0,5-11 204 15</inkml:trace>
          <inkml:trace contextRef="#ctx0" brushRef="#br0" timeOffset="-52839.9861">-3034-1915 246 0,'0'0'288'0,"0"0"-16"16,0 0-15-16,0 0-24 0,0 0-20 0,0 0-22 16,8-14-16-16,-8 14-20 0,4-4-12 15,-4 4-15-15,1-5-29 0,-1 5-34 0,2-5-47 0,-2 5-58 16,0 0-63-16,0-9-63 0,0 9-197 0,0 0-393 16,-5-8 175-16</inkml:trace>
          <inkml:trace contextRef="#ctx0" brushRef="#br0" timeOffset="-52574.3795">-3141-2102 148 0,'0'0'210'0,"0"0"-5"0,0 0-6 0,0 0-4 15,0 0-1-15,0 0-12 0,0 0-9 0,6 18-1 0,-5-10-10 16,0-2-15-16,-3 1-5 0,1 2-12 0,1-3-2 16,-1 1-16-16,0 1-6 0,-2 1-8 0,-1-1-9 15,1 1-8-15,-1-1-9 0,-1-1-6 0,-3 3-3 16,2-3-9-16,-1-1-7 0,0 2-7 0,-2 0-15 16,2-2-9-16,1-1-20 0,-1-1-26 0,1-1-27 15,0 0-42-15,-1 0-28 0,2-1-42 0,0-1-42 16,5-1-216-16,-8-1-462 0,2-1 204 0</inkml:trace>
          <inkml:trace contextRef="#ctx0" brushRef="#br0" timeOffset="-52246.2762">-3179-2215 106 0,'1'-4'274'16,"-1"4"-9"-16,4-5-21 0,-4 5-18 0,4-7-22 15,-2 5-20-15,-2 2-20 0,3-5-10 0,-3 5-21 16,5-2-12-16,-5 2-16 0,0 0-26 0,0 0-36 16,0 0-43-16,0 0-50 0,0 0-60 0,0 0-53 15,0 0-168-15,0 0-356 0,0 0 158 0</inkml:trace>
          <inkml:trace contextRef="#ctx0" brushRef="#br0" timeOffset="-51808.8086">-3299-2096 8 0,'0'0'185'0,"-5"4"-18"0,1-3-11 16,-1 2-11-16,1-2-11 0,-2 3-17 0,0-2-5 15,0 1-12-15,0 0-2 0,0 1-9 0,0 0-13 16,0-1-11-16,3 1-3 0,-1-3-5 0,-2 3-4 16,2 0-5-16,-1 0-7 0,3-2-3 0,2-2-2 15,-4 5-8-15,1-1 1 0,3-4-3 0,-1 4-3 16,1-4-2-16,0 0 4 0,0 0-1 0,0 0 0 15,6 8-1-15,-3-6 12 0,0 0 1 0,-3-2 4 16,7 1-2-16,-3-1 2 0,-4 0-2 0,9 1 5 0,-3 1 2 16,-1-2 4-16,1 0 1 0,-2 1-4 15,2 0 0-15,-1 0-3 0,-5-1-11 0,8 2 3 16,-6-1-5-16,-2-1-2 0,6 3-3 0,-3-2 1 0,-3-1 2 16,0 0-1-16,2 4-4 0,-2-4 7 0,0 0 1 15,0 0-1-15,-4 10 0 0,4-10 2 0,-6 7-1 16,3-4-4-16,-1 1 3 0,-2 0-4 0,0-1 1 15,0 1-3-15,-1 0-6 0,1-2 6 0,-1 2-2 16,-1-2 1-16,-1-1-6 0,-1 2 1 0,-1-2-5 16,-1 2 1-16,1-3 0 0,-1 0-3 0,-1-1 0 15,1-2-6-15,0 0 5 0,0 0 1 0,0-1-4 16,1-1 5-16,1 0-6 0,3 1-3 0,-2-4-2 16,3 2 4-16,0 0-3 0,2-1-4 0,1 1-10 15,2-2-10-15,0 0-9 0,1 0-15 0,2 0-28 16,1 1-22-16,-1-1-29 0,0 1-35 0,1 0-40 15,1 1-235-15,0-2-472 0,-1 1 209 0</inkml:trace>
          <inkml:trace contextRef="#ctx0" brushRef="#br0" timeOffset="-50402.634">-3710-2114 34 0,'0'0'208'0,"0"0"-14"16,0 0-16-16,0 0-15 0,0 0-15 0,0 0-12 0,0 0-12 15,0 0-5-15,0 0-6 0,0 0-11 0,0 0-10 16,0 0-8-16,0 0-4 0,0 0-6 0,13 10-8 15,-11-5-4-15,-2-5-4 0,3 7-5 0,-3-3-2 16,0-4-9-16,3 7-5 0,-2-2 2 0,1-1-5 16,-2-4-3-16,3 8-3 0,-3-4-2 0,0-4-3 15,0 8-1-15,0-8-2 0,0 6-6 0,0-6-6 16,-2 6-8-16,2-6-2 0,0 0-3 0,-3 5-4 16,3-5-2-16,-4 2-7 0,4-2 6 0,-5 1 0 15,5-1 4-15,0 0 1 0,0 0-1 0,-11-4-1 0,11 4 3 16,-6-3-1-16,4 0 0 0,2 3 1 0,-5-4-2 15,5 4 2-15,-4-7 5 0,3 2-2 0,1 5 0 16,-2-8-1-16,0 3 1 0,2 5 2 0,0-10 0 16,1 3-1-16,0 1 3 0,1 0 2 0,-1 0 0 15,1 1 3-15,-2 5-2 0,2-11 6 0,-1 8 2 16,-1 3 7-16,2-9 3 0,-2 9 1 0,1-5 0 16,-1 5 2-16,1-5 1 0,-1 5-5 0,0 0-4 15,0 0 0-15,0 0-5 0,0-7 3 0,0 7-4 16,0 0 0-16,0 0 2 0,0 0-3 0,0 0-4 15,-10 3-4-15,10-3 5 0,-8 5-3 0,4-3-2 16,-1 1 1-16,-2-1-1 0,1 2 1 0,1-1-3 16,-2 1-2-16,0 1-6 0,0-2-3 0,-1 1-4 0,-1 0-7 15,0 0-9-15,1-1-2 0,0 0-6 0,-1-1 0 16,2-1-13-16,-2 1-7 0,2-1-9 0,1 0-5 16,-2 0-1-16,4-2-5 0,-1 2 3 0,5-1-3 15,-9-2 1-15,9 2 16 0,-7-2 3 0,7 2 6 16,-6-3 2-16,6 3 3 0,-4-4 5 0,4 4 8 15,-2-3 3-15,2 3 7 0,0 0 8 0,0 0 2 16,3-11 11-16,-3 11 11 0,5-6 15 0,-5 6 10 16,4-4 9-16,-4 4 3 0,4-3 13 0,-4 3-3 15,5-2 2-15,-5 2 0 0,4 0-1 0,-4 0-5 16,0 0 4-16,0 0 3 0,9 3 1 0,-8 0-6 16,-1-3-2-16,5 6 9 0,-3-4 0 0,-2-2-1 15,3 9-3-15,-3-5 1 0,0 3 1 0,0-7-7 16,-3 13-1-16,1-5-3 0,-1-1-6 0,-1 0 3 0,-2 1-12 15,0-1 3-15,-1 0-7 0,-1 1-10 16,2-1-22-16,-2-1-29 0,1-2-33 0,-2 3-46 16,3-5-40-16,-1 1-66 0,-1 1-146 0,1-3-396 0,0 1 175 15</inkml:trace>
          <inkml:trace contextRef="#ctx0" brushRef="#br0" timeOffset="-50012.0646">-4034-2126 121 0,'-1'7'147'0,"1"-7"-13"0,-2 7-7 15,2-7-4-15,-3 6-13 0,1-2-19 0,2-4 5 16,-4 7-9-16,2-5-5 0,-2 1-8 0,4-3-5 16,-4 3-8-16,4-3-1 0,-6 3-4 0,6-3-3 0,-7 2-1 15,7-2-1-15,-7-2-10 0,7 2 2 0,-6-3 2 16,2 2 1-16,4 1-2 0,-6-6-2 0,2 4 0 16,2-2 1-16,2 4 3 0,-3-9 1 0,3 4-5 15,-1-3 4-15,1 8-1 0,1-13 2 0,1 4 6 16,0 0-7-16,2 0-5 0,-1-5-1 0,2 2-3 15,-1 0-1-15,1 1-6 0,0 0-4 0,-2 4 2 16,0-2-2-16,-1 3-3 0,0 0-3 0,0 2-6 16,-2 4-8-16,3-6-19 0,-3 6-21 0,0 0-24 15,0 0-41-15,0 0-47 0,0 0-78 0,0 0-121 16,0 0-372-16,0 0 164 0</inkml:trace>
          <inkml:trace contextRef="#ctx0" brushRef="#br0" timeOffset="-49527.7233">-4154-1923 247 0,'8'-4'272'0,"-8"4"-23"0,3-7-23 0,-3 7-21 16,3-4-16-16,-1 1-21 0,-2 3-16 0,4-5-19 15,-4 5-20-15,0-5-42 0,0 5-46 0,0 0-50 16,0-8-62-16,0 8-53 0,-4-5-160 0,4 5-325 16,-5-6 144-16</inkml:trace>
          <inkml:trace contextRef="#ctx0" brushRef="#br0" timeOffset="-49090.2249">-4244-2128 168 0,'0'0'211'0,"0"0"-22"0,0 0-6 0,4-3-14 15,-4 3-8-15,0 0-12 0,0 0-8 0,0 0-6 0,3 12-3 16,-3-12-12-16,-1 7-11 0,1-7-6 0,-1 8-15 15,1-8-4-15,-1 8-12 0,-1-3-7 0,1 0-4 16,1-5-5-16,-3 10-5 0,0-6-6 0,0-2-5 16,0 3-3-16,3-5-5 0,-5 6-11 0,2-4-7 15,0 0-10-15,3-2-15 0,-7 2-5 0,7-2-7 16,-8 1-6-16,8-1-4 0,-9-2 4 0,4-1-5 16,1 1-7-16,0-2 1 0,-1-1 2 0,2 1 5 15,-3-2 0-15,1 1 2 0,2 0 6 0,0-4 2 0,-3 2-2 16,3-2 3-16,1 0 2 0,-2-3 1 15,1 2 5-15,-1-4 7 0,0 2 2 0,2 0 0 16,1-1 7-16,-2 1 8 0,1 4 8 0,1-1 5 0,0 0 3 16,0 2 7-16,0 0 9 0,1 2 6 0,0 5 0 15,0-11 3-15,0 11-1 0,0-7 3 0,0 7-2 16,0-7 2-16,0 7-4 0,0 0-4 0,0 0-7 16,0 0 0-16,0 0-3 0,0 0-7 0,0 0 3 15,0 0 4-15,0 0-3 0,0 0 5 0,0 0-1 16,0 0 2-16,0 0 2 0,4 18 0 0,-4-13-6 15,2 2 3-15,-1-2 1 0,-1 1-1 0,0 2 0 16,2 0 1-16,-2 0-6 0,0 1 3 0,0 0-7 16,0 0 2-16,1 0-2 0,0-1-5 0,-1 1-2 15,-1-2 1-15,1 2 2 0,-1 0-3 0,-1-1-6 16,1 0 4-16,-1-1-5 0,1 0 0 0,0 1 3 16,-1-2-7-16,0 2-4 0,-2-1 6 0,1-1-2 15,-1 0-1-15,0 0 1 0,-1 0-1 0,2 1-3 0,-3-2 5 16,1 1 1-16,-2-1-10 0,0-2 1 15,1 1 2-15,-2 1 0 0,-1-3-2 0,-1 2 0 0,1-1-4 16,0-2-3-16,-1 1 1 0,-1-4-7 0,2 4-1 16,-1-4 3-16,1 2 1 0,1-3-7 0,-2 0 5 15,3 1-5-15,1-2 4 0,-1 0-8 0,2 0-4 16,1-3-3-16,-1 1-4 0,2-2-14 0,1 0-3 16,1-1-22-16,0 2-23 0,1-1-34 0,0 1-30 15,0-1-44-15,2 0-59 0,1 4-180 0,1-4-474 16,0 3 210-16</inkml:trace>
          <inkml:trace contextRef="#ctx0" brushRef="#br0" timeOffset="-48574.6683">-4274-1909 146 0,'0'0'235'0,"4"1"-12"16,-4-1-13-16,0 0-11 0,0 0-11 0,4 2-15 15,-4-2-7-15,0 0-14 0,0 0-4 0,0 0-15 16,0 0-6-16,0 0-17 0,0 0-7 0,0 0-10 15,-15 4-13-15,10-4-10 0,5 0-18 0,-9 1-29 16,3-2-40-16,-1 1-55 0,2-1-74 0,-1-1-254 16,2 1-432-16,-1-3 191 0</inkml:trace>
          <inkml:trace contextRef="#ctx0" brushRef="#br0" timeOffset="-47855.9413">-4692-2143 180 0,'0'0'194'0,"0"0"-19"15,0 0-15-15,0 0-18 0,0 0-12 0,0 0-11 16,0 0-7-16,0 0-10 0,0 0-11 0,0 0-6 15,-3 18-6-15,3-18-7 0,-1 8-7 0,1-8-4 16,-1 6-9-16,1-6-3 0,-3 7-3 0,2-2-7 0,1-5-7 16,-2 6-1-16,2-6-1 0,-2 6-2 0,2-6-3 15,-5 5-3-15,2-2-1 0,3-3-2 0,-5 4-1 16,1-4-4-16,4 0 0 0,-7 0-6 0,2 1 4 16,5-1-3-16,-8-1-1 0,3 0-3 0,5 1 2 15,-7-4-1-15,2 0-2 0,2 1 1 0,0 0-1 16,0-2 7-16,2 0 9 0,0-3 2 0,1 8 4 15,-1-14 7-15,1 5 7 0,1-1 2 0,0 1-4 16,0-4 1-16,1 0 1 0,-1 0-2 0,1 0-1 16,-1 0-3-16,2 1-5 0,-1 2-3 0,1 2-3 0,-2-1 1 15,2 2-6-15,-2 3-1 0,0 0-8 16,-1 4-16-16,3-6-23 0,-3 6-18 0,0 0-33 16,0 0-40-16,0 0-49 0,0 0-228 0,0 0-430 0,0 0 190 15</inkml:trace>
          <inkml:trace contextRef="#ctx0" brushRef="#br0" timeOffset="-47605.9845">-4783-1932 98 0,'0'0'318'16,"4"-3"-15"-16,-4 3-25 0,5-4-22 0,-5 4-21 16,4-5-25-16,-4 5-19 0,4-4-19 0,-1 1-19 0,-3 3-35 15,3-6-52-15,-3 6-69 0,1-5-78 0,-1 5-104 16,0 0-171-16,0 0-383 0,-7-9 169 0</inkml:trace>
        </inkml:traceGroup>
        <inkml:traceGroup>
          <inkml:annotationXML>
            <emma:emma xmlns:emma="http://www.w3.org/2003/04/emma" version="1.0">
              <emma:interpretation id="{3B33289A-4BC8-4875-9158-720BFC728F54}" emma:medium="tactile" emma:mode="ink">
                <msink:context xmlns:msink="http://schemas.microsoft.com/ink/2010/main" type="inkWord" rotatedBoundingBox="8251,6543 9478,6425 9511,6763 8284,6881"/>
              </emma:interpretation>
              <emma:one-of disjunction-type="recognition" id="oneOf11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0" timeOffset="-46731.0212">-5039-2102 137 0,'0'0'144'0,"0"0"-14"16,2 3-4-16,-2-3-2 0,0 0-8 0,0 0-4 16,0 0-8-16,0 0-4 0,0 0-12 0,0 0-4 0,0 0-8 15,0 0-10-15,-14 1-4 0,14-1-7 0,-6 0-11 16,6 0 4-16,-7-1-6 0,7 1-9 0,-7-3-2 16,7 3-5-16,-7-2 0 0,7 2 0 0,-4-5-2 15,4 5-1-15,-3-5 1 0,3 5 1 0,2-8-4 16,-2 8 4-16,0-8-3 0,0 8 5 0,3-6-2 15,-2 1-1-15,2 0 2 0,-1 1 2 0,1 0 4 16,-3 4 1-16,6-5 3 0,-4 2 3 0,-2 3-2 16,4-5 2-16,-4 5-3 0,5-3-6 0,-5 3 1 0,5-1-2 15,-5 1 1-15,6 4-2 0,-6-4-5 0,4 6-1 16,-1-3 4-16,-1 2-9 0,-2-5 1 0,1 9-3 16,-1-4-1-16,-1 2-6 0,-1 0-18 0,-1-1-30 15,0-1-47-15,-1 2-66 0,-2-2-239 0,0 1-424 16,-1-2 188-16</inkml:trace>
          <inkml:trace contextRef="#ctx0" brushRef="#br0" timeOffset="-47137.2705">-5229-2260 34 0,'0'0'253'16,"1"-8"-13"-16,-1 8-19 0,0 0-20 0,0 0-12 15,3-1-7-15,-3 1-5 0,0 0-7 0,0 0-8 16,0 0-9-16,7 13-10 0,-4-8-6 0,-2 0-6 15,2 2-10-15,0 1 3 0,-1 2-16 0,0-1-8 0,2 3-4 16,-3 2-15-16,1-1-2 0,0 0-11 16,0 0-3-16,0-4-10 0,-2 3-6 0,2-2-32 0,-1 0-33 15,-1-2-51-15,1 2-58 0,-1-3-80 0,0 2-286 16,0-5-531-16,0-4 235 0</inkml:trace>
          <inkml:trace contextRef="#ctx0" brushRef="#br0" timeOffset="-44996.7677">-5381-2100 152 0,'0'0'213'16,"0"0"-11"-16,6 0-13 0,-6 0-15 0,6 0-9 0,-6 0-10 15,6 2-9-15,-6-2-8 0,6 3-5 0,-5 1-8 16,3-1-11-16,0-1-7 0,-4-2-12 0,3 6 0 16,-1-2-15-16,-2-4-6 0,2 6-6 0,-1-2-7 15,-1-4-7-15,1 7-4 0,-1-7-2 0,-1 7-8 16,1-7-1-16,0 0-3 0,-4 8-8 0,4-8 0 0,-3 5-3 15,0-2-10-15,3-3-7 0,-4 3-6 0,4-3-5 16,-6 2-6-16,2-1 0 0,4-1-6 0,-7 0-4 16,7 0-2-16,-7-2-2 0,7 2-1 0,-6-2-4 15,3-3 1-15,3 5-2 0,-6-5 0 0,3 2 2 16,3 3-1-16,-4-9 4 0,3 6 0 0,-1-2 6 16,0-1-1-16,2 6 4 0,0-13 1 0,0 8 1 15,0-3 0-15,0 2 6 0,2-3 1 0,-2 2-3 16,1 1 15-16,-1 6-4 0,1-10 5 0,0 4 3 15,-1 6 3-15,2-7-2 0,-2 7 6 0,2-6 2 0,-2 6 0 16,0 0 1-16,2-6-7 0,-2 6 1 16,0 0-6-16,0 0 2 0,0 0 2 0,0 0 0 15,0 0-7-15,0 0 1 0,0 0-3 0,0 0 5 0,-9 15-2 16,5-11 0-16,1 0-1 0,-1 1 2 0,0 0-1 16,0-1-5-16,-1 2 2 0,-1-2-3 0,1 2 0 15,-1-2-3-15,1 0-7 0,-1 0-9 0,2-1 2 16,-4 0-7-16,4-2-9 0,-2 0-2 0,1 1-2 15,-1-2-4-15,6 0 3 0,-9 0-1 0,9 0 6 16,-9-3 3-16,6 0 8 0,-1 2-2 0,0-2 6 16,4 3-4-16,-3-6 8 0,0 2 0 0,3 4 5 15,-3-5 1-15,1 0 7 0,2 5 5 0,-1-5-1 16,1 5 8-16,-3-6 0 0,3 6-3 0,0 0 4 16,-2-6 1-16,2 6 0 0,0 0 1 0,-1-6 1 15,1 6-3-15,0 0-3 0,0 0-3 0,0 0 2 16,0 0-1-16,0 0-4 0,0 0 3 0,0 0-3 0,0 0 4 15,0 0-2-15,0 0 0 0,0 0-2 0,-3 18 0 16,3-18 3-16,-1 8-1 0,1-8-2 16,-3 7-3-16,3-3 3 0,0-4 0 0,-3 7 0 0,0-5-1 15,0 2-2-15,3-4-1 0,-5 5-2 0,3-3-7 16,2-2-1-16,-6 4-1 0,1-3-1 0,5-1 4 16,-8 0-6-16,4 1-1 0,4-1 6 0,-7-1-3 15,2-2 2-15,5 3-1 0,-8-3 5 0,4 0-4 16,0 0-1-16,0 0 5 0,-1-3-1 0,2 3 5 15,-1-3-3-15,1-1-3 0,1 0 13 0,1 0-6 16,1-1 0-16,-2-2-1 0,1 0 5 0,1-2 2 16,-2 2 6-16,2-2 5 0,0 3 0 0,0 1-1 0,0-2 6 15,2 1 4-15,-4 2-2 0,2 0 9 0,0 7 3 16,2-9 4-16,-2 9-3 0,-2-9 4 16,2 9-3-16,0-5-2 0,0 5-2 0,0 0 0 0,0-7-5 15,0 7-2-15,0 0-2 0,0 0 0 0,0 0-9 16,0 0 5-16,0 0-2 0,0 0-1 0,0 0-1 15,0 0 2-15,-1 21-2 0,-1-16-2 0,2 2 0 16,0-7 2-16,0 13-4 0,-2-6 1 0,0 2-6 16,2 0 5-16,-2-2-2 0,1 0 0 0,1 0-3 15,-2 1 1-15,0-1 1 0,1-2 0 0,0 1-2 16,1-6 1-16,-4 10-2 0,3-6 0 0,-2 1-1 16,0 1 2-16,0-3-2 0,-1 2-2 0,1-1 0 15,-3 0-8-15,2-2-7 0,1 1-3 0,-3-1-9 0,0 2-6 16,1-3-4-16,-2 2-2 0,1-3 0 15,-1 1 1-15,1-2-2 0,-1 0 1 0,2-2 2 16,-2 2 0-16,1-2-1 0,2 1 10 0,-1-2 2 0,-1 1 2 16,1-2 2-16,2 2 6 0,0-2-10 15,1 1 9-15,-1 0 9 0,1-2 1 0,2 6 5 0,-4-8 4 16,4 8 2-16,-2-7 4 0,1 4 1 0,1 3 4 16,-2-8 3-16,2 8 1 0,0 0-3 0,0-7-2 15,0 7 2-15,0 0-1 0,0 0-3 0,0 0 2 16,0 0-5-16,0-7 1 0,0 7 0 0,0 0 1 15,0 0 0-15,0 0-2 0,0 0-1 0,0 0-1 16,0 0-3-16,0 0 6 0,5 15-1 0,-5-15-6 16,-2 7 5-16,2-7 1 0,-1 10-7 0,-1-3 4 15,-1-2-1-15,0-1-6 0,0 3 6 0,-2-1 0 16,0-1-2-16,-1 1-7 0,-1-2-3 0,1 1-4 0,0 1-5 16,-3-2-8-16,0 0 2 0,0-1-4 0,2-1-7 15,-1 1-2-15,-1-2-4 0,1 2 5 16,2-2 0-16,-2 0 1 0,2-1-8 0,-1-1 2 0,7 1 4 15,-9-2 1-15,5 0 5 0,4 2-4 0,-6-2 6 16,3-2 3-16,3 4 5 0,-4-7-5 0,4 7 8 16,0-7-4-16,0 7 1 0,0-8 5 0,0 8 7 15,0 0 5-15,2-7 2 0,-2 7 4 0,0-5 4 16,0 5 3-16,5-5 4 0,-5 5-2 0,4-3 6 16,-4 3 4-16,6 0 2 0,-6 0-2 0,7 4 2 15,-7-4 9-15,6 4 0 0,-3-1 3 0,1 0 0 16,-1 1 4-16,1 0 1 0,-2 0-2 0,0 1-1 15,-1 0-1-15,0 2-1 0,-2 1 1 0,0 0-4 16,-2 0-6-16,0 1-3 0,-3 1 3 0,0-2-4 16,2 0 0-16,-3 1-7 0,1-2 2 0,0 0-20 15,-1 3-3-15,0-5-21 0,1 2-17 0,0-2-34 0,1 1-41 16,1-4-35-16,1 2-78 0,-1-2-131 0,4-2-389 16,-6 3 173-16</inkml:trace>
          <inkml:trace contextRef="#ctx0" brushRef="#br0" timeOffset="-43465.6599">-5487-1945 183 0,'0'0'208'0,"0"0"-14"0,0 0-11 0,0 0-8 0,0 0-9 16,0 0-13-16,0 0-12 0,-16 4-7 0,9-3-11 15,1 0-16-15,-2 0-8 0,0-1-11 16,-2 0-14-16,2 2-18 0,0-2-34 0,2 1-46 0,1-1-67 16,5 0-242-16,-11-3-359 0,8 2 160 0</inkml:trace>
          <inkml:trace contextRef="#ctx0" brushRef="#br0" timeOffset="-44512.4585">-5802-1962 3 0,'0'0'212'0,"0"0"-11"0,0 0-6 16,0 0-10-16,0 0-6 0,0 0-14 0,-11 6-13 16,6-5-14-16,0-1-9 0,0 1-16 0,-2 0-9 15,0 0-12-15,0 0-12 0,-1-1-18 0,0 0-34 0,0 0-36 16,1 0-54-16,0-2-63 0,1 0-183 0,-1 0-333 16,2-2 148-16</inkml:trace>
          <inkml:trace contextRef="#ctx0" brushRef="#br0" timeOffset="-44028.1189">-6070-2107 32 0,'0'0'193'0,"0"0"-13"0,0 0-4 16,0 0-9-16,0 0-3 0,0 0-7 16,5 11-8-16,-5-11-7 0,3 6-10 0,-2-3-3 0,-1-3-6 15,3 8-9-15,-2-4-4 0,-1-4-12 0,2 9-8 16,0-6 1-16,-1 2-3 0,0 0-8 15,-1-5-6-15,1 9-2 0,-1-4-5 0,0-5-6 0,1 11-4 16,-2-6 3-16,0 0-9 0,0 2 0 0,-2-2 0 16,0 2-9-16,0 0 1 0,0-1-10 0,-1-2 4 15,-1 1-2-15,0 0-3 0,0 0-7 0,-1 0 0 16,0-2-2-16,0 1 1 0,0-1-11 0,-2-1 1 16,1 1 1-16,-4-1 1 0,0 0-4 0,1-2-1 15,2 1-3-15,-3-2 3 0,0 0-1 0,4-2 3 0,-2 3-5 16,1-3-3-16,1 0-1 0,-1-1 4 0,1-1-5 15,1 0 5-15,0 0-4 0,2-1 2 0,0 1-3 16,1-4 1-16,0 3-6 0,1-2-10 0,1-1-21 16,1 1-16-16,1-1-23 0,1 1-28 0,-1 0-40 15,1 0-31-15,1 1-38 0,1 0-57 0,-2-1-134 16,1 3-434-16,1 0 192 0</inkml:trace>
          <inkml:trace contextRef="#ctx0" brushRef="#br0" timeOffset="-44012.4898">-6165-2171 160 0,'0'0'248'15,"1"-7"-7"-15,0 1-9 0,0 2-11 0,-1 4-11 16,3-8-15-16,-3 8-10 0,2-6-19 0,-2 6-20 16,2-3-9-16,-2 3-18 0,0 0-9 0,2-4-19 15,-2 4-33-15,0 0-46 0,0 0-57 0,8 6-65 0,-8-6-82 16,5 6-172-16,-3-2-395 0,3 0 175 0</inkml:trace>
        </inkml:traceGroup>
        <inkml:traceGroup>
          <inkml:annotationXML>
            <emma:emma xmlns:emma="http://www.w3.org/2003/04/emma" version="1.0">
              <emma:interpretation id="{241BE831-E325-443D-8912-8D452BBC99A6}" emma:medium="tactile" emma:mode="ink">
                <msink:context xmlns:msink="http://schemas.microsoft.com/ink/2010/main" type="inkWord" rotatedBoundingBox="8144,6838 6542,6843 6540,6370 8143,6366"/>
              </emma:interpretation>
              <emma:one-of disjunction-type="recognition" id="oneOf12">
                <emma:interpretation id="interp20" emma:lang="" emma:confidence="1">
                  <emma:literal/>
                </emma:interpretation>
              </emma:one-of>
            </emma:emma>
          </inkml:annotationXML>
          <inkml:trace contextRef="#ctx0" brushRef="#br0" timeOffset="-42778.1955">-6407-2151 180 0,'0'0'174'0,"0"0"-10"0,0 0-5 0,0 0-8 15,0 0-6-15,0 0-5 0,0 0-8 0,0 0-9 16,7 13-8-16,-7-13-7 0,2 6-7 0,-2-6-3 0,2 6-6 16,-2-6 0-16,4 6-6 0,-4-6-8 15,3 3-6-15,-3-3-10 0,2 5-2 0,-2-5-5 16,2 6-5-16,-2-6-7 0,0 0-3 0,-2 7-4 16,2-7-2-16,-4 5-3 0,-1-2-4 0,5-3-3 0,-10 3-1 15,5-1-2-15,-2 2-3 0,0-2-7 0,-1 0-8 16,1 0-13-16,-1-1-15 0,1-1-9 0,-2 0-24 15,2-1-21-15,1-1-24 0,-1 0-24 0,0 0-37 16,3 0-47-16,-1-2-113 0,1 0-349 0,1-2 156 16</inkml:trace>
          <inkml:trace contextRef="#ctx0" brushRef="#br0" timeOffset="-42293.867">-6440-2237 23 0,'0'0'213'0,"3"-5"-5"0,-3 5-15 16,0 0-12-16,2-2-16 0,-2 2-17 0,0 0-12 16,0 0-16-16,0 0-12 0,0 0-24 0,0 0-33 15,0 0-49-15,0 0-66 0,0 0-79 0,-10 10-95 16,10-10-258-16,-6 6 115 0</inkml:trace>
          <inkml:trace contextRef="#ctx0" brushRef="#br0" timeOffset="-41622.0148">-6586-2036 132 0,'0'0'213'0,"0"0"-21"0,0 0-14 0,-5-9-15 16,5 9-12-16,0 0-17 0,3-11-12 0,-3 11-11 16,4-8-13-16,-2 3-6 0,1 0-6 0,-2 1-10 15,2-1-6-15,1 0-8 0,1-1-4 0,-2 1-8 16,1-1-2-16,-1 2-9 0,0-1-1 0,0 2-4 0,1 1-2 15,-1-1-9-15,0-1 3 0,-3 4-5 0,5-5-4 16,-1 4 0-16,-1-2-1 0,-3 3 0 16,6-3-6-16,-6 3 4 0,7 0 0 0,-2 0-1 0,-5 0-1 15,7 1 0-15,-3 1-2 0,-4-2-3 0,6 3 1 16,-4-1 2-16,-2-2 4 0,5 5 0 0,-5-5 2 16,2 5 1-16,-2-5 2 0,2 6-1 0,-2-6-1 15,0 7 2-15,0-7-1 0,-3 8 0 0,3-8-5 16,-6 6 6-16,3-3-7 0,-2 0-1 0,-1 0-1 15,-2 2-3-15,2-1-6 0,-2 0-13 0,0-3-9 16,2 1-12-16,-1 1-3 0,-1-1-11 0,0-2-1 16,0 3-6-16,-1-3 2 0,2 0-2 0,-2-3 4 15,3 3 4-15,0-2 5 0,1 0 5 0,1-1 6 16,1-1 2-16,-1 0 3 0,1 1 7 0,0 0 7 16,0-3 5-16,3 6 4 0,-3-9 4 0,1 4 10 0,0 0 5 15,2 5 9-15,-1-7 5 0,1 7 3 0,-1-8-1 16,1 8 2-16,0-6-5 0,0 6 3 0,0 0-6 15,-2-6-1-15,2 6-5 0,0 0-1 0,0 0-4 16,0 0 0-16,0 0 1 0,0 0-5 0,0 0-1 16,0 0 0-16,0 0-3 0,0 0 5 0,-5 14-3 15,5-14 0-15,-4 5 1 0,1-2-8 0,3-3-4 16,-5 5-4-16,2-2-9 0,-1-1-8 0,0 0-4 16,4-2-5-16,-10 4-3 0,6-2-2 0,-3-2-2 15,3 1 0-15,4-1 3 0,-10-2 7 0,6 0-2 16,0 1 10-16,0-3-4 0,4 4 1 0,-9-4 6 15,6 0 2-15,0 0-2 0,3 4 3 0,-4-6 9 16,0 0 5-16,3 2 5 0,-1-1 7 0,2 5 7 0,-3-9 1 16,1 4 8-16,2 5 0 0,-2-8 2 0,2 8 2 15,-2-7 3-15,2 7 3 0,-1-5-1 16,1 5 2-16,0 0 1 0,-1-7-1 0,1 7 1 0,0 0-1 16,0 0 2-16,0 0-6 0,0 0 0 0,-1-7 2 15,1 7 3-15,0 0-5 0,0 0 4 0,0 0-2 16,0 0 0-16,0 0-1 0,0 0-1 0,0 0 0 15,7 14 5-15,-7-14-9 0,1 7 0 0,0-2-3 16,-1-5 0-16,1 7-3 0,-1-7 2 0,0 6-1 16,0-6-6-16,-2 9 3 0,2-9-3 0,-3 7-2 15,1-2 1-15,0-2-2 0,-1 2-1 0,1-1-1 16,-3 1 1-16,0-1-3 0,-1 1-3 0,0-2 1 0,0 1-3 16,-1 1 1-16,0-2-1 0,-1-1-2 15,-2 0 1-15,-1 0-4 0,0 1 0 0,3-3-8 16,-4 3-2-16,1-2-3 0,-2-2-4 0,2-1-1 0,0 1 7 15,2 0-3-15,0-3-4 0,2 1 0 0,1 0 1 16,0-1-3-16,3 1-1 0,-1-1-7 0,1 1-3 16,1-3-19-16,2 6-16 0,-1-11-18 0,1 3-12 15,0 8-27-15,1-10-36 0,1 5-23 0,-2 5-59 16,1-8-138-16,1 5-406 0,-2 3 179 0</inkml:trace>
          <inkml:trace contextRef="#ctx0" brushRef="#br0" timeOffset="-41387.6842">-6897-1914 15 0,'0'0'287'0,"0"0"-21"0,7-7-15 15,-5 4-15-15,-2 3-19 0,4-8-21 0,-3 5-23 16,-1 3-15-16,4-7-19 0,-4 7-36 0,0-6-44 16,0 6-51-16,0-8-64 0,0 8-73 0,-4-6-192 15,1 2-347-15,0 0 153 0</inkml:trace>
          <inkml:trace contextRef="#ctx0" brushRef="#br0" timeOffset="-40771.7205">-7071-2086 157 0,'0'0'186'16,"0"0"-11"-16,0 0-10 0,0 0-11 0,-9 8-12 15,9-8-9-15,0 0-14 0,-5 2-6 0,5-2-14 16,0 0-17-16,-7 0 0 0,7 0-9 0,0 0-5 16,-7-3-4-16,7 3-9 0,-5-3-4 0,5 3-4 15,-4-2-8-15,4 2-3 0,-3-6-4 0,3 6-2 16,-3-5-5-16,3 5-1 0,-1-7-1 0,1 7-5 15,0-7 0-15,0 7-5 0,1-8 2 0,-1 8-4 0,4-9-2 16,-1 3 3-16,0 2-3 0,0 0 0 16,0 1 5-16,-3 3 0 0,7-4 4 0,-4 0 4 0,1 3-2 15,-4 1-6-15,8-4 6 0,-8 4 0 0,8 3-1 16,-5-1 7-16,0 2-2 0,-1 0 3 0,0 0 0 16,0 4-3-16,-2 0 3 0,-2 1 3 0,0 1-6 15,1 3-2-15,-5-1 1 0,-1 5-2 0,-1 0 0 16,-2 0-5-16,-3-1-2 0,1 0-2 0,-1-1-14 15,1-1-26-15,-3-1-29 0,5-3-54 0,-1-1-66 16,1-3-225-16,4-1-436 0,1-4 193 0</inkml:trace>
          <inkml:trace contextRef="#ctx0" brushRef="#br0" timeOffset="-40012.7745">-7314-2178 152 0,'0'0'217'0,"0"0"-6"0,-3-4-13 0,3 4-13 16,0 0-11-16,0 0-20 0,0 0-12 0,0 0-10 16,0 0-8-16,0 0-7 0,0 0-4 0,0 0-10 15,0 0-8-15,0 0-7 0,0 0-8 0,0 0-6 16,10 10-6-16,-7-6-3 0,0-1-1 0,-3-3-5 16,5 7-2-16,-3-3-2 0,1 0-6 0,0 0-1 15,-1 0 0-15,1 1-6 0,1-2-3 0,-2 2 3 0,-1-1-4 16,2-1-2-16,-3-3-5 0,2 8 0 15,-1-4-4-15,-1-4-1 0,0 6-3 0,0-6-2 0,0 0-2 16,-3 9-9-16,3-9-16 0,-6 4-19 0,3-1-26 16,-2-1-30-16,-1 0-40 0,-1 1-37 0,0-1-36 15,0-1-43-15,-1 1-161 0,1-1-430 0,0 0 190 16</inkml:trace>
          <inkml:trace contextRef="#ctx0" brushRef="#br0" timeOffset="-38794.1167">-7406-2381 60 0,'0'0'168'0,"0"0"1"16,0 0-15-16,0 0-10 0,0 0-7 0,0 0-9 15,0 0-12-15,0 0-6 0,0 0-4 0,0 0-8 16,0 0-6-16,0 0-10 0,-10 11-2 0,7-8-3 16,0 0 2-16,3-3-6 0,-7 5 2 0,3-1-12 15,-1-1-7-15,-1-1 0 0,1 1-4 0,-1 0-1 16,0 0 3-16,-1-2 0 0,1-1-4 0,0 0-4 0,-1 0 4 15,-1-1-5-15,2-1 3 0,-1 1-2 16,1-1-1-16,0 0 3 0,1-1 3 0,0 2-1 0,0-1 4 16,-1 0-4-16,2 1-4 0,4 1-5 0,-9-3-2 15,6 1-6-15,3 2-5 0,-9 0-2 0,4 0-3 16,5 0-2-16,-7 2-12 0,4 1-19 0,-3-1-27 16,1 1-39-16,-1 2-42 0,1 2-40 0,-1-1-55 15,-1 0-216-15,2 1-464 0,-1 2 205 0</inkml:trace>
          <inkml:trace contextRef="#ctx0" brushRef="#br0" timeOffset="-39747.1483">-7420-2122 160 0,'0'0'223'16,"0"0"-18"-16,0 0-19 0,0 0-10 0,0 0-14 0,0 0-7 16,0 0-3-16,0 0-4 0,0 0-6 0,0 0-3 15,1 22-10-15,-1-22-6 0,-1 10-8 0,0-2-5 16,0-1-2-16,-2 2-6 0,1 0-5 0,-1 3-4 15,-1 0-14-15,0-1-6 0,0 2-5 0,-1-2-8 16,-1 0-4-16,0-1-6 0,0 2-3 0,0-3-8 16,0 0-18-16,1-2-17 0,-1-2-22 0,0 3-27 15,0-4-34-15,0 2-39 0,-1-3-44 0,4 0-40 16,-1-1-231-16,-1-1-470 0,5-1 208 16</inkml:trace>
          <inkml:trace contextRef="#ctx0" brushRef="#br0" timeOffset="-39247.1976">-7566-2242 55 0,'0'0'226'0,"1"-3"-15"16,-1 3-19-16,0 0-8 0,0 0-9 0,0 0-1 15,0 0-12-15,10 10-1 0,-9-6-10 0,2 4-7 16,-2 0-11-16,1 0-4 0,-1 1-10 0,1 0-4 16,-1 0-14-16,1 0-3 0,-2 1-11 0,1 0-11 15,-1-2-12-15,1 1 2 0,-1-1-14 0,0 0-15 16,1-4-28-16,-1-4-32 0,-1 10-43 0,1-10-44 0,0 7-59 16,0-7-64-16,-1 6-154 0,1-6-419 15,-3 3 185-15</inkml:trace>
          <inkml:trace contextRef="#ctx0" brushRef="#br0" timeOffset="-38207.3998">-7735-2074 199 0,'0'0'203'0,"0"0"0"0,6 2-14 16,-6-2-10-16,7 1-9 0,-4 1-4 16,-3-2-7-16,8 3-6 0,-5-2-12 0,-3-1-9 0,6 3-11 15,-4 0-10-15,-2-3-6 0,5 3-2 0,-2 0-11 16,-3-3-5-16,3 5-10 0,-2-2-6 0,-1-3-3 16,3 5-11-16,-3-5-5 0,0 0-4 0,-1 7-4 15,1-7-10-15,0 0-1 0,-3 7-1 16,3-7-8-16,0 0-8 0,-4 4-11 0,4-4-6 0,-6 2-5 15,2-1-5-15,4-1-6 0,-8-2-6 0,8 2 0 16,-7-3-1-16,3 2 2 0,0-2-4 0,-1 0 2 16,1 0 0-16,2-2 3 0,-1 1 1 0,1-1 4 15,0-1-2-15,-1-2 2 0,1 1 0 0,0 0 3 0,0-1 7 16,1 0 0-16,0 1 7 0,0 0 2 16,1 7 8-16,0-10-2 0,0 10 6 0,-2-7 1 15,2 7 1-15,-1-7 1 0,1 7-3 0,0 0-4 0,0 0 2 16,-1-5-3-16,1 5 1 0,0 0-4 0,0 0 2 15,0 0-5-15,0 0 2 0,0 0-2 0,0 0 2 16,-5 13-3-16,5-13 0 0,-1 8-2 0,-2-5 5 16,3-3-6-16,-2 6-6 0,2-6-8 0,-3 6 8 15,0-4-5-15,3-2-4 0,-3 6 2 0,1-3-3 16,2-3-2-16,-5 2 1 0,5-2-3 0,-7 3 1 16,2-3 0-16,5 0 1 0,-7 0 3 0,7 0 2 15,-10-1-6-15,5-1 4 0,0 1 5 0,0-3 0 16,-2 0-3-16,2 0 8 0,0 1-2 0,1-2 3 0,-1 2-4 15,0-3 8-15,2 3 3 0,-2-3 4 16,1 0 0-16,1 3 8 0,3 3 7 0,-6-7 0 16,4 5 1-16,2 2 4 0,-4-6-1 0,4 6-4 0,-3-5 7 15,3 5 0-15,0 0-1 0,-3-5 0 0,3 5 3 16,0 0-6-16,-2-5 1 0,2 5-6 0,0 0 0 16,0 0-2-16,0 0-1 0,0 0 0 0,0 0 1 15,0 0 1-15,0 0-2 0,0 0 0 0,11 13-1 16,-8-10 4-16,-1 2-4 0,2-2-4 0,-2 1 5 15,-1 1 1-15,3 0-8 0,-2 1 6 0,-2 0-5 16,0-6 2-16,0 9-4 0,0-9-4 0,-3 12 7 16,0-7-2-16,0 2-3 0,-2-1 0 0,1 1-11 15,-2-1 0-15,0 1-10 0,0-2-9 0,-3 4-18 16,0-2-25-16,-1-1-22 0,1 1-38 0,2-4-38 16,-2-1-32-16,1 2-58 0,1-1-144 0,0-1-429 15,-1-1 191-15</inkml:trace>
        </inkml:traceGroup>
        <inkml:traceGroup>
          <inkml:annotationXML>
            <emma:emma xmlns:emma="http://www.w3.org/2003/04/emma" version="1.0">
              <emma:interpretation id="{B47BD76E-50D0-4AAD-A803-3512E3BA965F}" emma:medium="tactile" emma:mode="ink">
                <msink:context xmlns:msink="http://schemas.microsoft.com/ink/2010/main" type="inkWord" rotatedBoundingBox="5503,6569 6330,6396 6378,6625 5551,6797"/>
              </emma:interpretation>
              <emma:one-of disjunction-type="recognition" id="oneOf13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0" timeOffset="-34497.5545">-8511-2267 202 0,'0'0'199'0,"1"-8"-12"0,-1 8-9 16,0 0-2-16,0 0-15 0,0 0-9 0,0 0-7 16,0 0-9-16,9 12-7 0,-9-12-7 0,3 5-4 15,-1-2-8-15,0 1-13 0,-2-4-2 0,2 8-5 16,0-3-3-16,-1 0-1 0,1 1-5 0,-1-2-5 15,0 4-10-15,1-2-6 0,-1 0-6 0,-1 0-5 0,0-6-5 16,2 9-1-16,-2 0-5 0,0-2-5 0,0-1-4 16,0-6 0-16,-3 10-5 0,2-5-1 15,-1 3 0-15,0-4-3 0,0 3-4 0,-2-3 3 0,0 1-4 16,0 1 0-16,-2-3-4 0,0 1 0 0,-3 0-5 16,2-2-6-16,-1 2-14 0,-4-2-14 0,3-1-16 15,-3 0-22-15,2-1-34 0,-1-1-34 0,0 1-28 16,5-1-31-16,-2 0-226 0,2 0-455 0,-1-3 202 15</inkml:trace>
          <inkml:trace contextRef="#ctx0" brushRef="#br0" timeOffset="-33879.8235">-8691-2098 53 0,'0'0'186'0,"0"0"-13"0,0 0-12 0,0 0-14 16,0 0-12-16,0 0-13 0,7-18-4 0,-6 15-10 15,-1 3 1-15,4-7-11 0,-1 2-5 0,0 2-7 16,-1-2-7-16,2 1-7 0,-1 1 2 0,0-3-10 15,2 3-6-15,-1 0 2 0,0 0-9 0,1 1 4 16,-5 2-5-16,7-5 0 0,-4 2-4 0,-3 3 3 16,9-1-6-16,-9 1 3 0,6-1-3 0,-6 1-1 15,6 1-6-15,-6-1-4 0,6 1-4 0,-4 2 1 0,-2-3-4 16,5 5 1-16,-4-2-6 0,-1-3 4 16,2 4-5-16,-2-4 0 0,-1 9-3 0,1-9-2 15,-4 7-2-15,1-2 0 0,-1-1-2 0,1-1-2 0,-1 1-2 16,0 1-6-16,-2-3-2 0,-1 2-10 0,2 0-11 15,-1-1-8-15,0-1 2 0,0 0-7 0,-1 0 2 16,-1-1-1-16,2-1-6 0,-1 0 5 0,1-1 2 16,6 1 0-16,-12-2 9 0,7 0 1 0,0 2 0 15,0-3 6-15,1 0 2 0,-1 0 1 0,0-1-1 16,0 2 11-16,1-1 4 0,1 0 10 0,3 3 5 16,-5-6 3-16,2 3 6 0,3 3 7 0,-3-6 0 15,3 6 2-15,-4-3 3 0,4 3 1 0,-3-4 0 16,3 4-2-16,-2-4-2 0,2 4-1 0,0 0-4 15,0 0-2-15,0 0-1 0,0 0 0 0,0 0-3 16,0 0 2-16,0 0 1 0,0 0 2 0,0 0-5 0,0 0 1 16,0 0 2-16,12 8 2 0,-12-8-3 0,4 5 2 15,0-2 3-15,-3 1 1 0,2-2-2 0,0 2 1 16,0-1 0-16,-1 2-1 0,1-2-5 0,0 2 2 16,-1 0-1-16,0 0-2 0,-2-5 0 0,3 8-4 15,-1-4 2-15,-2-4 4 0,1 8-3 0,-1-4-1 16,0-4-9-16,0 10 9 0,0-10 0 0,-1 10-6 15,0-6 4-15,1-4 3 0,-4 8-5 0,1-4 0 16,0 1-3-16,0-1 0 0,-1-1 0 0,-1 2 5 16,-1 1-6-16,0-3-4 0,-4 3-1 0,4-3 1 15,-4 2-1-15,0-1-2 0,1-1-3 0,2-1 2 16,-1 1 2-16,-2-2-4 0,0 1 2 0,0-1-3 16,2-2 6-16,-2 0-5 0,-2 1 1 0,1-2-5 0,0-1-6 15,1 0 0-15,-2-1-3 0,1-1 0 16,-2 0-4-16,4 0 6 0,-2-2-5 0,1 0 0 15,2 0 0-15,0-1 3 0,1 2-7 0,4-2 6 0,-2 1-10 16,3 0-3-16,0 1-11 0,1-3-16 0,2 3-18 16,1-3-19-16,0 2-34 0,1-1-34 0,1 0-29 15,0 1-70-15,1 0-151 0,-1 0-441 0,-1 0 195 16</inkml:trace>
          <inkml:trace contextRef="#ctx0" brushRef="#br0" timeOffset="-35466.2176">-8283-2184 55 0,'0'0'196'0,"0"0"-14"0,0 0-12 0,0 0-5 15,0 0-7-15,9-12-9 0,-9 12-11 0,4-2-5 16,-4 2-10-16,6-2-5 0,-6 2-2 0,6-4-7 15,-3 3-9-15,-3 1-10 0,4-3-6 0,-4 3-8 16,8-2-8-16,-4 2-6 0,-4 0-4 0,8-1-8 0,-5 1-10 16,-3 0 4-16,7 0-11 0,-7 0-1 0,6 1-1 15,-6-1-4-15,6 2-1 0,-6-2-4 16,5 3-4-16,-4-1-2 0,-1-2-2 0,4 5-8 0,-2-2-4 16,-2-3 2-16,1 7-5 0,-1-7-2 0,1 8-3 15,0-4 3-15,-1-4-8 0,0 8 0 0,0-8-3 16,1 7 3-16,-1-7-3 0,-1 7 2 0,1-7-1 15,0 7 0-15,0-7 0 0,1 5-2 0,-1-5 1 16,2 6 1-16,-2-6 2 0,0 5 0 0,0-5-6 16,0 0 8-16,1 5 0 0,-1-5 1 0,4 3 3 15,-4-3 0-15,5 1 0 0,-5-1 4 0,4 0-3 16,-4 0-3-16,0 0 0 0,9-2 5 0,-9 2-1 16,6-2 3-16,-6 2-3 0,5 0 3 0,-5 0-2 15,6 0 4-15,-6 0-2 0,0 0-2 0,0 0 1 0,0 0-6 16,0 0 6-16,0 0 3 0,0 0-2 0,0 0 0 15,0 0-3-15,0 0 3 0,0 0 2 0,-21 3-2 16,14-2-2-16,1 1 1 0,-3-1-4 0,-2-1 0 16,-2 1-5-16,2 1 6 0,0 0-4 0,0 0-4 15,0-1-3-15,-1 0 8 0,0 1-2 0,2-1-13 16,-1-1 4-16,1 0-2 0,2 0 5 0,1-1 0 16,0 2 1-16,-1-2 3 0,2-1 1 0,2 1 7 15,0-1 8-15,4 2 4 0,-8-4 7 0,5 2 0 0,0-2 3 16,3 4 9-16,-3-8 2 0,3 4 3 15,0 4 0-15,0-14-1 0,0 5 0 0,0 1 3 0,2 0-5 16,-1-4 6-16,1 2-4 0,2-1 2 0,-1-3-3 16,0 2 1-16,0 1-1 0,-1-1-5 0,2 3-1 15,-1 0-2-15,-1 4 0 0,2-2-6 0,-3 3-6 16,0 0-3-16,-1 4-17 0,2-6-20 0,-2 6-24 16,3-4-34-16,-3 4-31 0,0 0-31 0,3-3-49 15,-3 3-174-15,0 0-402 0,0 0 177 0</inkml:trace>
          <inkml:trace contextRef="#ctx0" brushRef="#br0" timeOffset="-34981.894">-8218-2324 43 0,'3'-6'271'0,"-1"3"-16"0,-2 3-20 15,1-6-23-15,-1 6-18 0,0 0-18 0,1-6-19 16,-1 6-34-16,0 0-44 0,0 0-56 0,-8-1-68 16,8 1-95-16,-10 0-125 0,4 0-285 0,-1 2 127 15</inkml:trace>
        </inkml:traceGroup>
        <inkml:traceGroup>
          <inkml:annotationXML>
            <emma:emma xmlns:emma="http://www.w3.org/2003/04/emma" version="1.0">
              <emma:interpretation id="{82E29AE5-7178-4071-B784-3233A7B8F2BA}" emma:medium="tactile" emma:mode="ink">
                <msink:context xmlns:msink="http://schemas.microsoft.com/ink/2010/main" type="inkWord" rotatedBoundingBox="3360,6480 5370,6413 5384,6829 3374,6896"/>
              </emma:interpretation>
              <emma:one-of disjunction-type="recognition" id="oneOf14">
                <emma:interpretation id="interp22" emma:lang="" emma:confidence="1">
                  <emma:literal/>
                </emma:interpretation>
              </emma:one-of>
            </emma:emma>
          </inkml:annotationXML>
          <inkml:trace contextRef="#ctx0" brushRef="#br0" timeOffset="-30982.1775">-9919-1950 96 0,'0'0'250'0,"0"0"-12"0,0 0-19 0,0 0-16 0,0 0-12 15,0 0-17-15,0 0-20 0,-11 6-11 16,7-6-12-16,-1 1-16 0,-1 0-10 0,-1 0-17 0,-1-1-27 15,1-1-31-15,-2 1-40 0,3 0-47 0,-1-1-61 16,-1 1-218-16,-1-2-363 0,1 0 160 0</inkml:trace>
          <inkml:trace contextRef="#ctx0" brushRef="#br0" timeOffset="89329.9788">-10376-2205 180 0,'0'0'205'16,"0"0"-9"-16,0 0-11 0,0 0-8 0,0 0-8 15,0 0-19-15,0 0-5 0,0 0-8 0,0 0-11 16,0 0-2-16,7 13-7 0,-7-13-5 0,4 6-11 0,-3-4-8 16,-1-2-4-16,2 7-2 0,-2-7 0 15,1 7-1-15,-1-7-8 0,0 9-2 0,1-6-9 0,-1-3-5 16,0 0-8-16,-2 12-4 0,2-12-6 15,-3 7-2-15,1-3-4 0,0-1-4 0,-1 1-3 16,-1-1-2-16,0 1 0 0,-2-2-8 0,1 3-10 0,0-2-5 16,-1 0-6-16,-1-2-3 0,0 2-6 0,0-1-6 15,0-2-6-15,0 1-2 0,1-1-4 0,-1-1-3 16,0-1-3-16,7 2 1 0,-9-1-3 0,5-1 2 16,4 2 1-16,-8-3 3 0,8 3 1 0,-4-3 1 15,4 3 4-15,-3-6 4 0,3 6-2 0,-2-5 7 16,2 5 2-16,0 0 1 0,2-8 6 0,-2 8 4 15,0 0 5-15,3-9 2 0,0 6 4 0,-3 3 1 16,4-3 3-16,-4 3 2 0,4-3 6 0,-4 3-3 0,7-1-1 16,-7 1-2-16,5 0 1 0,-5 0 1 0,0 0 1 15,8 3 2-15,-7-1 0 0,-1-2 2 0,6 6-1 16,-4-2 0-16,-1 0-1 0,0 1 1 0,0 3-4 16,-1-1-1-16,-1 1 1 0,0 0 1 0,-2 1-5 15,0-1 4-15,0-1-4 0,-1 2 3 0,-1-1-6 16,0-1-6-16,-1-3-6 0,1 4-13 0,-1-1-17 15,-1-2-19-15,2-1-27 0,-2 1-32 0,2-1-39 16,1-1-52-16,-1 0-237 0,1-2-472 0,-1-1 209 16</inkml:trace>
          <inkml:trace contextRef="#ctx0" brushRef="#br0" timeOffset="89626.8376">-10373-2296 194 0,'0'0'215'0,"0"0"-11"0,-14 4-15 15,14-4-14-15,-8 2-11 0,5 0-13 0,-1 0-15 16,4-2-15-16,-8 2-11 0,2-1-18 0,2 1-27 16,-3 1-34-16,1-1-46 0,1-1-59 0,1 2-80 15,-4-2-114-15,2 2-289 0,-1 0 127 0</inkml:trace>
          <inkml:trace contextRef="#ctx0" brushRef="#br0" timeOffset="90173.6958">-10654-2100 143 0,'-2'7'184'0,"2"-7"-14"0,0 0-11 16,0 6-18-16,0-6-4 0,0 0-12 0,0 7-7 16,0-7-10-16,0 0 0 0,0 0-12 0,4 6-6 15,-4-6-9-15,4 2-4 0,-4-2-4 0,6 1-2 16,-6-1-7-16,5-1-5 0,-5 1-8 0,6-3 3 0,-6 3-9 16,8-2-3-16,-5-1-2 0,0 0-4 0,0 1-3 15,-3 2-3-15,6-5-2 0,-5 2-4 16,-1 3 0-16,5-8-8 0,-4 5 2 0,-1 3 0 0,2-8-2 15,-2 8 0-15,1-7-1 0,-1 7 1 0,0 0-1 16,-1-8-1-16,1 8-2 0,0 0-2 0,-6-2 0 16,6 2 1-16,-6-2-3 0,6 2-4 0,-9 3 1 15,9-3 0-15,-9 3 2 0,4-2-1 0,-2 3 0 16,1-1 0-16,0 0 1 0,-1-1-2 0,1 2-2 16,-1 0-3-16,-1-1 3 0,0-1-5 0,1 1 1 15,0-2 2-15,-1 2 1 0,1 0-1 0,-1-2 1 16,1 0-1-16,2-1 1 0,-2 0-2 0,1 1 0 0,6-1-3 15,-8 0 4-15,8 0 1 0,-7-2 2 0,3 0 5 16,4 2 0-16,-3-6 13 0,3 6 4 16,-1-8 4-16,1 8 5 0,-2-9 8 0,4 2 2 0,-1-1 3 15,2-1 2-15,1-5-4 0,0 1-2 0,-1 0-2 16,3-1-5-16,0-7-4 0,-2 7 4 0,0 2-1 16,-1 4-5-16,0-2-4 0,-1 6 1 0,0-2-11 15,0 1 2-15,-1 1-16 0,-1 4-15 0,0 0-26 16,0 0-42-16,0 0-56 0,0 0-66 0,0 0-285 15,-14 4-529-15,7 1 234 0</inkml:trace>
          <inkml:trace contextRef="#ctx0" brushRef="#br0" timeOffset="90611.1347">-10952-2105 4 0,'0'0'271'16,"0"0"-16"-16,0 0-3 0,4 7-7 0,-4-7-3 15,0 0-16-15,3 5-6 0,-3-5-17 0,4 6-9 16,-2-5-14-16,-2-1-17 0,5 6-5 0,-3-2-16 16,0-2-4-16,0 3-14 0,1 0-2 0,-1-1-14 15,0 1-10-15,0 0-6 0,-1 1-6 0,1-1-10 16,-1-1 1-16,-1-4-14 0,2 10-4 0,-3-5 3 15,1-5-5-15,-3 11-16 0,2-6 10 0,-2 0-3 16,0 1-3-16,0-1-1 0,-1 2-3 0,-1-3-8 16,1 1 1-16,-1-2-7 0,-1 1 0 0,1-1-5 0,-2 2 7 15,-1-3-10-15,1 2 0 0,-1-1-5 16,0 0-2-16,-3-1-4 0,2-1 2 0,-1 0-3 16,2 0 5-16,-3-2-1 0,3 0 0 0,-3-1-5 0,0 1-4 15,3-2-2-15,0-1 1 0,-2-1-3 0,3 2 4 16,0-2-3-16,0-1-4 0,1 1-7 0,1 0-5 15,-1-3-5-15,0 2-7 0,2 0-6 0,0 0-8 16,1-2-13-16,0 0-20 0,1 2-20 0,1-4-22 16,0 2-24-16,1 2-30 0,0-3-42 0,2-1-41 15,0 2-64-15,1-1-162 0,0-1-519 0,2 0 230 16</inkml:trace>
          <inkml:trace contextRef="#ctx0" brushRef="#br0" timeOffset="90892.3652">-11070-2211 149 0,'3'-5'290'0,"-3"5"-11"0,3-7-7 0,-2 3-16 16,-1 4-14-16,1-5-20 0,-1 5-21 0,0 0-20 0,0 0-23 16,0 0-33-16,0 0-42 0,0 0-67 0,0 0-93 15,0 0-83-15,0 0-214 0,0 0-403 0,-16 5 179 16</inkml:trace>
          <inkml:trace contextRef="#ctx0" brushRef="#br0" timeOffset="-32841.4142">-9198-2237 70 0,'0'0'183'0,"0"0"-9"0,0 0-9 0,0 0-9 16,0 0 1-16,0 0-9 0,10 8-7 0,-10-8-6 15,3 5-7-15,0-2-5 0,-2 1-9 0,3-1-9 16,-4-3-4-16,4 9-8 0,-2-6-6 0,0 2-5 15,1-1-11-15,0 1-4 0,-1 0-5 0,-1 0-9 16,1 1-2-16,0-2-2 0,0 2-8 0,-2-6-1 16,1 9-6-16,0-5-2 0,-1-4-3 0,-1 7-3 0,1-7-4 15,-2 8-2-15,2-8-3 0,-2 6-1 0,2-6 1 16,-2 6-5-16,2-6-6 0,-4 5-3 16,0-2-4-16,4-3-7 0,-6 0-1 0,6 0-5 0,-6 1 2 15,6-1-4-15,-6 1 0 0,6-1 0 0,-8 0-1 16,8 0-1-16,-6-2 4 0,6 2 3 0,-6-2-1 15,6 2 3-15,-5-2-1 0,5 2 2 0,-5-4 1 16,5 4 2-16,-3-4 3 0,3 4 3 0,-5-4 4 16,5 4 2-16,-2-4 3 0,2 4 2 0,0 0 2 15,0 0-3-15,-3-5 3 0,3 5-2 0,0 0-1 16,0 0-1-16,0 0-3 0,0 0 3 0,0 0-4 16,-2-4 2-16,2 4-3 0,0 0 0 0,0 0-2 0,0 0 3 15,0 0-3-15,0 0 4 0,0 0-3 0,0 0 1 16,0 0 0-16,0 0 1 0,0 0-3 15,0 0-1-15,5 15 2 0,-5-15-1 0,1 5 2 0,-1-5-3 16,0 0 2-16,-1 9 0 0,1-9-2 0,-2 6 2 16,2-6-2-16,-3 6 3 0,1-3-4 0,2-3 1 15,-5 6-2-15,2-3 0 0,1 1-2 0,-2-1 0 16,0 0 0-16,-1-1-1 0,-1 1-2 0,0 1-3 16,0-4-2-16,-1 3 1 0,0-1-3 0,0-1 0 15,0 1 0-15,-1-2 2 0,3 0-4 0,-2 0 3 16,7 0 2-16,-12 0-1 0,9-2 3 0,-2 0-2 15,5 2 4-15,-6-5-1 0,3 2-1 0,3 3 3 0,-2-8-1 16,2 3 2-16,0 5 3 0,1-16 0 16,1 8 2-16,0-2-2 0,2-2 1 0,0 2 2 15,0-2-2-15,1 0-1 0,2 1-1 0,-2 0 2 0,2 1 0 16,-3 3-3-16,2-1 1 0,0 2-11 0,0 0-13 16,0 1-19-16,-2 1-31 0,1 0-42 0,-2 1-33 15,-1 0-55-15,-2 3-138 0,4-3-371 0,-4 3 164 16</inkml:trace>
          <inkml:trace contextRef="#ctx0" brushRef="#br0" timeOffset="-31294.6278">-9537-2112 159 0,'7'1'190'0,"-7"-1"-13"15,4 3-11-15,-4-3-8 0,4 2-3 0,-4-2-10 16,5 4-14-16,-3-1-6 0,-2-3-5 0,4 3-5 16,-4-3-5-16,5 5-9 0,-5-5-11 0,3 4-6 0,-2-1-10 15,-1-3-7-15,3 4-8 0,-3-4-4 0,2 5-7 16,-2-5-1-16,1 5-10 0,-1-5-2 0,0 0-5 16,0 8-9-16,0-8-10 0,-3 5-8 15,3-5-8-15,-3 4-16 0,3-4-5 0,-6 2-10 0,6-2-5 16,-8 3-8-16,3-3-3 0,5 0-4 0,-9-3-5 15,5 1 3-15,4 2 5 0,-10-2 2 0,7-1 6 16,-3 2 1-16,6 1 7 0,-6-5 4 0,3 2 6 16,0-1-2-16,3 4 11 0,-4-8-1 0,3 3 11 15,1 5 5-15,-2-11 4 0,2 6 3 0,0 5 3 16,0-14 1-16,0 8 7 0,0 6-3 0,0-10 8 16,2 6-1-16,-2 4 2 0,0-8 2 0,0 8-2 0,1-7 1 15,-1 7-2-15,0 0 1 0,1-7 0 16,-1 7-5-16,0 0 0 0,0 0-5 0,0 0 4 15,0 0-6-15,0 0 0 0,0 0 2 0,0 0-4 0,0 0 1 16,0 0-2-16,-10 12 0 0,7-8 2 0,1 0-6 16,0 1-6-16,-1 0 0 0,-1-2-5 0,0 2-5 15,-1-1-5-15,1 2-2 0,-1-3-4 0,0 2-10 16,-1-2-4-16,2 1-11 0,0-2-3 0,-1 2-4 16,0-3-8-16,1 1 1 0,4-2 5 0,-9 0 12 15,4 1-6-15,5-1 9 0,-6-1 11 0,6 1-1 16,-8-2 6-16,8 2 2 0,-5-4 1 0,5 4 17 15,-5-3 10-15,3-1 2 0,2 4 9 0,-3-5 1 16,3 5 6-16,-5-8 2 0,3 4 9 0,2 4 12 16,-3-6 10-16,2 2-1 0,1 4 0 0,-2-6 2 15,2 6-1-15,0 0-3 0,-4-6 1 0,4 6 0 0,0 0-3 16,-2-6-4-16,2 6-3 0,0 0-3 0,0 0-2 16,0-6-5-16,0 6-3 0,0 0-2 0,0 0-3 15,0 0-2-15,0 0 1 0,0 0-5 0,0 0-2 16,0 0-2-16,0 0 1 0,0 0-2 0,7 16-1 15,-7-16-1-15,0 6 2 0,0-6-2 0,0 7 0 16,0-7-3-16,0 0 2 0,-4 10-4 0,3-6 2 16,1-4-1-16,-2 7 2 0,-2-3-3 0,2-1-4 15,2-3 3-15,-4 4-3 0,1-1-10 0,-1 0 1 16,4-3-11-16,-6 3 0 0,3 0-10 0,-2-2-2 16,1 2 1-16,4-3 2 0,-7 0-1 0,7 0 1 15,-7 0 3-15,7 0-2 0,-8-4-3 0,4 3 2 16,1-2 1-16,-1-1 6 0,4 4-2 0,-5-7 6 0,4 3 0 15,-2-2 3-15,1 1 0 0,-1-2 6 0,0 0-1 16,0 0 1-16,1-1 5 0,0-1 0 0,2 0-2 16,-4-3 10-16,3 0 2 0,0 3 3 0,-2-2 3 15,2 3 5-15,0 0 2 0,0-1 9 0,1 2 6 16,-1 1 2-16,1 6-3 0,0-10 0 0,0 10-3 16,0-8 3-16,0 8 1 0,0-7 0 0,0 7 2 15,1-6 0-15,-1 6-4 0,0 0-1 0,1-5-1 16,-1 5-2-16,0 0-3 0,0 0-2 0,0 0 0 15,0 0-1-15,0 0 0 0,0 0 1 0,6 13-5 16,-6-13 7-16,3 8-8 0,-1-2 1 0,-2-1 1 16,1 1-1-16,1 0-1 0,-2 0-2 0,1-1-2 0,-1 3-2 15,0-1 2-15,0 1-4 0,0-1 1 0,0-1-3 16,-2 2 4-16,0-2-4 0,2 0-1 16,-3 2 2-16,1-1-4 0,-1 0-2 0,1-1 3 0,-1-1-4 15,0-1-4-15,0 2-1 0,0-3-8 0,0 2-6 16,-3-1-2-16,3 0-3 0,-3-3-8 0,2 3-1 15,1-1-8-15,-3-1-3 0,0 1-7 0,3-2-6 16,3-1 1-16,-8 2 12 0,4-2-3 0,4 0-2 16,-6 0 8-16,6 0 4 0,-7-3 7 0,7 3-2 15,-6-3 5-15,6 3 4 0,-5-5 9 0,4 1 8 16,1 4 4-16,-5-6 7 0,5 6 2 0,-2-7-1 16,2 7 7-16,-2-5 1 0,2 5 0 0,-1-7 2 0,1 7-1 15,0 0 0-15,1-8 2 0,-1 8 4 0,0 0-3 16,1-7 2-16,-1 7-3 0,0 0-1 15,0 0-2-15,0 0-1 0,2-4 1 0,-2 4-1 0,0 0 1 16,0 0-4-16,6 0 0 0,-6 0 1 0,0 0-1 16,0 0-1-16,0 0-2 0,1 9 1 0,-1-9-2 15,0 0-1-15,0 11 1 0,0-11-3 0,-1 6 2 16,1-6-1-16,-5 10-1 0,4-7 0 0,-2 2-11 16,0-1 0-16,0 0-10 0,-2 0-2 0,1 0-6 15,-1 0-1-15,-1 0-1 0,-1-1-6 0,2-1 2 16,-2 0-3-16,0 1 2 0,0-2 4 0,1 0-1 15,-2-1 3-15,4 1 6 0,4-1-1 0,-11-3 5 16,8 1 6-16,-1-1 4 0,4 3 11 0,-4-6 6 16,1 2 1-16,1-3 5 0,2 0-1 0,-1-1 7 15,0 1-2-15,2-2 1 0,0-4 8 0,1 4-1 0,1-5 0 16,-1 0 0-16,1 0-4 0,0-1-3 0,0 3 4 16,0 2 3-16,0-3-6 0,0 2 0 0,0 3-2 15,-1 0 0-15,-1 1-5 0,1 2-1 0,0 1-5 16,-2 4-1-16,4-7-4 0,-4 7-13 0,1-2-18 15,-1 2-22-15,0 0-17 0,0 0-46 0,0 0-38 16,0 0-55-16,0 0-153 0,-1 17-386 0,1-17 170 16</inkml:trace>
          <inkml:trace contextRef="#ctx0" brushRef="#br0" timeOffset="-29982.253">-9718-1974 202 0,'0'0'205'0,"0"0"-8"0,0 0-2 16,0 0-4-16,0 0-8 0,0 0-13 0,0 0-11 16,0 0-7-16,-13 9-16 0,8-7-14 0,0-1-10 15,-1-1-12-15,0 2-11 0,-1-1-13 0,1-1-20 16,-3 0-44-16,5-1-58 0,-5 1-72 0,9 0-248 0,-11-1-396 15,7 0 176-15</inkml:trace>
        </inkml:traceGroup>
        <inkml:traceGroup>
          <inkml:annotationXML>
            <emma:emma xmlns:emma="http://www.w3.org/2003/04/emma" version="1.0">
              <emma:interpretation id="{F549AA28-1659-4DA6-84A0-28CB057C2EA6}" emma:medium="tactile" emma:mode="ink">
                <msink:context xmlns:msink="http://schemas.microsoft.com/ink/2010/main" type="inkWord" rotatedBoundingBox="3178,6860 2510,6862 2509,6450 3177,6448"/>
              </emma:interpretation>
              <emma:one-of disjunction-type="recognition" id="oneOf15">
                <emma:interpretation id="interp23" emma:lang="" emma:confidence="1">
                  <emma:literal/>
                </emma:interpretation>
              </emma:one-of>
            </emma:emma>
          </inkml:annotationXML>
          <inkml:trace contextRef="#ctx0" brushRef="#br0" timeOffset="91595.4406">-11391-2141 7 0,'0'0'221'16,"0"0"-11"-16,0 0-9 0,0 0-12 0,0 0-12 15,0 0-13-15,0 0-11 0,-4-2-12 0,4 2-8 16,0 0-4-16,0 0-12 0,0 0-3 0,0 0-4 16,0 0-6-16,0 0-7 0,0 0-2 0,0 0-6 0,0 0-7 15,13 8-6-15,-13-8-8 0,5 3-5 0,-5-3-6 16,3 3-3-16,-3-3-5 0,6 5-7 16,-5-2 5-16,2-1-12 0,-3-2 0 0,5 6-5 0,-2-2-4 15,-2 0-5-15,1 0 2 0,-2-4 0 0,2 6-4 16,-2-1-2-16,0-5 5 0,0 7-3 0,0-7-1 15,-4 9-5-15,1-4-1 0,-2 0 2 0,2-1-9 16,-2-1-17-16,0 1-27 0,-1 1-39 0,-1-3-45 16,1 3-60-16,2-4-64 0,-4 0-194 0,1 1-476 15,2-2 212-15</inkml:trace>
          <inkml:trace contextRef="#ctx0" brushRef="#br0" timeOffset="91986.0564">-11481-2096 38 0,'0'0'243'0,"0"0"-10"16,-8 9-10-16,8-9-10 0,-2 8-9 0,0-4-11 15,2-4-11-15,-2 10-16 0,0-4-13 0,0 0-11 16,0 0-11-16,0 2-10 0,-1-1-7 0,1 2-12 15,-2 0-7-15,0 3-10 0,-1 0-9 0,0-2-9 16,-1 1-8-16,-1-2-3 0,0 0-6 0,-1-1-11 16,0 2-12-16,-1-3-19 0,-1 1-30 0,-1-1-40 15,2-1-50-15,-1 1-56 0,4-3-93 0,0-1-139 16,-2-2-432-16,3 0 191 0</inkml:trace>
          <inkml:trace contextRef="#ctx0" brushRef="#br0" timeOffset="96313.8816">-11694-2123 101 0,'0'0'186'0,"0"0"-5"0,0 0-15 0,0 0-9 16,0 0-15-16,0 0-7 0,10 10-9 0,-10-10-12 0,4 4-10 16,-4-4-5-16,5 4-12 0,-4-1-7 0,-1-3-5 15,2 3-7-15,-2-3 1 0,3 7-4 0,-1-4-5 16,-2-3-3-16,4 6-7 0,-4-2-2 0,0-4-7 16,3 5-3-16,-3-5-1 0,1 5-3 0,-1-5-6 15,1 6 0-15,-1-6-3 0,0 0-1 0,0 6-4 16,0-6 0-16,0 0-1 0,-2 6-3 0,2-6-2 15,-3 4-3-15,3-4-4 0,-5 3-4 0,5-3-4 0,-5 1-6 16,5-1-2-16,-5 2-6 0,5-2-2 0,-8-3-1 16,8 3-3-16,-7 0 2 0,7 0-2 15,-7-3-2-15,7 3 5 0,-5-3 0 0,5 3 2 0,-3-3 3 16,3 3 2-16,-3-8 6 0,3 8 5 0,0-7 8 16,0 7 9-16,-2-8 10 0,2 8 0 0,1-11 2 15,0 6 1-15,-1 5 6 0,2-9 4 0,-1 3 2 16,-1 6 3-16,2-7 2 0,-1 2-4 0,-1 5 1 15,2-8-5-15,-2 8-1 0,1-5-5 0,-1 5-4 16,0 0-4-16,2-6-2 0,-2 6-3 0,0 0-3 16,0 0 0-16,0 0-3 0,0 0 0 0,0 0-1 15,0 0-2-15,0 0-1 0,0 0-2 0,-7 14 0 0,4-11-5 16,3-3-7-16,-5 7-3 0,2-4-7 0,-1 0-2 16,1 1-5-16,0-1-3 0,-2-1 1 0,1 1-6 15,1 0 1-15,-1-2-5 0,0 2 0 0,-2-1 1 16,2-1-5-16,4-1-1 0,-9 2 3 0,9-2 1 15,-7-1 6-15,7 1 2 0,-8-2 1 0,8 2 3 16,-4-6 3-16,3 2 7 0,1 4 4 0,-3-7 12 16,3 7 6-16,0-10 9 0,1 2 12 0,0 1-2 15,0-2 1-15,0 1 4 0,1-2 1 0,1-2-1 16,1-3 7-16,0 1-8 0,-1 1-5 0,3-7-2 16,-3 8-2-16,0 0 1 0,0 3-1 0,-1-3-4 0,0 4-1 15,0 1-3-15,-1 3-1 0,-1 4-6 0,2-6-22 16,-2 6-23-16,0 0-41 0,0 0-56 0,0 0-61 15,0 0-234-15,0 0-463 0,-17 13 205 0</inkml:trace>
          <inkml:trace contextRef="#ctx0" brushRef="#br0" timeOffset="96766.9454">-11955-2147 173 0,'0'0'260'0,"0"0"-21"0,0 0-15 0,0 0-13 15,0 0-17-15,0 0-11 0,0 0-7 0,0 0-16 16,0 0-8-16,0 0-13 0,0 0-6 0,0 0-12 15,7 12-10-15,-7-12-8 0,3 3-15 0,-3-3-7 16,3 5-7-16,-3-5-5 0,2 6-7 0,0-4-8 16,-2-2-5-16,1 8-5 0,-1-8 0 0,0 9-8 15,0-9-3-15,-2 7 0 0,2-7-5 0,-1 8-5 0,-1-4-1 16,2-4-4-16,-3 9-2 0,1-4-5 0,0-2-4 16,2-3-2-16,-7 6-11 0,4-3-2 0,0 1-6 15,-2-3 0-15,1 1-2 0,4-2-5 0,-9 2 0 16,4-1-3-16,1 0-2 0,4-1 4 0,-9-1 2 15,9 1 0-15,-8-1 2 0,8 1 0 0,-5-3 7 16,2 1-1-16,3 2 1 0,-3-9 3 0,1 4 3 16,2 5 4-16,1-11 3 0,0 3 0 0,0 1-1 15,2-1-2-15,-1 0 4 0,1 0-4 0,1 0-8 16,0 1-25-16,0-1-41 0,-1 2-58 0,2-2-59 16,0 3-249-16,-2-1-477 0,1 1 211 0</inkml:trace>
        </inkml:traceGroup>
        <inkml:traceGroup>
          <inkml:annotationXML>
            <emma:emma xmlns:emma="http://www.w3.org/2003/04/emma" version="1.0">
              <emma:interpretation id="{772F9240-CDDD-48A3-8BF9-F61FC80EEAA9}" emma:medium="tactile" emma:mode="ink">
                <msink:context xmlns:msink="http://schemas.microsoft.com/ink/2010/main" type="inkWord" rotatedBoundingBox="2295,6826 1965,6827 1964,6440 2294,6439"/>
              </emma:interpretation>
              <emma:one-of disjunction-type="recognition" id="oneOf16">
                <emma:interpretation id="interp24" emma:lang="" emma:confidence="1">
                  <emma:literal/>
                </emma:interpretation>
              </emma:one-of>
            </emma:emma>
          </inkml:annotationXML>
          <inkml:trace contextRef="#ctx0" brushRef="#br0" timeOffset="97329.4112">-12260-2162 129 0,'-5'-3'251'0,"5"3"-7"15,0 0-13-15,0 0-17 0,0 0-17 0,0 0-24 16,0 0-15-16,-3-3-18 0,3 3-12 0,0 0-11 0,0 0-8 16,0 0-8-16,0 0-7 0,0 0-7 0,8 13-5 15,-7-9-6-15,-1-4-8 0,5 7-5 0,-2-3-2 16,-1 0-3-16,2 0-1 0,-2 3-1 0,0-3-3 16,1 0-9-16,-1 0-2 0,-1 0-4 15,-1-4-4-15,1 8 3 0,-1-8-6 0,-1 9-1 0,0-3-4 16,-2-1 0-16,-1 1-3 0,-1-2-6 0,-1 1 1 15,1 0-4-15,-1-2-15 0,-1 2-22 0,-1-3-27 16,1 1-45-16,0-1-51 0,-2 0-47 0,2-2-278 16,1 0-508-16,-1 0 225 0</inkml:trace>
          <inkml:trace contextRef="#ctx0" brushRef="#br0" timeOffset="97641.8921">-12432-2300 172 0,'0'0'243'0,"-2"-5"-5"0,2 5-10 0,-2-5-9 16,2 5-13-16,0 0-16 0,0 0-17 0,0 0-15 15,0 0-6-15,0 0-8 0,0 0-5 0,0 0-8 16,0 0-8-16,0 0 3 0,7 14-4 0,-5-7-17 16,0 2 6-16,-1 0-14 0,1 1-5 0,-2 3-13 15,1-1-7-15,1 2-12 0,0-1 1 0,-2 1-5 0,0-2-14 16,0 1-24-16,0 1-28 0,-2-1-48 16,1 1-52-16,0-1-71 0,0-5-62 0,-2 1-250 15,2 0-534-15,0-2 237 0</inkml:trace>
          <inkml:trace contextRef="#ctx0" brushRef="#br0" timeOffset="97938.7349">-12505-2083 30 0,'0'0'217'0,"0"0"-15"15,0 0-7-15,0 0-15 0,0 0-9 16,0 0-7-16,0 0-3 0,0 0-10 0,0 0-3 16,6 16-13-16,-6-16-4 0,0 9-8 0,0-3-10 0,0-6-2 15,0 12-4-15,0-4-8 0,-1 0-5 0,-1-1-6 16,0-1-8-16,0 1-5 0,0 1-7 0,-1 0-9 16,-1-1-6-16,2 2-7 0,-2-2-4 0,-1-1-4 15,2 0-7-15,-1-1-17 0,0 1-21 0,1-3-36 16,0 1-38-16,-3 1-54 0,3-2-51 0,0 0-260 15,3-3-483-15,-8 1 213 0</inkml:trace>
        </inkml:traceGroup>
        <inkml:traceGroup>
          <inkml:annotationXML>
            <emma:emma xmlns:emma="http://www.w3.org/2003/04/emma" version="1.0">
              <emma:interpretation id="{B89C0E09-F7F0-40A4-B92B-C4820AAA1135}" emma:medium="tactile" emma:mode="ink">
                <msink:context xmlns:msink="http://schemas.microsoft.com/ink/2010/main" type="inkWord" rotatedBoundingBox="1980,6867 1633,6868 1632,6535 1979,6534"/>
              </emma:interpretation>
              <emma:one-of disjunction-type="recognition" id="oneOf17">
                <emma:interpretation id="interp25" emma:lang="" emma:confidence="0">
                  <emma:literal>'s.</emma:literal>
                </emma:interpretation>
                <emma:interpretation id="interp26" emma:lang="" emma:confidence="0">
                  <emma:literal>. "</emma:literal>
                </emma:interpretation>
                <emma:interpretation id="interp27" emma:lang="" emma:confidence="0">
                  <emma:literal>. ;</emma:literal>
                </emma:interpretation>
                <emma:interpretation id="interp28" emma:lang="" emma:confidence="0">
                  <emma:literal>o.</emma:literal>
                </emma:interpretation>
                <emma:interpretation id="interp29" emma:lang="" emma:confidence="0">
                  <emma:literal>. :</emma:literal>
                </emma:interpretation>
              </emma:one-of>
            </emma:emma>
          </inkml:annotationXML>
          <inkml:trace contextRef="#ctx0" brushRef="#br0" timeOffset="99329.2902">-12598-1882 79 0,'0'0'165'0,"0"0"-6"0,0 0-9 0,0 0 0 16,0 0-1-16,0 0-11 0,0 0-8 0,0 0-8 15,0 0-6-15,0 0-5 0,0 0-12 0,0 0-6 16,12-11-14-16,-10 8-4 0,-2 3-7 0,5-5-9 16,-2 2-11-16,1 1-28 0,-1-3-35 0,1 1-46 15,0-2-54-15,0 1-189 0,1 0-328 0,-2 0 145 16</inkml:trace>
          <inkml:trace contextRef="#ctx0" brushRef="#br0" timeOffset="98829.3036">-12687-2146 157 0,'3'-9'175'0,"-1"6"-6"15,1-3-11-15,0 2-12 0,-1-1-8 0,1-1-13 16,1 0-11-16,-2 2-6 0,1 0-6 0,-1 0-6 16,1 1-10-16,-3 3-4 0,4-5-11 0,-2 1-4 15,-2 4-6-15,6-3-8 0,-6 3-5 0,3-3 2 16,-3 3-6-16,4 0-8 0,-4 0 6 0,0 0-2 16,0 0-7-16,8 3 5 0,-8-3-3 0,4 3 1 0,-3 0-6 15,-1-3 0-15,3 6 0 0,-3-6 2 0,0 8-4 16,0-8 1-16,0 7-3 0,0-7-2 15,-1 9-2-15,-2-5 0 0,0 1-1 0,-1 0-3 0,-1-1-2 16,0 2 0-16,0 0-3 0,-1-1-2 0,0-1 0 16,-1 1-1-16,0-1 1 0,0 0-4 0,0 1 1 15,1-2 1-15,-2 1-1 0,3 0-2 0,-1-1-3 16,2 1-1-16,0-1 2 0,0 0 1 0,-1 0-2 16,2 0 2-16,-1-1-1 0,2 2 6 0,2-4-1 15,-3 7-1-15,3-7 1 0,-2 8-2 0,1-2 0 16,1-6 7-16,1 10 4 0,1-4 3 0,-2 2 0 15,3-1 1-15,-1 1 3 0,-1 0-2 0,1 0 0 16,-1 2-2-16,1-1 0 0,-1-1-1 0,1 3-5 0,-1-2 3 16,1 0-6-16,-3 0-9 0,1 0-24 15,1 0-25-15,-3-1-43 0,1-1-55 0,-1 2-54 0,-1-3-237 16,2 0-469-16,-1-1 208 0</inkml:trace>
          <inkml:trace contextRef="#ctx0" brushRef="#br0" timeOffset="99735.4824">-12896-2080 171 0,'0'0'310'0,"0"0"-6"0,0 0-13 0,0 0-14 15,0 0-14-15,5-20-22 0,-3 18-12 0,-2 2-19 0,5-7-24 16,-3 3-19-16,-2 4-18 0,3-6-16 0,-3 6-26 15,1-4-44-15,-1 4-76 0,0 0-102 0,0 0-122 16,0 0-219-16,-7-5-494 0,-1 5 218 0</inkml:trace>
        </inkml:traceGroup>
      </inkml:traceGroup>
    </inkml:traceGroup>
    <inkml:traceGroup>
      <inkml:annotationXML>
        <emma:emma xmlns:emma="http://www.w3.org/2003/04/emma" version="1.0">
          <emma:interpretation id="{7E9EB2B6-2FD4-411D-93C5-0AEE62472A1C}" emma:medium="tactile" emma:mode="ink">
            <msink:context xmlns:msink="http://schemas.microsoft.com/ink/2010/main" type="paragraph" rotatedBoundingBox="14747,5736 6626,5788 6622,5118 14743,506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2CC6080-6AC2-4BFF-9D16-2A4BD63908E3}" emma:medium="tactile" emma:mode="ink">
              <msink:context xmlns:msink="http://schemas.microsoft.com/ink/2010/main" type="line" rotatedBoundingBox="14747,5736 6626,5788 6622,5118 14743,5067"/>
            </emma:interpretation>
          </emma:emma>
        </inkml:annotationXML>
        <inkml:traceGroup>
          <inkml:annotationXML>
            <emma:emma xmlns:emma="http://www.w3.org/2003/04/emma" version="1.0">
              <emma:interpretation id="{A26B3C2D-1009-4218-AADF-16701BCA70BC}" emma:medium="tactile" emma:mode="ink">
                <msink:context xmlns:msink="http://schemas.microsoft.com/ink/2010/main" type="inkWord" rotatedBoundingBox="14747,5670 13693,5677 13690,5298 14744,5291"/>
              </emma:interpretation>
              <emma:one-of disjunction-type="recognition" id="oneOf18">
                <emma:interpretation id="interp30" emma:lang="" emma:confidence="1">
                  <emma:literal/>
                </emma:interpretation>
              </emma:one-of>
            </emma:emma>
          </inkml:annotationXML>
          <inkml:trace contextRef="#ctx0" brushRef="#br0" timeOffset="-207643.3491">-349-3279 2 0,'0'0'226'0,"0"0"-10"0,0 0-12 0,5-5-10 0,-5 5-5 16,3-2-17-16,-3 2-13 0,4-4-4 0,-4 4-7 16,6-3-12-16,-6 3-11 0,3-1-6 0,-3 1-9 15,6-2-8-15,-6 2-14 0,5-2-6 0,-5 2-20 16,4-2-5-16,-4 2-7 0,0 0-7 0,0 0-4 16,7 2-3-16,-7-2-5 0,6 0-3 0,-6 0-6 15,3 3-5-15,-3-3-12 0,5 4-5 0,-5-4-4 16,1 5-5-16,-1-5-4 0,2 5-5 0,-2-5-5 15,2 7-4-15,-2-7-5 0,1 6-1 0,-1-6 0 16,0 8 0-16,0-8-3 0,-1 6 2 0,1-6-2 16,-1 7 1-16,1-7 0 0,-1 7-5 0,1-7-2 15,0 8 2-15,0-8-7 0,1 6 1 0,-1-6 2 16,1 6 7-16,-1-6-5 0,2 4 7 0,-2-4 0 0,5 4 5 16,-3-1 3-16,-2-3-3 0,3 3-3 15,-3-3 14-15,5 3 0 0,-5-3 5 0,4 1 2 16,-4-1 1-16,0 0 2 0,6 3-8 0,-6-3 13 15,0 0-1-15,0 0 0 0,0 0 5 0,0 0-1 0,0 0-3 16,0 0 7-16,0 0-3 0,0 0 0 0,-16-1-1 16,16 1 2-16,-11 0-4 0,3-3 3 15,0 2-12-15,-2 0 9 0,-2-2 1 0,0 1-4 16,0 1 1-16,1-2-2 0,-1 0 6 0,0 0-11 0,0-1 3 16,2-1 5-16,-2 2 4 0,3-2 1 0,-1 0 2 15,2 2 12-15,2-2 7 0,-1 2 14 0,1 0 4 16,2-1 5-16,1 2 2 0,0-1 5 0,3 3 4 15,-6-4 0-15,6 4 3 0,-5-5 3 0,5 5-2 16,-1-4 0-16,1 4-2 0,0 0-6 0,0 0-1 16,0 0-5-16,-3-3-1 0,3 3-8 0,0 0-3 15,0 0-4-15,0 0 2 0,0 0-6 0,0 0-2 16,0 0-4-16,10 9-1 0,-7-5-2 0,0 0 0 16,-3-4-6-16,3 7-4 0,0-2 4 0,-1-1-2 15,0 1 1-15,0 0-1 0,-2 1-1 0,0-6 0 16,-2 12-5-16,-1-7 2 0,2 2 3 0,-2-2-7 15,0 2-4-15,-3-1-8 0,0 0-6 0,0 0-8 16,0-1-14-16,0-1-20 0,-3-1-17 0,3 1-31 16,0-2-26-16,1-2-24 0,5 0-32 0,-9 2-162 15,6-2-379-15,3 0 167 0</inkml:trace>
          <inkml:trace contextRef="#ctx0" brushRef="#br0" timeOffset="-207393.3435">-317-3446 216 0,'3'-2'272'0,"-3"2"-20"0,4-4-19 0,-4 4-24 15,0 0-17-15,3-3-23 0,-3 3-20 0,0 0-37 16,0 0-42-16,0 0-53 0,0 0-61 0,0 0-63 16,0 0-183-16,0 0-315 0,-14 7 140 0</inkml:trace>
          <inkml:trace contextRef="#ctx0" brushRef="#br0" timeOffset="-207065.2425">-669-3401 63 0,'0'0'263'0,"0"0"-11"0,0-6-16 15,0 6-13-15,0 0-18 0,2-5-13 0,-2 5-8 16,0 0-7-16,0 0 0 0,0 0-7 0,0 0-4 16,0 0-2-16,6 16-15 0,-5-13-17 0,-1 3-11 15,1-1-5-15,0 3-9 0,0 1-10 0,1-1-6 16,-2 1-9-16,1 5-3 0,0-3-10 0,-1-1-5 16,1 3-8-16,-2-1-9 0,2-3-17 0,-2 1-22 15,-1-3-39-15,0 2-37 0,1-1-58 0,-1 0-73 16,2-3-67-16,-4 2-239 0,3-2-548 0,-2-1 243 15</inkml:trace>
          <inkml:trace contextRef="#ctx0" brushRef="#br0" timeOffset="-206565.2801">-752-3301 96 0,'0'0'178'0,"0"0"-7"0,0 0-9 0,0 0-9 0,2 12-3 16,-2-12-13-16,0 9-8 0,0-9-10 0,0 6-10 16,0-6-13-16,0 9-5 0,0-9-4 0,-3 8-8 15,1-2-6-15,1-2-7 0,-2 0-4 0,1 0-3 16,-1 1-7-16,0-2-6 0,0 1-5 0,-1-1-4 16,0 1 0-16,-1-1-9 0,1-2 0 0,4-1 0 15,-8 3-3-15,3-3-4 0,0 1 1 0,5-1-7 16,-8-2 1-16,5-1 2 0,-1 0-8 0,1 0 4 15,3 3 3-15,-6-8 8 0,3 3 7 0,2 0-3 0,1 5 7 16,-2-11 8-16,2 3-2 0,2 0 0 16,-1-1 5-16,1 0-3 0,1-5 6 0,1 2-9 15,-1-1-1-15,1-6-4 0,-1 6-6 0,0 1 4 0,0 3-7 16,-1-1 2-16,1 3-7 0,0 0-4 0,-1 3-5 16,-2 4-10-16,2-7-18 0,-2 7-21 0,3-4-26 15,-3 4-35-15,0 0-34 0,0 0-50 0,0 0-51 16,0 0-169-16,0 0-433 0,-1 22 191 0</inkml:trace>
          <inkml:trace contextRef="#ctx0" brushRef="#br0" timeOffset="-206221.573">-766-3087 129 0,'0'0'243'0,"0"0"-16"0,0 0-16 0,0 0-15 15,0 0-17-15,-13 1-16 0,13-1-13 0,-8 0-17 16,8 0-14-16,-11-2-23 0,4 0-25 0,2 2-40 16,1-2-48-16,4 2-67 0,-9-3-81 0,5 0-116 15,-1 1-303-15,1-2 134 0</inkml:trace>
          <inkml:trace contextRef="#ctx0" brushRef="#br0" timeOffset="-210236.8883">139-3378 221 0,'0'0'235'0,"0"0"-13"0,0 0-17 0,0 0-13 15,0 0-13-15,0 0-9 0,0 0-11 0,0 0-8 16,0 0-6-16,0 0-8 0,10 10-7 0,-10-10-6 0,0 0-12 16,0 0-8-16,-1 8-8 0,1-8-4 0,-6 7-5 15,4-4-7-15,2-3-9 0,-4 5-8 16,1-1-5-16,-2-2-3 0,1 3-8 0,0 0-4 16,1-1-3-16,-2 0-3 0,1 2-7 0,1-3-2 0,0 0 1 15,-1 2 3-15,2-1-11 0,-1 0-3 0,1 1-8 16,2-5 5-16,-3 7 0 0,3-7-5 15,0 8 1-15,0-8 0 0,3 7-1 0,1-4-6 0,-1 1 1 16,1-2 0-16,2 1-9 0,1 0-6 0,-1 0-15 16,3-2-14-16,1 2-14 0,-1-1-17 0,1-1-33 15,1-1-27-15,-1 0-37 0,-2 0-36 16,1 0-44-16,-2-1-163 0,-1-1-444 0,1 1 196 0</inkml:trace>
          <inkml:trace contextRef="#ctx0" brushRef="#br0" timeOffset="-209799.4456">208-3360 173 0,'0'-6'227'0,"0"6"-5"0,0 0-13 0,0 0-8 16,0 0-3-16,0 0-17 0,0 0-4 0,0 0-6 15,0 0-7-15,0 0-9 0,0 0-1 0,-4 21-4 16,4-16-8-16,-1 1-6 0,-1 1-7 0,1 0 2 16,-2 1-23-16,0 1-6 0,1 0-19 0,0 0-3 15,0 3-8-15,-3 1-8 0,2-1-9 0,-2 0-22 0,0-1-21 16,1 0-35-16,0-2-34 0,1-1-57 15,-3 2-57-15,3-3-62 0,-1 0-256 0,1 0-529 16,2-2 234-16</inkml:trace>
          <inkml:trace contextRef="#ctx0" brushRef="#br0" timeOffset="-209127.6179">-25-3406 129 0,'0'0'220'0,"0"0"-12"0,0 0-13 0,0 0-6 15,0 0-4-15,0 0-2 0,0 0-9 0,0 0-9 16,0 0-12-16,0 0 4 0,-3 18-16 0,0-14-5 0,1 3-9 16,-2 1-5-16,2 0-11 0,-1-1-1 15,-2 3 0-15,2 0-15 0,-1 1-5 0,1 1-5 16,-1 1-3-16,1 0-7 0,-1 3-5 0,0-3-8 15,1 2-3-15,-1 0 0 0,2 0-10 0,0 0-6 0,-1 0-2 16,3-1-12-16,1 0-22 0,2-1-16 0,0-1-34 16,0-1-46-16,3 0-70 0,1-3-88 15,1 0-272-15,0 0-563 0,0-4 249 0</inkml:trace>
        </inkml:traceGroup>
        <inkml:traceGroup>
          <inkml:annotationXML>
            <emma:emma xmlns:emma="http://www.w3.org/2003/04/emma" version="1.0">
              <emma:interpretation id="{2479E974-32C0-403F-A99F-3AB1809B7E02}" emma:medium="tactile" emma:mode="ink">
                <msink:context xmlns:msink="http://schemas.microsoft.com/ink/2010/main" type="inkWord" rotatedBoundingBox="13535,5686 11822,5697 11818,5125 13531,5114"/>
              </emma:interpretation>
              <emma:one-of disjunction-type="recognition" id="oneOf19">
                <emma:interpretation id="interp31" emma:lang="" emma:confidence="1">
                  <emma:literal/>
                </emma:interpretation>
              </emma:one-of>
            </emma:emma>
          </inkml:annotationXML>
          <inkml:trace contextRef="#ctx0" brushRef="#br0" timeOffset="-204815.4285">-1000-3266 214 0,'0'0'200'0,"0"0"-15"0,0 0-11 0,0 0-10 0,0 0-5 16,0 0-9-16,0 0-10 0,0 0-8 15,0 0-12-15,4 16-6 0,-4-16-14 0,1 7-7 0,-1-7-8 16,-1 7-10-16,1-7-6 0,-1 6-2 0,1-6-10 16,-3 5-4-16,3-5-11 0,-3 5 0 0,3-5-6 15,-3 3-2-15,3-3-12 0,-3 3-11 0,3-3-11 16,-6 2-10-16,6-2-6 0,-6 1-13 0,6-1-10 15,-6 0-3-15,6 0 2 0,-6-2-2 0,6 2-4 16,-6-3-2-16,6 3 10 0,-5-2 4 0,5 2 3 16,-4-5-3-16,4 5 6 0,-4-6 4 0,4 6 8 15,-2-5 0-15,2 5 6 0,-3-6 3 0,3 6 11 16,-2-7 5-16,2 7 7 0,-1-5 5 0,1 5 4 0,-1-5 6 16,1 5-5-16,0 0 4 0,-1-6-4 0,1 6-3 15,0 0-1-15,0 0-1 0,0 0-5 0,-2-6 3 16,2 6-2-16,0 0-4 0,0 0-2 0,0 0 0 15,0 0-1-15,0 0 1 0,0 0-5 0,3 17 2 16,-3-17-2-16,1 8-2 0,-1-8 1 0,-1 8-2 16,2-4 1-16,-1-4 3 0,0 0-2 0,-4 10-1 15,2-6-6-15,0-2-9 0,2-2-2 0,-5 7-3 16,3-4-7-16,-1-1-4 0,-2 0-8 0,5-2-2 16,-9 2-6-16,9-2-7 0,-8 0 2 0,4 0-14 15,4 0 4-15,-11-2 13 0,7 0 4 0,4 2-6 16,-8-4 10-16,5 2 6 0,-1-1 0 0,1-1 0 15,3 4 11-15,-4-8 14 0,2 4 7 0,2 4 5 0,-2-8 10 16,0 3 4-16,2 5 17 0,-2-8 8 16,1 3 1-16,1 5 4 0,-1-8 6 0,1 8 5 15,-1-6 4-15,1 6 1 0,0-7-1 0,0 7-3 0,0 0-2 16,0 0-3-16,0-8-9 0,0 8-8 0,0 0-1 16,0 0-6-16,0 0-2 0,0 0-5 0,0 0 1 15,0 0-4-15,0 0-4 0,0 0-1 0,0 0-1 16,0 0-5-16,0 22-1 0,-2-17-1 0,2-5 0 15,-2 9 0-15,1-4-3 0,-1 0-1 0,2-5-2 16,-4 7-3-16,2-3-6 0,-1 0-7 0,0-1 1 16,2 1-5-16,1-4-7 0,-6 4-5 0,3-2-5 15,3-2-7-15,-6 2-10 0,6-2-5 0,-9 0-5 16,9 0-10-16,-8 0-4 0,3-2 2 0,-1 0 1 16,1-2 4-16,-1 2 1 0,0-2 6 0,2 0 6 15,-1-1 6-15,0 0 8 0,0-1 3 0,1 0 3 16,3 2 5-16,-3-3 10 0,2 0 3 0,-1 0 7 15,1-1 6-15,0 0 12 0,2 0 13 0,-2 1 15 0,0-3 3 16,0 2 4-16,1 1 8 0,1-1 12 16,0 8 14-16,-1-12 2 0,1 12 3 0,-1-8 1 15,1 8 1-15,-1-7-6 0,1 7-7 0,0 0-5 0,0 0-6 16,0 0-6-16,0 0-5 0,0 0-4 0,0 0-4 16,0 0-2-16,0 0-4 0,3 19 0 0,-2-13-5 15,-1 0-1-15,0 0-3 0,0 4-2 0,0-2-3 16,-1 0-2-16,0 2-2 0,-1-2-2 0,-1 1-1 15,0-1 1-15,0 1-4 0,-1-2 0 0,-1-1-3 16,1 1 0-16,-2-1-3 0,-1-2 0 0,0 2 2 16,0-2-10-16,1 0-3 0,-1-1-6 0,-1-1-5 15,1 1 2-15,0-3 3 0,1 1-5 0,-2 0 1 16,3-2-1-16,-2 1 1 0,7 0 2 0,-10-4 3 16,5 2-1-16,1 1 5 0,4 1 1 0,-7-4 1 15,7 4 3-15,-5-3 6 0,5 3 3 0,-4-5 8 16,4 5-2-16,-3-5 1 0,3 5 8 0,-3-4 0 15,3 4-3-15,0 0 0 0,0 0-3 0,0 0-1 0,0 0-5 16,0 0 3-16,0 0-6 0,0 0 1 16,0 0 2-16,0 0 0 0,0 0 0 0,2 20-4 15,-1-13 1-15,-2-1-3 0,1 2 3 0,0-1-2 16,-1 2-1-16,0 0-1 0,-2-1 2 0,0 1-1 0,1-1-2 16,-1-1-3-16,-2 2-3 0,0-2-6 0,-2 4-12 15,2-6-14-15,-2 3-15 0,-2 0-28 16,0 0-28-16,1-4-38 0,3-1-40 0,-3 0-45 0,1 1-190 15,1-1-455-15,1-2 202 0</inkml:trace>
          <inkml:trace contextRef="#ctx0" brushRef="#br0" timeOffset="-204346.7125">-1061-3369 149 0,'0'0'206'0,"4"-1"-2"0,-4 1-6 16,0 0-8-16,0 0-5 0,0 0-11 0,0 0-13 15,0 0-7-15,0 0-13 0,0 0-9 16,0 0-12-16,0 0-13 0,0 0-9 0,0 0-6 0,-16-4-14 16,10 4-11-16,0 0-11 0,6 0-17 0,-10 0-23 15,5 0-23-15,0 0-28 0,5 0-27 0,-9-1-33 16,4 1-42-16,5 0-35 0,-8-5-172 0,3 2-372 16,1 2 165-16</inkml:trace>
          <inkml:trace contextRef="#ctx0" brushRef="#br0" timeOffset="-202518.6965">-1080-3470 256 0,'0'0'273'0,"0"0"-7"0,4-5-16 0,-4 5-20 15,0 0-22-15,2-3-22 0,-2 3-20 0,0 0-15 16,0 0-29-16,0 0-38 0,0 0-51 0,0 0-68 16,0 0-78-16,0 0-234 0,0 0-375 0,0 0 167 15</inkml:trace>
          <inkml:trace contextRef="#ctx0" brushRef="#br0" timeOffset="-203971.7454">-1138-3615 152 0,'-7'1'224'0,"7"-1"-9"0,0 0-16 16,-9 10-6-16,5-3-11 0,0-1-10 0,-3 3-9 16,1 0-12-16,-2 4-9 0,1-3-15 0,-1 2-12 15,-1 4-11-15,0-4-14 0,-2 2-9 0,2 4-18 16,-1-2-30-16,3-6-46 0,0 1-66 0,3-2-67 16,-1 1-216-16,-1-2-391 0,1-1 173 0</inkml:trace>
          <inkml:trace contextRef="#ctx0" brushRef="#br0" timeOffset="-203346.7745">-1613-3285 220 0,'0'0'210'0,"0"0"-10"16,0 0-11-16,0 0-7 0,0 0-13 0,0 0-14 15,4 11-5-15,-4-11-12 0,1 7-4 0,-1-7-9 16,0 7-12-16,0-7-13 0,-1 7-4 0,1-7-7 16,-1 9-8-16,1-9-3 0,-2 8-5 15,0-3-3-15,2-5-4 0,-3 9-6 0,2-4-6 0,-1 0-5 16,-1-1 2-16,2 0-4 0,-3 0-3 0,1-1-1 16,-1 3-3-16,-1-2-3 0,0-1-2 0,1 2-2 15,-1-2-5-15,-1 0-1 0,0-1-1 0,-2 0-6 0,-1 1 2 16,0-1-4-16,-2-2 1 0,0 0-6 0,0 2-1 15,-2-4 1-15,1 2 0 0,-6-3 1 0,5 0-3 16,-2 2-4-16,2-3 0 0,1 1-4 0,1-3-3 16,0 2 3-16,3-1 1 0,2 1 0 0,1-2-6 15,0 1-3-15,2 2-6 0,0-3-19 0,1 0-10 16,1 0-20-16,1 6-30 0,2-13-24 0,-1 8-44 16,2-2-38-16,1 1-49 0,0-2-163 0,0 2-441 15,2-1 195-15</inkml:trace>
          <inkml:trace contextRef="#ctx0" brushRef="#br0" timeOffset="-203034.3079">-1688-3372 14 0,'0'0'233'0,"0"0"-11"0,0 0-21 0,0 0-5 16,-13 6-19-16,7-5-11 0,-1 0-18 0,-1 0-22 0,1 1-7 16,-1-1-25-16,1 1-29 0,-1-1-44 0,2 0-63 15,1-1-63-15,-2 0-168 0,7 0-295 0,-8 0 130 16</inkml:trace>
          <inkml:trace contextRef="#ctx0" brushRef="#br0" timeOffset="-197847.0725">-1837-3626 62 0,'0'0'230'0,"1"-4"-11"0,-1 4-7 16,0 0-6-16,0 0-12 0,0 0 0 0,-7 13-7 15,1-6-17-15,2 0-7 0,-3 4-14 0,-2-1-7 16,1-1-14-16,-4 7-8 0,0-3-15 0,-1 3-10 15,1-3-11-15,-1 1-5 0,1 0-11 0,1-4-18 16,-2 4-26-16,1-1-27 0,-3-1-46 0,2 0-55 0,1-2-57 16,2-1-81-16,-1-2-145 0,1 0-420 0,0-1 186 15</inkml:trace>
          <inkml:trace contextRef="#ctx0" brushRef="#br0" timeOffset="-198222.0425">-2051-3398 141 0,'0'0'198'0,"0"0"-13"15,0 0-12-15,0 0-8 0,0 18-13 0,0-18-11 16,5 11-13-16,-5-2-4 0,1-3-4 0,0 0-5 16,0 4-9-16,-1-2-5 0,0 0-5 0,1 0-3 15,-2-3-6-15,1 6-4 0,-1-4-5 0,1 0 0 16,-1 1-11-16,0-1 0 0,1 0-9 0,-2-2-3 15,2-5-5-15,-3 9-7 0,2-4-2 0,-1-1-1 16,-1 0-1-16,3-4-6 0,-5 6-7 0,2-3 2 16,3-3-4-16,-5 4 1 0,1-3-6 0,4-1 2 15,-6 1-5-15,6-1-3 0,-9 0-3 0,9 0 3 0,-6-4-2 16,2 1-2-16,0 0-1 0,4 3 0 0,-6-6-3 16,2 1 3-16,2 2-4 0,-2-1 1 0,2 0-4 15,-1 0 2-15,3 4 0 0,-5-7 0 0,2 3-1 16,3 4 6-16,-3-7-4 0,0 4 2 0,3 3-2 15,-2-5-1-15,2 5-3 0,-5-4 4 0,5 4-2 16,0 0 2-16,-3-2-2 0,3 2-2 0,0 0 0 16,0 0 0-16,-11 5-4 0,8-2-6 0,3-3-11 15,-5 6-6-15,2-3-10 0,1 2-13 0,-3-1-18 16,2-1-18-16,-1 3-23 0,-1-1-14 0,2 0-21 16,0-1-16-16,-2 2-51 0,1-1-141 0,1-1-381 15,0 0 169-15</inkml:trace>
          <inkml:trace contextRef="#ctx0" brushRef="#br0" timeOffset="-196081.5948">-2341-3561 2 0,'0'0'227'15,"0"0"-9"-15,0 0-4 0,0 0-13 0,0 0-5 16,0 0-14-16,0 0-6 0,-6 17-10 0,2-9-11 15,0 0-9-15,-1 0-14 0,-1 0-13 0,-3 3-12 16,1-3-10-16,-1 1-12 0,1 2-10 0,-1-2-16 16,-2 0-30-16,1 0-33 0,1 2-41 0,0-2-54 0,-1 1-58 15,1 0-224-15,0 0-411 0,0-1 182 0</inkml:trace>
          <inkml:trace contextRef="#ctx0" brushRef="#br0" timeOffset="-195737.8766">-2375-3073 213 0,'0'0'212'15,"0"0"-11"-15,0 0-9 0,-15 2-19 0,9-3-13 16,6 1-15-16,-12 0-20 0,5-1-7 0,1 1-17 15,-1-1-35-15,-1 1-39 0,2 1-57 0,0-2-67 16,-1 0-171-16,1-1-290 0,0-1 129 0</inkml:trace>
          <inkml:trace contextRef="#ctx0" brushRef="#br0" timeOffset="-196378.4503">-2395-3277 95 0,'3'8'173'0,"-3"-8"-11"0,0 0-15 16,0 0-15-16,1 7-8 0,-1-7-2 0,1 5-8 15,-1-5 2-15,0 6-14 0,0-6-4 0,0 0-5 16,-1 9-11-16,1-9-6 0,0 7-4 0,0-7-8 15,-3 5-5-15,3-5-11 0,-3 5-1 0,3-5-2 16,-4 5-6-16,1-3-9 0,3-2-7 0,-5 2-8 0,5-2-18 16,-8 2 1-16,4-2-13 0,4 0 3 15,-9-1-6-15,9 1 1 0,-6-3-1 0,2 1-9 16,4 2 5-16,-9-3 1 0,6 0-5 0,3 3 10 0,-6-5 3 16,3 3 0-16,0-1 2 0,3 3 8 0,-5-8-1 15,3 4 11-15,0-1 4 0,2 5 8 0,-3-7 11 16,3 1 6-16,0 6 14 0,-2-10 1 0,2 6 5 15,0 4 4-15,-2-9 9 0,2 9 1 0,0-6 4 16,0 6 2-16,0-7 2 0,0 7-1 0,0 0-1 16,0 0 0-16,0-8-2 0,0 8-4 0,0 0-6 15,0 0-1-15,0-6-4 0,0 6-8 0,0 0-1 16,0 0-4-16,0 0 1 0,0 0-8 0,0 0 3 16,0 0-12-16,0 0 4 0,0 0-3 0,0 0 2 15,0 0-7-15,6 14-4 0,-6-14 0 0,0 6 7 16,0-6-7-16,1 8-1 0,-1-3-5 0,0-5 1 0,-1 9-2 15,1-9-5-15,1 9 3 0,0-6-1 0,-1-3-1 16,-2 10-4-16,2-10-1 0,0 9 0 0,-2-4 5 16,2-5-13-16,-2 8 11 0,0-3-4 0,2-5-2 15,-3 8-1-15,-1-5 6 0,2 1-6 0,-3 0 0 16,0-1 3-16,1 1-3 0,-2-1 5 0,-1 0-5 16,1 2-3-16,-3-4 3 0,2 2 2 0,-4-1-3 15,2-2-3-15,-2 1 1 0,0-1-6 0,-2-3 0 16,1 3 1-16,0-1-1 0,-1-4-5 0,3 2-7 15,-1-1-8-15,1-1-6 0,2 2-5 0,0-3-20 16,2 1-7-16,-1 0-15 0,2 0-16 0,0-1-24 16,2 0-23-16,1 0-15 0,0-2-30 0,1 0-24 15,3-1-209-15,0 2-456 0,1-2 202 0</inkml:trace>
        </inkml:traceGroup>
        <inkml:traceGroup>
          <inkml:annotationXML>
            <emma:emma xmlns:emma="http://www.w3.org/2003/04/emma" version="1.0">
              <emma:interpretation id="{F2865B3F-2CFF-4D11-83E2-57B6574C55F5}" emma:medium="tactile" emma:mode="ink">
                <msink:context xmlns:msink="http://schemas.microsoft.com/ink/2010/main" type="inkWord" rotatedBoundingBox="11674,5756 9552,5769 9548,5199 11671,5185"/>
              </emma:interpretation>
              <emma:one-of disjunction-type="recognition" id="oneOf20">
                <emma:interpretation id="interp32" emma:lang="" emma:confidence="1">
                  <emma:literal/>
                </emma:interpretation>
              </emma:one-of>
            </emma:emma>
          </inkml:annotationXML>
          <inkml:trace contextRef="#ctx0" brushRef="#br0" timeOffset="-189363.3357">-4340-3232 42 0,'0'0'184'0,"0"0"0"0,0 0-11 0,0 0-5 16,0 0-10-16,0 0-12 0,0 0-7 0,0 0-5 15,12 7-9-15,-12-7-11 0,5 4-6 0,-5-4-10 0,4 4-9 16,-4-4-10-16,4 3 1 0,-4-3-10 0,4 3-7 16,-4-3-5-16,0 0-1 0,3 5-9 0,-3-5-1 15,0 4-7-15,0-4 0 0,0 0-12 0,0 0 3 16,-5 9-6-16,5-9-5 0,-3 3-16 0,3-3-7 16,-4 5-12-16,4-5-7 0,-4 1-8 0,4-1-3 15,-4 2 2-15,4-2-1 0,0 0-4 0,0 0-11 16,-9-3-3-16,9 3 2 0,-4-3 5 0,4 3 1 15,-5-5 3-15,2 2 8 0,3 3 6 0,-3-7-1 16,3 7-6-16,-2-7 7 0,2 7 4 0,-3-8 3 16,1 2 7-16,2 6-3 0,0-8 16 0,0 8 7 15,0-10-4-15,0 10 7 0,0-8 4 0,0 8 7 0,0-7 1 16,0 7-2-16,-1-6 2 0,1 6 4 0,1-6 1 16,-1 6 0-16,0 0-2 0,0 0-4 0,2-7 0 15,-2 7 3-15,0 0-5 0,0 0-2 0,0 0-4 16,0 0 2-16,0 0-3 0,0 0-3 0,0 0 0 15,0 0 6-15,0 0-9 0,0 0 2 0,-11 11-3 16,8-8 2-16,3-3 0 0,-4 7 0 0,0-2-7 16,1-2-2-16,-1 0 1 0,0 1-5 0,0-1-3 15,1 1-19-15,-3-1 1 0,2-2-6 0,-1 2-3 16,1-1-10-16,-1 0-3 0,5-2-15 0,-8 2-2 16,4-2 3-16,4 0 3 0,-8 0-1 0,8 0 8 15,-7-2 3-15,3-1 6 0,4 3 4 0,-5-6 5 16,2 4 3-16,0-2 6 0,3 4 9 0,-3-7 15 0,3 7 2 15,-2-7 8-15,2 7-12 0,-1-8 28 0,1 8 5 16,-2-6 4-16,2 6 4 0,-2-7-6 16,2 7 10-16,0-5-2 0,0 5 4 0,0 0-5 0,0 0-5 15,0-9 2-15,0 9-5 0,0 0-1 0,0 0-3 16,0 0 0-16,0 0-5 0,0 0 2 0,0 0-1 16,0 0-2-16,0 0 0 0,0 0-6 0,0 0-1 15,0 0 2-15,0 0-2 0,0 0 0 0,0 0-3 16,0 0-1-16,0 0-2 0,8 13-1 0,-8-13 0 15,0 0 0-15,-1 8 1 0,1-8 0 0,0 0-5 16,0 0 3-16,-1 9-2 0,1-9 2 0,-3 5-4 16,3-5-1-16,-3 3 2 0,3-3-1 0,-3 5-4 15,1-2 2-15,2-3 0 0,-5 4 2 0,5-4-6 0,-6 3 3 16,6-3-1-16,-5 1-3 0,5-1-7 16,-6 1 1-16,6-1 0 0,-7-1 0 0,7 1-3 15,-6 0 1-15,6 0-1 0,-7-2 3 0,7 2 2 0,-6-5-4 16,3 2 6-16,3 3 2 0,-6-5 2 0,3 2-4 15,-1 0 3-15,4 3 5 0,-3-7 2 0,1 3 7 16,2 4 0-16,-6-8 4 0,5 4 7 0,1 4 10 16,-3-6 12-16,2 2 0 0,1 4 5 0,0 0 3 15,-2-8 3-15,2 8-1 0,0 0-3 0,0-6-7 16,0 6 2-16,0 0-3 0,0 0-10 0,0 0-2 16,0 0-2-16,0 0 0 0,0 0-4 0,0 0-5 15,0 0 0-15,0 0-6 0,0 0 0 0,0 0-1 16,0 0 1-16,0 0-4 0,0 0 1 0,0 0-2 15,0 0 2-15,0 0-5 0,3 18 4 0,-3-18-5 16,-3 8 1-16,3-8 2 0,-2 9 0 0,-1-4-3 16,2-1 3-16,1-4-3 0,-6 8 1 0,3-4-7 15,-2 0 1-15,-1 0-6 0,1 0 0 0,-1-2-4 0,0 2-8 16,0-1-6-16,-1-1-6 0,0 1-4 16,2-2-3-16,-2 0-6 0,0 0-4 0,0-2 5 15,2 1-6-15,-2 0-7 0,7 0 9 0,-9-1-1 0,5 1 2 16,4 0 7-16,-9-4-2 0,9 4 3 0,-5-3 5 15,5 3 6-15,-4-4-1 0,1 1 1 0,3 3 4 16,-3-3 3-16,3 3-1 0,0 0 3 0,-1-8 0 16,1 8 3-16,0 0 5 0,0 0 0 0,1-8 3 15,-1 8-2-15,0 0 4 0,4-6 4 0,-4 6 3 16,4-3 3-16,-4 3 4 0,0 0-1 0,5-1 2 16,-5 1 2-16,0 0 1 0,8 1 4 0,-8-1 5 15,3 4 3-15,-3-4-1 0,4 5 0 0,-3-2 1 16,1 2 0-16,-2-5 3 0,0 10 0 0,-1-4-5 15,-1 0 0-15,-1 2-4 0,0 0 2 0,2 0-1 16,-4 0-2-16,1 0-2 0,-2-1-2 0,-1 2 0 16,1-3-5-16,0 2-3 0,1-3-12 0,-1 1-14 0,1-1-23 15,0 0-20-15,0-1-28 0,1-1-34 0,1 0-31 16,3-3-56-16,-6 4-136 0,6-4-375 16,-3 3 166-16</inkml:trace>
          <inkml:trace contextRef="#ctx0" brushRef="#br0" timeOffset="-189019.6092">-4473-3092 173 0,'0'0'195'0,"0"0"-12"0,-10 5-13 0,10-5-10 0,0 0-16 15,-9 1-11-15,9-1-14 0,-6 0-12 16,6 0-7-16,-7 2-11 0,7-2-7 0,-6 0-11 16,6 0-10-16,0 0-5 0,-7 0-21 0,7 0-24 0,0 0-34 15,0 0-36-15,0 0-34 0,-5 0-53 0,5 0-116 16,0 0-283-16,0 0 126 0</inkml:trace>
          <inkml:trace contextRef="#ctx0" brushRef="#br0" timeOffset="-188722.7551">-4520-2997 126 0,'0'0'253'0,"0"0"-7"0,0 0-15 15,9-6-12-15,-9 6-14 0,0 0-19 0,0 0-17 16,4-6-20-16,-4 6-10 0,0 0-24 0,2-5-20 16,-2 5-38-16,0 0-43 0,1-5-57 0,-1 5-62 0,0 0-47 15,0-7-166-15,0 7-344 0,0 0 153 16</inkml:trace>
          <inkml:trace contextRef="#ctx0" brushRef="#br0" timeOffset="-188425.9033">-4567-3071 118 0,'0'0'239'15,"0"0"-13"-15,0 0-15 0,0 0-13 0,0 0-16 16,0 0-16-16,0 0-13 0,0 0-14 0,0 0-13 16,-19 2-15-16,19-2-7 0,-9 1-14 0,2-1-22 0,0 0-36 15,0 0-40-15,0 0-48 0,2-1-56 0,-2 0-75 16,7 1-113-16,-11-2-325 0,6 0 143 16</inkml:trace>
          <inkml:trace contextRef="#ctx0" brushRef="#br0" timeOffset="-187972.8093">-4805-3264 167 0,'0'0'193'0,"0"0"-19"0,0 0-13 0,0 0-15 16,0 0 0-16,0 0-9 0,0 0-8 15,0 0 0-15,0 0-8 0,0 0-2 0,0 0-7 16,0 0-6-16,0 0-6 0,0 0-10 0,0 0 0 0,5 16-13 16,-5-16-2-16,0 7-10 0,0-7-6 0,0 9-4 15,0-9-3-15,-2 9-7 0,0-4-3 16,2-5-5-16,-4 7-4 0,1-4-4 0,0 1-1 0,-1 0-3 16,1 0-10-16,0-2-2 0,-1 1-3 0,-1 0-12 15,2-2-2-15,-2 1-2 0,0-1-2 0,-1-1-4 16,6 0 6-16,-11 0 1 0,6-1-2 0,5 1-1 15,-9-2 5-15,6 1 0 0,-3 1 3 0,6 0 3 16,-7-3 9-16,7 3 2 0,-5-3 4 0,5 3 2 16,-6-2 0-16,6 2 2 0,0 0 2 0,0 0-4 0,-4-1-3 15,4 1 0-15,0 0 2 0,0 0 4 16,0 0-1-16,0 0 2 0,-1 9 2 0,1-9 0 16,0 0-1-16,5 9-1 0,-3-6 2 0,-2-3-3 0,4 9 3 15,-1-3-2-15,-1 0 3 0,1 0-6 0,-1 0-1 16,0 0-1-16,-1 1 2 0,0 1-1 0,0 0-6 15,-3-1 0-15,1 1-2 0,0-1 2 16,-2 1-1-16,0 0-3 0,-1-1-4 0,0 0-4 0,-1-1-10 16,0 1-14-16,0-2-10 0,0 0-18 0,0 2-13 15,-1-2-24-15,-1-2-15 0,2 1-21 0,-2 0-37 16,2-2-21-16,0-2-40 0,0 2-172 0,-2-1-425 16,3-1 188-16</inkml:trace>
          <inkml:trace contextRef="#ctx0" brushRef="#br0" timeOffset="-187613.4602">-4830-3365 87 0,'3'-4'197'0,"-3"4"-8"0,0 0-6 0,0 0-3 0,0 0-17 16,0 0-3-16,0 0-12 0,0 0-11 0,0 0-14 15,0 0-5-15,0 0-15 0,-16 9-8 0,11-7-14 16,-2-1-11-16,1 2-24 0,-1-1-43 0,0 2-65 15,0-4-56-15,0 3-200 0,0 1-343 0,1-3 152 16</inkml:trace>
          <inkml:trace contextRef="#ctx0" brushRef="#br0" timeOffset="-194441.0931">-2870-3271 54 0,'0'0'223'16,"6"-1"-11"-16,-6 1-14 0,0 0-8 0,0 0-12 16,0 0-11-16,5 5-7 0,-5-5-6 0,0 0-8 15,3 5-11-15,-3-5-5 0,0 0-11 0,0 6-3 16,0-6-13-16,0 0-12 0,0 0-9 0,-3 12-4 0,3-12-12 15,-3 5-4-15,3-5-5 0,-2 5-5 0,2-5-7 16,-5 4-3-16,3-1-6 0,2-3-12 16,-5 4-12-16,0-1-10 0,1-3-14 0,4 0-7 15,-8 3-7-15,6-3-4 0,2 0-8 0,-10 0-7 0,5 0-4 16,5 0 0-16,-7-1-2 0,7 1 7 0,-6-2-1 16,6 2 1-16,-6-4 7 0,6 4 0 0,-4-3 2 15,4 3 10-15,-4-6 3 0,4 6 4 0,-2-6 6 16,1 1 10-16,1 5-3 0,0 0 14 0,-1-9 2 15,1 9 1-15,-1-7-2 0,1 7 0 0,0 0-2 16,0-6 6-16,0 6 2 0,0 0 1 0,0 0-3 16,1-8-3-16,-1 8 2 0,0 0-3 0,0 0-3 15,0 0-1-15,0 0-1 0,0 0-7 0,0 0 10 16,0 0-1-16,0 0-2 0,0 0 1 0,0 0-9 16,0 0 6-16,0 0-4 0,-4 18 5 0,4-18-4 15,-4 6-6-15,2-3-5 0,2-3-7 0,-6 6-3 0,4-4-5 16,-1 1-7-16,0 0-7 0,3-3-7 0,-6 3-6 15,3 0-9-15,3-3 1 0,-8 2 2 16,8-2-4-16,-5 1 5 0,5-1 7 0,-7-1 6 0,7 1 6 16,-5-3 4-16,5 3 10 0,-3-4 9 0,3 4 4 15,-4-6 13-15,4 6 4 0,-2-6 1 0,2 6 14 16,-3-6 3-16,3 6 10 0,0-7 3 0,0 7 1 16,-2-7-5-16,2 7 9 0,0-5 2 0,0 5-4 15,0 0 2-15,-1-8-3 0,1 8-2 0,0 0-7 16,0 0 2-16,0 0-3 0,0-7-4 0,0 7-3 15,0 0-3-15,0 0-4 0,0 0 1 0,0 0-1 16,0 0 0-16,0 0-4 0,0 0 1 0,0 0 1 16,0 0-5-16,-5 17 4 0,5-17-7 0,-1 7 1 15,1-7 0-15,-2 6 3 0,2-6-3 0,-3 7-1 16,1-3-4-16,2-4 0 0,-3 6 4 0,1-3-8 16,2-3-2-16,-5 6-3 0,1-4-6 0,0 0-5 0,4-2-2 15,-7 3-1-15,3-2 0 0,-3 1-11 0,7-2 5 16,-9-2 0-16,4 2 2 0,-1-2-4 15,1 1 9-15,5 1 3 0,-8-5 2 0,4 3 3 0,0-1 0 16,0-1 5-16,1 0 11 0,3 4 3 0,-5-7 8 16,2 1 9-16,1 3 1 0,2 3 4 0,-4-9 5 15,1 6-4-15,1-2 12 0,2 5 4 0,-2-7 2 16,2 7-1-16,-4-7 2 0,4 7 2 0,-1-4-4 16,1 4-3-16,0 0-3 0,-3-5-3 0,3 5-11 15,0 0 7-15,0 0-4 0,0 0-3 0,0 0-2 16,0 0-5-16,0 0 2 0,0 0 1 0,0 0-6 15,0 0 3-15,0 16-4 0,0-16 0 0,2 8 1 16,-2-3-3-16,0-5-1 0,2 8 0 0,-2-8 0 16,0 8 1-16,0-8-1 0,-2 8 0 0,0-5-1 15,0 1-1-15,-1 0 1 0,3-4 1 0,-5 5-2 16,2-1 1-16,-1-2-4 0,-1 0-7 0,2 1-3 0,3-3-9 16,-9 3-8-16,5-1-10 0,1 0-10 0,3-2-14 15,-9 2-16-15,5-2-18 0,4 0-13 0,-7 2-27 16,7-2-8-16,-6 0-9 0,6 0-27 0,-6 0-169 15,6 0-370-15,-6 0 164 0</inkml:trace>
          <inkml:trace contextRef="#ctx0" brushRef="#br0" timeOffset="-194097.3458">-3094-3099 105 0,'0'0'209'0,"-10"4"-19"16,10-4-11-16,-5 0-12 0,5 0-12 0,-5 0-8 0,5 0-13 16,-9 0-13-16,9 0-10 0,-9 0-13 0,3-1-5 15,1-1-13-15,-2 2-14 0,1-1-22 0,-1-1-26 16,2 1-38-16,-3-1-44 0,3-1-36 0,-2 2-74 15,1-3-87-15,0 2-281 0,1 0 126 0</inkml:trace>
          <inkml:trace contextRef="#ctx0" brushRef="#br0" timeOffset="-192534.9521">-3257-3293 115 0,'0'0'174'16,"0"0"-10"-16,0 0-4 0,0 0-6 0,0 0-12 15,0 0-10-15,0 0-8 0,5 16-11 0,-5-16-5 16,0 5-12-16,0-5-7 0,1 6-2 0,-1-6-11 16,0 6-6-16,0-6-3 0,-1 8-8 0,1-8-2 15,-2 7-11-15,2-7-4 0,0 6-2 0,0-6-5 16,-1 7-6-16,1-7-1 0,-2 5-3 0,2-5-2 16,-3 6-3-16,1-2-10 0,2-4-8 0,-5 3-6 0,1-1-12 15,4-2-7-15,-6 2-3 0,6-2-7 0,-8 2-1 16,4-2-1-16,4 0 3 0,-9-2-2 15,5 0 1-15,0 0 9 0,4 2-1 0,-8-3-1 0,5 0 7 16,3 3 0-16,-6-8-1 0,3 5 5 0,2-1 4 16,1 4 9-16,-4-7 7 0,4 7 1 0,-1-8 7 15,1 8 7-15,0-7 11 0,0 7 0 0,-3-6 4 16,3 6 5-16,0 0 0 0,0-8-3 0,0 8-1 16,0 0-4-16,0 0 2 0,0-6-7 0,0 6-1 15,0 0-6-15,0 0 2 0,0 0-2 0,0 0 0 16,0 0-1-16,0 0-2 0,0 0-1 0,0 0 2 15,0 0-5-15,0 0 1 0,6 15-1 0,-6-15 0 16,0 0-1-16,0 0 2 0,-3 12-3 0,3-12-3 0,-3 7 0 16,1-4-5-16,2-3-2 0,-5 6-1 15,3-4-8-15,-2 1-14 0,4-3-3 0,-5 4-7 16,1-2-2-16,4-2-14 0,-8 2 3 0,5-1 3 0,3-1-4 16,-9-1 0-16,9 1 3 0,-9-3 7 0,5 2-3 15,0-2 11-15,-1 0-5 0,1 0 11 0,4 3-3 16,-5-7 6-16,2 4 1 0,3 3 11 0,-4-8 3 15,4 3 6-15,0 5 10 0,-2-7 1 0,1 2 7 16,1 5-4-16,-3-7 5 0,3 7 3 0,-1-4-2 16,1 4-3-16,0 0 0 0,-2-6-5 0,2 6-1 15,0 0 1-15,0 0-4 0,0 0 1 0,0 0 1 16,0 0-6-16,0 0 5 0,0 0-6 0,0 0 0 16,-1 19 2-16,1-19 3 0,1 7-4 0,-1-7-3 15,0 7 2-15,0-7-3 0,-2 6 2 0,1-1 2 16,1-5-5-16,-1 8 4 0,-1-5-1 0,2-3-2 15,-4 6-1-15,4-6-2 0,-3 5 3 0,0-2-7 0,3-3-3 16,-7 4-5-16,4-3 1 0,3-1-8 0,-6 2-1 16,1-1-1-16,5-1 7 0,-7 0-4 0,7 0 1 15,-9-3 1-15,6 2 4 0,-2-1-10 0,5 2 10 16,-7-5 2-16,4 3 1 0,-1-2 5 0,1 0-5 16,3 4 6-16,-9-7 1 0,7 2-2 0,-1 3 1 15,0-4 2-15,3 6 4 0,-4-7 2 0,1 2-1 16,0 2 12-16,3 3 5 0,-2-8-2 0,1 5 7 15,1 3 4-15,-2-8 4 0,2 8 7 0,-4-6-2 16,4 6 4-16,-2-5-1 0,2 5-2 0,0 0 1 16,0 0 0-16,-2-5-8 0,2 5-1 0,0 0-5 15,0 0-2-15,0 0-1 0,0 0-1 0,0 0-2 16,0 0-1-16,0 0-3 0,0 0 2 0,5 16-6 16,-5-16 4-16,2 8-5 0,0-4 1 0,-2-4-1 15,0 8 0-15,1-4-3 0,-1-4 3 0,-2 9-2 16,-1-5 0-16,3-4-5 0,-1 8 4 0,-3-4 1 0,1-2-3 15,0 1-3-15,-2 0 2 0,-2 0-1 0,0 0-2 16,0-2 1-16,2 2 2 0,-3-1-2 0,4-2 0 16,-1 2-8-16,5-2 6 0,-10 1-1 0,6 0 1 15,4-1 0-15,-9 0-1 0,9 0-1 0,-8-3 5 16,8 3-3-16,-5 0 1 0,5 0 0 0,0 0 0 16,-7 0-5-16,7 0 4 0,0 0-1 0,0 0-3 15,0 0 3-15,-5 1-1 0,5-1-1 0,0 0 2 16,0 0-2-16,0 8 3 0,0-8-3 0,0 0-1 15,2 9 1-15,-2-9 1 0,3 8 0 0,-1-4 0 16,-1 2 2-16,-1-6 1 0,1 10-5 0,0-6 4 16,0 2-2-16,-1-6-5 0,-1 10 3 0,1-5-5 15,0-5-12-15,-2 7-6 0,2-7-7 0,-3 7-4 0,1-4-9 16,2-3-3-16,-3 4-10 0,3-4-9 16,-3 3-8-16,3-3 3 0,0 0 0 0,-6 0-6 15,6 0 0-15,0 0-3 0,0 0 10 0,-9-6 1 0,6 4 8 16,3 2 10-16,-6-7 3 0,4 4 1 0,2 3 7 15,-4-8 0-15,0 4 10 0,2 0-1 0,0-1 8 16,-1 1 1-16,3 4 4 0,-4-8 8 0,3 3 9 16,1 5-4-16,-4-7 6 0,3 4 5 0,1 3-7 15,-3-8 7-15,3 8 2 0,-2-4-7 0,2 4 5 16,-2-8-5-16,2 8 5 0,-3-4 2 0,3 4 14 16,-4-5 6-16,4 5-3 0,-4-2-4 0,4 2 5 15,-7-1 4-15,7 1-8 0,-7 0 1 0,7 0 1 16,-8 1-4-16,4 2 4 0,-1-1-2 0,5-2 3 0,-7 3 0 15,2 0 2-15,-1 2-2 0,2-1-5 16,0 1 6-16,-1-2-2 0,2 3 5 0,-1 0-2 16,1-1 9-16,0 0 1 0,0 1 2 0,1 2 2 0,0-2 1 15,1 0 2-15,0 1-1 0,1-1 3 0,0-6 7 16,1 13-1-16,1-6 1 0,1 1-3 16,0 1-2-16,-1-1 0 0,0 1 0 0,0-2-1 0,1 2-3 15,-1-2-7-15,0 1 0 0,0-2-5 0,-1 1-1 16,1-2-6-16,-1 2-16 0,-1-2-19 0,0-5-22 15,2 8-27-15,-1-4-31 0,-1-4-38 0,1 7-24 16,-1-7-61-16,0 0-128 0,0 5-371 0,0-5 165 16</inkml:trace>
          <inkml:trace contextRef="#ctx0" brushRef="#br0" timeOffset="-192206.8513">-3566-3398 230 0,'0'0'231'16,"0"0"-5"-16,0 0-11 0,0 0-19 0,0 0-17 0,0 0-15 15,0 0-11-15,0 0-16 0,-14 10-18 0,7-9-8 16,1 0-12-16,0 1-19 0,0 0-17 0,0 2-31 16,0-1-32-16,-1-2-42 0,-1 1-53 0,3 0-38 15,-2-1-195-15,0 1-355 0,1-2 157 0</inkml:trace>
          <inkml:trace contextRef="#ctx0" brushRef="#br0" timeOffset="-191456.9296">-3926-3358 129 0,'-5'-5'231'0,"3"2"-12"0,2 3-12 0,0 0-14 16,-4-4-15-16,4 4-11 0,0 0-14 0,0 0-13 16,0 0-3-16,0 0-1 0,0 0-4 0,0 0-8 15,0 14-9-15,0-14-4 0,2 11-4 0,1-5-2 16,0 1-9-16,0 0 0 0,1 2-6 0,-1-2-10 15,-1 4-7-15,2-3-5 0,-1 1-9 0,0 0 2 16,0 1-6-16,-3-2-9 0,2 2-2 0,0 2 2 16,-2-3-6-16,0 0-6 0,-1 0 5 0,0-1-14 15,-1 1-5-15,-1-2 2 0,-1 1-2 0,0-2-16 16,-1 0-14-16,-2 0-22 0,-1 0-27 0,0-1-24 0,-2 1-34 16,1-1-45-16,-2 0-39 0,3-2-49 0,-2 0-198 15,1-2-486-15,1-1 215 0</inkml:trace>
          <inkml:trace contextRef="#ctx0" brushRef="#br0" timeOffset="-190722.6089">-3981-3551 204 0,'0'0'229'16,"4"-3"-6"-16,-4 3-18 0,0 0-17 0,3-3-11 15,-3 3-12-15,0 0-8 0,0 0-5 0,0 0-10 16,0 0-5-16,0 0-8 0,-4 18-6 0,1-11-5 0,-2 0-12 16,-2 5-8-16,0-2-8 0,-1 2-7 15,-2 4-9-15,0-1-5 0,1-4-12 0,-2 6-12 0,-2-3-25 16,3 0-30-16,0-4-40 0,-1 4-49 0,2-3-51 16,0-3-60-16,-1 1-202 0,1 1-447 0,3-1 198 15</inkml:trace>
          <inkml:trace contextRef="#ctx0" brushRef="#br0" timeOffset="-191003.8143">-4124-3334 14 0,'0'0'216'15,"0"0"-9"-15,0 0-10 0,0 0-14 0,5 5-11 16,-5-5-9-16,3 6-10 0,-3-6-14 0,2 8-9 0,-2-5-9 16,0-3-7-16,2 8-9 0,-2-8-9 15,-1 9-9-15,1-3-4 0,-1 0-10 16,1 0 1-16,-2 0-5 0,1 2-5 0,-1-1-5 0,0-3-6 0,0 1-8 15,1 1-2-15,-2-1-2 0,0-1-3 0,0 3-7 16,0-3-3-16,0 0 0 0,-1 0-3 0,0 0-4 16,0 0-4-16,2-2-5 0,-2 1 1 0,1 0 0 15,3-3-5-15,-8 4 4 0,8-4-4 0,-5 0 0 16,5 0 3-16,0 0-4 0,-10-3-1 0,8 2-1 16,2 1-1-16,-8-6 1 0,5 3 1 0,3 3 1 15,-3-8-2-15,2 4-4 0,-1-2 3 0,2 6 1 16,-2-13 1-16,1 6 0 0,2-1 0 0,0-2-1 15,0 0 0-15,-1 1-2 0,0 0 1 0,2-2-1 16,-1 2-15-16,0-1-15 0,0 2-22 0,-1 2-25 16,0 0-27-16,0 6-37 0,-1-9-40 0,1 9-60 15,-1-7-137-15,1 7-407 0,0 0 180 0</inkml:trace>
        </inkml:traceGroup>
        <inkml:traceGroup>
          <inkml:annotationXML>
            <emma:emma xmlns:emma="http://www.w3.org/2003/04/emma" version="1.0">
              <emma:interpretation id="{A540B548-3FB9-44C9-A17C-EE704ACE6A93}" emma:medium="tactile" emma:mode="ink">
                <msink:context xmlns:msink="http://schemas.microsoft.com/ink/2010/main" type="inkWord" rotatedBoundingBox="9422,5674 8208,5682 8204,5108 9418,5100"/>
              </emma:interpretation>
              <emma:one-of disjunction-type="recognition" id="oneOf21">
                <emma:interpretation id="interp33" emma:lang="" emma:confidence="1">
                  <emma:literal/>
                </emma:interpretation>
              </emma:one-of>
            </emma:emma>
          </inkml:annotationXML>
          <inkml:trace contextRef="#ctx0" brushRef="#br0" timeOffset="-184004.3365">-5646-3244 121 0,'0'0'187'15,"3"5"-11"-15,-3-5-10 0,6 5-7 0,-5-3-8 16,-1-2-13-16,4 5-9 0,-2-1-13 0,0-1-1 15,-2-3-11-15,2 9-9 0,-1-6-7 0,-1-3-7 16,1 8-8-16,1-4-8 0,-2-4-2 0,0 0-5 16,0 9-11-16,0-9-3 0,0 0-3 0,-2 8-1 15,2-8-8-15,-2 3-3 0,2-3-11 0,-4 3-10 16,4-3-15-16,-7 2-9 0,4-1-5 0,3-1-4 16,-8-2 0-16,8 2 2 0,-6-1 0 0,6 1 1 0,-7-5-4 15,3 4 4-15,1-4 1 0,3 5 8 0,-8-4 0 16,7-1-1-16,-1 1 0 0,-1-1 5 0,3 5-1 15,-3-9 5-15,2 4-5 0,-1 0 7 0,1-1 6 16,1 6-3-16,-2-11 8 0,2 5 1 0,0 6 9 16,0-11-1-16,0 11 3 0,0-8 5 0,0 8-1 15,-1-6 5-15,1 6-4 0,0 0-7 0,0-7 3 16,0 7-2-16,0 0-5 0,0 0 0 0,0 0-3 16,0 0-1-16,0 0 1 0,0 0 1 0,0 0-5 15,0 0-2-15,0 0 1 0,-6 17-9 0,5-12 9 16,-1-1-1-16,2-4 1 0,-5 7-1 0,3-3-3 15,-1 1-1-15,0-2-3 0,-3 2-2 0,1 0-9 0,1-4-3 16,1 3-9-16,-2-1-6 0,0-1-8 16,0 0-5-16,0-1-7 0,-1 2-8 0,1-3 6 15,0 1 0-15,-1-1-2 0,6 0 2 0,-10-1 0 0,7-2 12 16,-1 1-2-16,1-1 5 0,3 3 13 0,-6-7-3 16,3 5 11-16,3 2 2 0,-4-8 7 0,3 4 13 15,1 4 0-15,-3-8 5 0,3 8 6 0,-2-8 13 16,2 4 2-16,0 4-1 0,-1-6 6 0,1 6 0 15,0 0 3-15,1-9 2 0,-1 9-2 0,0 0-1 16,0-8 1-16,0 8-5 0,0 0 6 0,0 0-4 16,0 0-9-16,0-7-2 0,0 7 3 0,0 0-1 15,0 0-7-15,0 0 3 0,0 0-2 0,0 0 1 16,0 0-9-16,0 0 3 0,0 0-2 0,4 17 2 0,-4-17-2 16,-1 7 2-16,1-7-7 0,-1 9 3 15,1-9-1-15,-2 8-3 0,2-4 2 0,0-4-3 16,-4 8 1-16,3-4 0 0,-2 0-5 0,3-4 1 0,-4 7-2 15,1-3 5-15,-1-1-3 0,1 0-1 0,-1-1 0 16,0 2 2-16,4-4-5 0,-8 3 2 0,4-3-4 16,-1 1-5-16,1 2 4 0,4-3 0 0,-9 0-4 15,9 0-4-15,-6-3 3 0,6 3 3 0,-7-3 0 16,5 2-2-16,2 1 2 0,-6-8 5 0,3 5-4 16,-1-1 1-16,1-1 1 0,1 1-3 0,2 4-1 15,-5-9 3-15,2 2 4 0,0 2-2 0,1 0 5 16,2 5 0-16,-3-10 3 0,1 7 6 0,2 3 5 15,-4-6 0-15,4 6 2 0,-2-5 3 0,2 5-5 16,-2-4-1-16,2 4 1 0,0 0-2 0,0 0-4 16,-2-5 0-16,2 5-2 0,0 0-3 0,0 0 0 0,0 0-1 15,0 0 0-15,0 0-1 0,0 0-1 0,0 0 1 16,0 0-4-16,0 0 4 0,0 0 0 0,5 17-2 16,-5-17-2-16,1 7 5 0,-1-7-4 0,0 9 2 15,0-9-4-15,-3 7 2 0,2-2 2 0,1-5-1 16,-3 7-5-16,0-3 0 0,3-4-7 0,-4 7-2 15,1-4-5-15,3-3-7 0,-7 4-3 0,5-1-5 16,2-3-3-16,-8 2-2 0,4 1 2 0,4-3-2 16,-8 0-1-16,4 0-4 0,4 0 6 0,-9 0 2 15,5-3 3-15,-1 1 3 0,1-2-4 0,0 1 5 16,0-1 6-16,0-1-4 0,0-1 3 0,1 1 2 16,-1-2 2-16,-1 1 2 0,1-1 6 0,0-1 2 15,0-1 2-15,2 1 7 0,-2 1 10 0,1 0 4 16,0 0 6-16,-2 0 5 0,2 0 5 0,1 1 3 0,-1 2 4 15,1-2 3-15,2 6 3 0,-3-7-1 16,3 7 1-16,-1-5 1 0,1 5-6 0,0 0-5 16,-2-6 0-16,2 6 2 0,0 0-6 0,0 0 1 0,0 0 2 15,0 0 0-15,0 0 1 0,0 0 4 0,0 0-2 16,0 0 4-16,0 0 2 0,0 0-1 0,0 0-2 16,0 0-4-16,3 19-2 0,-3-19 0 0,1 9-3 15,0-6 1-15,-1-3-2 0,0 10-4 0,1-4 2 16,-1 0-3-16,0-6-1 0,0 9 2 0,0-5-4 15,0-4-5-15,0 11 1 0,0-6-3 0,0-5 1 16,-1 10-2-16,0-4-2 0,1-6 3 0,-2 10-7 16,-1-4 3-16,1-1-4 0,-2 0 5 0,1 0-5 15,-3 0 3-15,0 0-2 0,0-1-1 0,0 1-1 16,-3 1-1-16,-2-2 1 0,1 1-3 0,0-2 1 16,0 0-2-16,-2 0 2 0,2 0 0 0,-1-2-2 15,-1-2 1-15,1 2 2 0,0-2-5 0,-1 1-3 16,0-2-3-16,2 0-3 0,0-2 0 0,-1 1-4 0,4 2-5 15,1-4 1-15,-1 1-6 0,1-2-6 16,1 3-12-16,1-2-14 0,1-1-8 0,1 1-17 16,1-1-26-16,1 6-23 0,-2-10-30 0,3 3-26 0,1 1-67 15,0 0-144-15,1 0-428 0,1 0 189 0</inkml:trace>
          <inkml:trace contextRef="#ctx0" brushRef="#br0" timeOffset="-183413.4941">-5796-3073 208 0,'0'0'227'0,"0"0"-5"0,0 0-15 15,0 0-16-15,0 0-12 0,0 0-12 16,0 0-19-16,0 0-11 0,-13 2-13 0,13-2-12 15,-9-1-10-15,9 1-12 0,-8-1-10 0,3 1-7 0,5 0-15 16,-11-1-27-16,7 0-31 0,-2-1-47 0,0 1-62 16,2-1-49-16,-4 0-183 0,2-2-368 0,2 1 163 15</inkml:trace>
          <inkml:trace contextRef="#ctx0" brushRef="#br0" timeOffset="-187129.1121">-5154-3388 61 0,'0'0'187'0,"0"0"-8"16,0 0-7-16,0 0-4 0,0 0-9 0,0 0 1 15,0 0-5-15,0 0-6 0,0 11-8 0,0-11-16 0,0 0 1 16,-4 10-8-16,2-6-2 0,2-4-1 0,-3 9 0 16,1-5-6-16,0 2-1 0,0 0-6 15,0 0-6-15,-1 2 1 0,1 1-7 0,0-1-3 0,0-1-5 16,0 3-8-16,0-1-1 0,0 0-5 0,1 3-8 15,0-2-6-15,1-1-4 0,0 3-7 0,0-3 0 16,2 5-6-16,1-2-6 0,0 0-20 0,1-1-19 16,1 0-29-16,-2 0-47 0,5 0-54 0,1-3-73 0,2 0-67 15,-2-2-190-15,3 0-506 0,0-2 223 16</inkml:trace>
          <inkml:trace contextRef="#ctx0" brushRef="#br0" timeOffset="-182004.4828">-5188-3603 91 0,'0'0'208'0,"0"0"-7"0,0 0-12 0,0 0-2 0,0 0-16 15,-5 17-3-15,2-11-10 0,-1 1-14 0,0 0-3 16,0 0-8-16,-2 2-15 0,0 2-7 0,-2-3-11 15,0 3-10-15,0-1-10 0,0 1-7 0,-1-1-9 16,2-1-4-16,-2 1-5 0,1-1-6 0,-1 0-9 16,2-1-18-16,0 1-23 0,-2 0-26 0,3-4-32 15,1 0-38-15,-1-1-29 0,2-1-35 0,-1 0-203 0,2-2-394 16,3-1 175-16</inkml:trace>
          <inkml:trace contextRef="#ctx0" brushRef="#br0" timeOffset="-181801.3748">-5310-3513 180 0,'0'0'198'16,"0"0"-13"-16,-9 9-22 0,9-9 4 0,-7 6-18 15,3-4-18-15,-1 4-12 0,-1-1-12 0,-1 0-15 16,1 0-30-16,-2 0-36 0,0 2-65 0,-1-2-51 0,-2 1-152 15,1 0-262-15,3-2 116 0</inkml:trace>
          <inkml:trace contextRef="#ctx0" brushRef="#br0" timeOffset="-185660.4442">-5372-3357 157 0,'0'0'192'0,"0"0"-6"15,0-5-1-15,0 5-2 0,0 0-12 0,0 0-7 16,2-5-14-16,-2 5-13 0,0 0-9 0,0 0-1 15,0 0-5-15,0 0-8 0,0 0-2 0,0 0-8 16,2 17-3-16,-2-12-7 0,0 1-10 0,1 0-2 16,0 1-10-16,-1 2-6 0,2-1-6 0,-2 0-2 15,1 2-10-15,-1-2-1 0,1 1-7 0,0 0 0 16,-1-1-11-16,0 1 3 0,0-1-9 0,0 0 4 0,0-3-3 16,-2 2-4-16,2-1-4 0,0-6-1 15,-3 10-8-15,0-6-6 0,0 0-10 0,1-1-7 16,-2 0-10-16,4-3-9 0,-6 6-10 0,3-4-8 0,3-2-6 15,-9 1-5-15,5 0-4 0,4-1 5 0,-10-2 2 16,5 0-3-16,1-1-3 0,-2 0 10 0,1 0 1 16,1 0 3-16,-1-1 10 0,2 0 1 0,0 0 0 15,-3-2 11-15,3 0 8 0,-1 1-8 0,0 0 20 16,0 1 7-16,3 0 12 0,-3-2 2 0,1 0 2 16,1 3 7-16,-1-1 2 0,3 4 1 0,-4-7 2 15,4 7 3-15,-2-5 0 0,2 5 0 0,-3-5-2 16,3 5 1-16,0 0-3 0,0 0-2 0,-2-5-1 0,2 5-1 15,0 0-1-15,0 0-3 0,0 0-4 0,0 0 4 16,0 0-3-16,0 0 3 0,0 0-4 16,0 0-2-16,0 0 0 0,0 0 4 0,0 0-4 0,1 19 5 15,-1-19-4-15,0 8-1 0,0-8 0 0,0 7 5 16,0-7-2-16,-2 8 1 0,0-4-6 0,0-1 4 16,-1 1-3-16,-1 0-1 0,-1 1-2 0,-1-3 3 15,0 2-7-15,-1-2 7 0,-1 1-6 0,1-1-6 16,-3 0-6-16,1 0-7 0,1-2-9 0,1 1-9 15,-1-1-7-15,1 0-10 0,2 0-8 0,5 0-20 16,-9 0-22-16,9 0-40 0,-7-1-28 0,7 1-174 16,0 0-372-16,-4-3 165 0</inkml:trace>
          <inkml:trace contextRef="#ctx0" brushRef="#br0" timeOffset="-185316.7225">-5476-3095 173 0,'0'0'199'0,"-4"3"-8"0,4-3-2 0,0 0-10 0,-7 2-10 16,7-2-5-16,-6 0-12 0,6 0-12 0,-5 1-13 15,5-1-16-15,-8 0-11 0,3 0-4 0,5 0-16 16,-8 0-15-16,1-1-36 0,1 1-40 0,0 0-39 15,0-4-55-15,-1 2-58 0,1-2-144 0,1 1-330 16,1 0 146-16</inkml:trace>
          <inkml:trace contextRef="#ctx0" brushRef="#br0" timeOffset="-183160.6557">-5928-3437 217 0,'0'0'253'0,"3"-4"-16"0,-3 4-5 16,3-3-14-16,-3 3-14 0,3-5-17 0,-3 5-15 15,0 0-15-15,2-5-18 0,-2 5-16 0,0 0-18 16,3-4-36-16,-3 4-53 0,0 0-60 0,0 0-65 15,0 0-67-15,-8-8-158 0,8 8-361 0,-7-4 160 16</inkml:trace>
          <inkml:trace contextRef="#ctx0" brushRef="#br0" timeOffset="-182879.425">-5945-3639 22 0,'3'-5'230'15,"-3"5"-15"-15,0 0-18 0,0 0-8 0,0 0-12 16,0 0-9-16,0 0-15 0,0 0-7 0,0 0-11 16,0 0-9-16,-8 15-6 0,5-8-9 0,0 1-5 0,0 2-6 15,-3 0-9-15,1 1-4 0,-1 2-7 16,-1 0-9-16,0-3-1 0,0 2-9 0,-2 2-9 15,0-3-7-15,3 0-1 0,-4 0-8 0,2 0-18 16,1-1-20-16,1-1-25 0,-2 1-43 0,1 0-47 0,2-3-28 16,1-2-44-16,-1 0-195 0,1-1-415 15,3-1 184-15</inkml:trace>
          <inkml:trace contextRef="#ctx0" brushRef="#br0" timeOffset="-182660.66">-6087-3541 13 0,'0'0'217'0,"0"0"-11"0,0 0-15 15,0 0-20-15,0 0-7 0,0 0-16 0,0 0-12 16,-5 15-17-16,2-11-7 0,1-1-14 0,-1 3-11 15,-1-1-15-15,1 2-27 0,-1 0-35 0,0 0-32 16,2-1-43-16,0 0-43 0,1-1-158 0,1-5-288 16,0 0 127-16</inkml:trace>
        </inkml:traceGroup>
        <inkml:traceGroup>
          <inkml:annotationXML>
            <emma:emma xmlns:emma="http://www.w3.org/2003/04/emma" version="1.0">
              <emma:interpretation id="{BCF525A8-B6CE-46FB-A30B-DF25B850AF59}" emma:medium="tactile" emma:mode="ink">
                <msink:context xmlns:msink="http://schemas.microsoft.com/ink/2010/main" type="inkWord" rotatedBoundingBox="8031,5723 6767,5731 6765,5315 8028,5307"/>
              </emma:interpretation>
              <emma:one-of disjunction-type="recognition" id="oneOf22">
                <emma:interpretation id="interp34" emma:lang="" emma:confidence="1">
                  <emma:literal/>
                </emma:interpretation>
              </emma:one-of>
            </emma:emma>
          </inkml:annotationXML>
          <inkml:trace contextRef="#ctx0" brushRef="#br0" timeOffset="-178567.2354">-7273-3309 92 0,'0'0'199'0,"0"0"-21"15,0 0-10-15,0 0-14 0,0 0-9 0,0 0-9 0,0 0-6 16,0 0-6-16,0 0-6 0,0 0-6 0,0 0-11 15,0 0-6-15,12 13-4 0,-11-10-5 0,1 1-5 16,2 0-7-16,-2 0-5 0,1 0-1 0,0 0 4 16,0 0-2-16,1 2-3 0,0-3-3 0,-1 1-3 15,-1 0-5-15,0 0-4 0,-2-4 5 0,4 8 0 16,-4-3 0-16,0-5-2 0,0 8-2 0,0-8-5 16,-4 7-5-16,0-4-5 0,0 1-5 0,0-2-6 15,-2 1-9-15,-2 1-32 0,1 0-36 0,1-1-38 16,-3-2-41-16,2 2-40 0,-1-1-55 0,0-2-189 15,0 0-447-15,1 0 198 0</inkml:trace>
          <inkml:trace contextRef="#ctx0" brushRef="#br0" timeOffset="-179739.0219">-6975-3280 174 0,'2'-5'242'0,"-2"5"-3"16,2-4-11-16,-2 4-11 0,0 0-14 0,2-7-21 15,-2 7-17-15,2-5-16 0,-2 5-14 0,0 0-17 16,2-5-17-16,-2 5-27 0,0 0-31 0,3-4-48 16,-3 4-61-16,3-3-62 0,-3 3-218 0,0 0-373 15,6-1 165-15</inkml:trace>
          <inkml:trace contextRef="#ctx0" brushRef="#br0" timeOffset="-179364.0412">-6785-3344 289 0,'5'-2'276'0,"-5"2"-9"15,3-4-20-15,-3 4-14 0,3-4-25 0,-3 4-20 16,3-3-20-16,-3 3-17 0,0 0-19 0,0 0-25 15,2-5-36-15,-2 5-37 0,0 0-49 0,0 0-51 16,0 0-50-16,0 0-54 0,0 0-164 0,0 0-363 0,0 0 161 16</inkml:trace>
          <inkml:trace contextRef="#ctx0" brushRef="#br0" timeOffset="-180082.7517">-6597-3273 109 0,'0'0'198'0,"4"-4"-9"0,-4 4-6 0,0 0-7 16,3-3-9-16,-3 3-6 0,0 0-5 0,4-3-9 15,-4 3-12-15,0 0-9 0,0 0-12 0,3-3-7 16,-3 3-9-16,0 0-10 0,5-3-7 0,-5 3-9 16,5-2-9-16,-5 2-3 0,5-1-8 0,-5 1-3 15,6-1-7-15,-6 1-5 0,6 2-5 0,-6-2-2 16,6 1-5-16,-6-1-7 0,6 2-7 16,-6-2 2-16,5 4-7 0,-3-1-6 0,-2-3-3 0,4 5-3 15,-2-1-9-15,0 0-2 0,-2-4-15 0,2 6 6 16,-2-6-2-16,1 7 0 0,-1-7-3 0,1 7-3 0,-1-7-3 15,3 6-5-15,-3-1-2 0,0-5 2 0,0 5-6 16,0-5-1-16,0 0 7 0,2 8-10 0,-2-8 4 16,1 4 2-16,-1-4 5 0,0 0-3 0,2 8 10 15,-2-8-9-15,0 0 4 0,1 6 6 0,-1-6 5 16,2 3 3-16,-2-3 1 0,0 0 3 0,0 0 2 16,3 4-2-16,-3-4 7 0,0 0 8 0,0 0-6 15,4 3-1-15,-4-3 1 0,4 3-1 0,-4-3 4 16,0 0 2-16,0 0 2 0,4 0 0 0,-4 0-6 15,0 0 8-15,0 0-2 0,0 0 0 0,0 0 6 16,0 0-3-16,0 0-1 0,0 0 6 0,-18-1 0 16,13 2-6-16,-2-2 4 0,-1-1 7 0,1 2 1 15,-2 0-2-15,-1-1-7 0,-2 2 3 0,1-2 8 0,0 1-8 16,0 0 6-16,-1-2-4 0,1 1 1 0,-1-1-5 16,0 0 1-16,0 1-2 0,2-2 3 15,1 2 2-15,1-1-5 0,1-1 4 0,-1 0-2 0,1 0 1 16,0 0-4-16,3-1 3 0,0 1-4 0,2 0 2 15,2 3-3-15,-5-7 1 0,4 3 0 0,1 4 4 16,-1-7-2-16,1 7 1 0,0 0 2 0,2-9 5 16,-2 9-1-16,2-5 3 0,-2 5 3 0,4-4-2 15,-4 4-1-15,3-3 0 0,-3 3 6 0,4-4-3 16,-4 4 4-16,0 0-5 0,5 0 3 0,-5 0 2 16,0 0 2-16,0 0 5 0,9 3 1 0,-9-3 2 15,6 4 2-15,-3-2-7 0,-1 1 4 0,-2-3 1 16,6 5 1-16,-4-1 2 0,1-1-7 0,-3-3 1 15,4 7-1-15,-2-3 4 0,-2-4 1 0,2 8 3 16,-2-8-1-16,-2 8-4 0,-2-4 1 0,1-1-2 0,-1 1-3 16,-1-1-3-16,0 2 0 0,-2-3-3 0,0 3-2 15,0-2 0-15,-1 0-3 0,0 0-3 0,-2-1 2 16,-1 1-5-16,3-2 3 0,0-1-4 0,-3 2-2 16,2 0 3-16,2-2-2 0,1 0 2 0,-2 0-7 15,2 1 6-15,0 0-5 0,0-1-1 0,6 0 4 16,-8 0 1-16,8 0 0 0,-6-1 1 0,6 1 1 15,0 0 7-15,-8-1-1 0,8 1 4 0,0 0 0 16,-4-2 8-16,4 2-2 0,0 0 1 0,0 0-3 16,-5-2 0-16,5 2 0 0,0 0-4 0,0 0-1 15,0 0 3-15,0 0-3 0,0 0 5 0,0 0-2 16,0 0 2-16,0 0-2 0,0 0 1 0,0 0 4 16,0 0-4-16,8 14 4 0,-8-14-5 0,3 6 0 0,0-3 2 15,-3-3-4-15,4 7-1 0,-2-5 0 0,0 2-2 16,-2-4-2-16,3 7 4 0,-2-4-5 15,-1-3-1-15,3 7-1 0,-1-2 1 0,-1-1-2 0,-1-4 2 16,3 8 0-16,-3-8 0 0,0 7-2 0,2-3 3 16,-2-4-4-16,0 0 3 0,-4 11 0 0,2-8 3 15,2-3 1-15,-5 7-3 0,1-5-1 0,1 1 1 16,-3 1 0-16,0-1-2 0,0-1-1 0,0 0 2 16,-2 0-3-16,1 0 4 0,-1 1-5 0,-2-1 2 15,-1-1 0-15,2-1-5 0,-2 2 0 0,0-4 4 16,0 2 1-16,1-1-2 0,-1-1 0 0,1 0 1 15,0-1-1-15,0-1-2 0,2 2 1 0,-1-1 1 16,2 0 1-16,1-1 1 0,0 0-1 0,0-2-2 0,2 1 4 16,-1-1 3-16,2 0-4 0,0 0 0 15,3-2-1-15,-1 3-1 0,1-3 0 0,1 1-7 16,1-1-10-16,0 1-14 0,1-1-26 0,-1 1-28 0,2 0-52 16,0 0-25-16,-1-1-25 0,1 2-42 0,-1 0-188 15,1 2-446-15,0-1 197 0</inkml:trace>
          <inkml:trace contextRef="#ctx0" brushRef="#br0" timeOffset="-179332.7991">-6573-3412 11 0,'0'0'317'0,"0"0"-3"0,0 0-12 15,0 0-8-15,0 0-12 0,0 0-13 0,-8-6-17 16,8 6-19-16,0 0-25 0,0 0-19 0,0 0-14 15,-3-5-27-15,3 5-11 0,0 0-33 0,0 0-14 16,-1-6-39-16,1 6-39 0,0 0-47 0,0 0-60 16,0 0-57-16,0 0-57 0,0 0-75 0,0 0-152 0,0 0-472 15,0 0 209-15</inkml:trace>
          <inkml:trace contextRef="#ctx0" brushRef="#br0" timeOffset="-178270.3671">-7389-3434 231 0,'0'0'232'0,"-4"-3"-13"16,4 3-13-16,0 0-10 0,0 0-13 0,0 0-8 16,0 0-5-16,0 0-6 0,-7 8-8 0,7-8-3 0,0 10-14 15,-2-4-9-15,2-1-8 0,0 4-10 0,2 0-11 16,-2-1-6-16,0 5-10 0,0-4 2 15,0 1-23-15,1 3-7 0,0-1-6 0,0 1-9 0,-1-1-21 16,0 0-15-16,-1-2-27 0,1 0-38 0,-1 2-53 16,0-3-38-16,-1 2-46 0,1-2-248 0,-2 1-480 15,1-3 213-15</inkml:trace>
          <inkml:trace contextRef="#ctx0" brushRef="#br0" timeOffset="-177989.1233">-7463-3220 22 0,'0'0'213'0,"0"0"-10"0,0 0-11 16,-7 7-6-16,7-7-11 0,-1 7-9 0,1-7-6 0,0 9-11 15,0-9-8-15,0 9-5 0,0-1-9 0,0-3-9 16,0 2-6-16,0 0-7 0,0 1-10 15,-2-1-8-15,0 1-2 0,0-1-6 0,-1 0-6 0,1 2-8 16,-2-2-6-16,0 0-7 0,-1 2-7 0,1-3-10 16,-1 0-12-16,-1 2-18 0,2-2-33 0,-2-2-23 15,0 2-36-15,0-2-37 0,0 0-39 0,1-1-58 16,0 0-152-16,-1-2-403 0,1 0 179 0</inkml:trace>
          <inkml:trace contextRef="#ctx0" brushRef="#br0" timeOffset="-177457.9358">-7693-3290 181 0,'2'-4'172'0,"-2"4"-5"16,4-7-12-16,0 4-9 0,-3-2-15 0,-1 5-1 15,6-6-6-15,-3 1-13 0,-1 3-6 0,2-2-11 16,0 1-7-16,-4 3-4 0,5-4-2 0,-5 4-7 16,6-2 0-16,-3 0-5 0,-3 2-6 0,0 0-3 15,7 0 1-15,-7 0-9 0,0 0-6 0,5 2 0 16,-5-2-1-16,3 5-1 0,-3-5-4 0,2 3-6 15,-2-3-3-15,2 6-1 0,-2-6-7 0,0 0-1 16,-2 10-2-16,2-10-1 0,-4 8-4 0,3-3 3 16,-2-1-4-16,0 1-1 0,-2-2 1 0,1 1-3 15,-2 1-4-15,0-1 3 0,0 0 2 0,-1 0-1 16,-1-1 0-16,1 2-4 0,-3 0 0 0,4-1-3 0,-1 0 2 16,0-2-1-16,2 1 2 0,-1 0-2 0,2 0 1 15,-1-1-2-15,2 0 1 0,3-2-2 0,-6 6 0 16,2-3 2-16,2 0 3 0,2-3 2 0,-2 9 3 15,1-5 2-15,1-4 8 0,-2 13 1 0,2-6 4 16,0 1-3-16,0 0 4 0,2 1-1 0,-2 0 1 16,2-1-4-16,0 1 3 0,-1 0-4 0,1 0 1 15,1-1-3-15,0 1 3 0,0-1-6 0,0 1 1 16,-1-1-2-16,-1 0-4 0,2-1-10 0,-1-2-14 16,-1 2-26-16,0-2-33 0,-1-5-33 0,2 9-46 15,-2-9-41-15,0 6-76 0,0-6-145 0,-4 7-445 16,4-7 197-16</inkml:trace>
        </inkml:traceGroup>
        <inkml:traceGroup>
          <inkml:annotationXML>
            <emma:emma xmlns:emma="http://www.w3.org/2003/04/emma" version="1.0">
              <emma:interpretation id="{A2030164-3151-4CF0-A764-8BE510DF1EA2}" emma:medium="tactile" emma:mode="ink">
                <msink:context xmlns:msink="http://schemas.microsoft.com/ink/2010/main" type="inkWord" rotatedBoundingBox="6645,5561 6625,5562 6624,5546 6644,5545"/>
              </emma:interpretation>
              <emma:one-of disjunction-type="recognition" id="oneOf23">
                <emma:interpretation id="interp35" emma:lang="" emma:confidence="1">
                  <emma:literal>.</emma:literal>
                </emma:interpretation>
                <emma:interpretation id="interp36" emma:lang="" emma:confidence="0">
                  <emma:literal>,</emma:literal>
                </emma:interpretation>
                <emma:interpretation id="interp37" emma:lang="" emma:confidence="0">
                  <emma:literal>J</emma:literal>
                </emma:interpretation>
                <emma:interpretation id="interp38" emma:lang="" emma:confidence="0">
                  <emma:literal>\</emma:literal>
                </emma:interpretation>
                <emma:interpretation id="interp39" emma:lang="" emma:confidence="0">
                  <emma:literal>:</emma:literal>
                </emma:interpretation>
              </emma:one-of>
            </emma:emma>
          </inkml:annotationXML>
          <inkml:trace contextRef="#ctx0" brushRef="#br0" timeOffset="-177082.9359">-7904-3188 239 0,'0'0'279'0,"0"0"-17"0,2-6-20 0,-2 6-15 16,0 0-24-16,1-5-21 0,-1 5-18 0,0 0-18 16,6-4-17-16,-6 4-36 0,4-1-45 0,-4 1-66 15,0 0-67-15,0 0-94 0,0 0-143 0,7 7-350 16,-7-7 155-16</inkml:trace>
        </inkml:traceGroup>
      </inkml:traceGroup>
    </inkml:traceGroup>
    <inkml:traceGroup>
      <inkml:annotationXML>
        <emma:emma xmlns:emma="http://www.w3.org/2003/04/emma" version="1.0">
          <emma:interpretation id="{333E93EA-BFA0-44DC-9ED4-BA0F654E909D}" emma:medium="tactile" emma:mode="ink">
            <msink:context xmlns:msink="http://schemas.microsoft.com/ink/2010/main" type="paragraph" rotatedBoundingBox="14755,4585 8449,4630 8445,3998 14750,395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6D42E23-EA66-4DE9-AE9F-BF031ED7D6FD}" emma:medium="tactile" emma:mode="ink">
              <msink:context xmlns:msink="http://schemas.microsoft.com/ink/2010/main" type="line" rotatedBoundingBox="14755,4585 8449,4630 8445,3998 14750,3954"/>
            </emma:interpretation>
          </emma:emma>
        </inkml:annotationXML>
        <inkml:traceGroup>
          <inkml:annotationXML>
            <emma:emma xmlns:emma="http://www.w3.org/2003/04/emma" version="1.0">
              <emma:interpretation id="{567A67A7-3664-438B-920C-C1504418C3A8}" emma:medium="tactile" emma:mode="ink">
                <msink:context xmlns:msink="http://schemas.microsoft.com/ink/2010/main" type="inkWord" rotatedBoundingBox="14754,4490 14479,4492 14477,4204 14752,4202"/>
              </emma:interpretation>
              <emma:one-of disjunction-type="recognition" id="oneOf24">
                <emma:interpretation id="interp40" emma:lang="" emma:confidence="1">
                  <emma:literal/>
                </emma:interpretation>
              </emma:one-of>
            </emma:emma>
          </inkml:annotationXML>
          <inkml:trace contextRef="#ctx0" brushRef="#br0" timeOffset="-324045.174">19-4546 157 0,'0'0'186'0,"0"0"1"0,0 0 9 15,0 0-19-15,0 0-2 0,0 0-8 0,0 0-2 16,-7 20-10-16,5-16-5 0,-1 0-7 0,0 1-5 16,1 1-10-16,-2 2-5 0,0-1-7 0,1 0-2 15,-2 1 0-15,1 1-5 0,0 0-11 0,1-1 0 16,-2 2-10-16,0 2 1 0,1-3-8 0,1 3-9 16,0-1-1-16,0-1-7 0,1-2-5 0,2 4-5 15,0-3-6-15,1 0 0 0,1-1-4 0,2 0-21 16,0 0-12-16,5 2-17 0,0-2-25 0,1-1-16 15,1 0-38-15,0 1-41 0,4-1-45 0,-4-1-66 16,-1-1-56-16,1-1-149 0,-3-2-480 0,-1 1 213 16</inkml:trace>
          <inkml:trace contextRef="#ctx0" brushRef="#br0" timeOffset="-324748.2399">126-4501 72 0,'0'0'170'0,"0"0"-7"0,0 0-9 15,0 0-6-15,8-11-1 0,-8 11-11 0,6-4-9 16,-1 3-8-16,-5 1-12 0,8-1 2 0,-4 0-7 16,-4 1-9-16,9-1-10 0,-4 0-3 0,-1 0-9 15,-4 1-6-15,9 2-4 0,-4-2-7 0,-5 0-2 16,8 0-9-16,-4 1-3 0,-4-1-2 0,7 2-4 15,-7-2-9-15,6 4 2 0,-3-1-2 0,-3-3-5 16,3 4 1-16,-3-4-3 0,3 5 0 0,-3-5-2 16,1 7-2-16,-1-7 0 0,0 0-1 0,-3 11-3 15,1-8 2-15,-1 0-4 0,0 2 0 0,-2-2-3 16,0 1 2-16,1 1-5 0,0-3 3 0,0 2-1 16,-1-2-4-16,-1 0-1 0,2 2-4 0,-2-2 4 15,2 0-1-15,4-2-3 0,-6 3-1 0,6-3 3 16,-5 3-3-16,5-3-2 0,-4 2 2 0,4-2-2 15,0 0 0-15,-5 2 2 0,5-2 1 0,0 0-1 16,0 0-2-16,0 0 7 0,-2 5-5 0,2-5 2 0,0 0 2 16,0 0-2-16,0 0 3 0,0 0-4 0,0 0 4 15,11 2 1-15,-11-2-3 0,5 1 3 16,-5-1 0-16,6 2-2 0,-2-1 7 0,-4-1 0 16,7 2 0-16,-3 0-5 0,0 0 4 0,-4-2 3 0,6 4 16 15,-3-1-1-15,0 0 0 0,1-1-4 0,-4-2 1 16,3 4-1-16,-1-1 0 0,-2-3 4 0,4 6 1 15,-4-6-1-15,0 0-5 0,-2 6 3 16,2-6 3-16,-4 6-4 0,4-6 0 0,-6 5-6 16,2-2 3-16,-2 1-4 0,0-1 0 0,-1 0-8 0,-1 0-12 15,0 0-22-15,0 0-22 0,0-1-32 0,1 1-37 16,-1-3-37-16,4 1-41 0,-1-1-162 0,5 0-391 16,0 0 174-16</inkml:trace>
        </inkml:traceGroup>
        <inkml:traceGroup>
          <inkml:annotationXML>
            <emma:emma xmlns:emma="http://www.w3.org/2003/04/emma" version="1.0">
              <emma:interpretation id="{BB2DE67B-24C6-4D3C-8211-08C374B93233}" emma:medium="tactile" emma:mode="ink">
                <msink:context xmlns:msink="http://schemas.microsoft.com/ink/2010/main" type="inkWord" rotatedBoundingBox="14287,4556 11379,4577 11374,3978 14283,3957"/>
              </emma:interpretation>
              <emma:one-of disjunction-type="recognition" id="oneOf25">
                <emma:interpretation id="interp41" emma:lang="" emma:confidence="1">
                  <emma:literal/>
                </emma:interpretation>
              </emma:one-of>
            </emma:emma>
          </inkml:annotationXML>
          <inkml:trace contextRef="#ctx0" brushRef="#br0" timeOffset="-322232.7975">-598-4495 130 0,'-1'-6'244'0,"1"6"-6"15,0 0-16-15,0 0-12 0,0 0-13 0,0 0-14 0,0 0-11 16,0 0-20-16,0 0-2 0,0 0-6 15,0 0-7-15,0 0-1 0,8 12-11 0,-8-12-8 16,2 10-9-16,-2-2-6 0,0 1-12 0,0-1-7 0,2 2-9 16,-1 0-9-16,0 0-2 0,0 1 0 0,0 3-19 15,-1-6-15-15,0 2-23 0,0-1-23 0,-1 1-32 16,1-1-48-16,-1-1-40 0,-1 0-43 16,2-3-32-16,-2 2-220 0,-1 0-468 0,-1-1 207 0</inkml:trace>
          <inkml:trace contextRef="#ctx0" brushRef="#br0" timeOffset="-321778.3266">-703-4387 17 0,'0'0'165'0,"0"0"-11"0,0 0-10 0,0 0-8 0,0 0-5 15,8 14-8-15,-8-14-14 0,-2 7-7 0,2-7-18 16,0 7 6-16,0-7-12 0,-2 7-4 0,0-2-6 16,2-5-3-16,-3 6-3 0,0-2-10 0,0-1-1 15,3-3-7-15,-5 7-8 0,3-5-4 0,2-2-1 16,-6 4 4-16,3-1-7 0,3-3-3 0,-7 1-1 15,7-1-5-15,-7-1-1 0,7 1-2 0,-6 0-2 16,6 0-4-16,-8-4 4 0,6 2-4 0,2 2 0 0,-8-5 5 16,6 0 6-16,0 0 2 0,-1 0 8 15,0 1 5-15,3 4 2 0,-1-10 7 0,0 3-2 16,0-1 7-16,2-1-5 0,1 1 0 0,-2-4-2 0,3-1-1 16,0 1-3-16,0-2 1 0,-2 2 5 0,1-1-10 15,1 4-7-15,-2 1 0 0,1-3 1 0,-1 4-5 16,0 2-2-16,1 1 0 0,-2 4-7 15,2-9-9-15,-2 9-16 0,1-5-9 0,-1 5-15 0,0 0-16 16,0 0-20-16,0 0-13 0,0 0-54 0,0 0-25 16,0 0-51-16,1 18-138 0,-1-11-379 0,-2 1 167 15</inkml:trace>
          <inkml:trace contextRef="#ctx0" brushRef="#br0" timeOffset="-321529.7511">-701-4225 71 0,'0'0'260'0,"0"0"-16"0,0 0-8 0,0 0-19 15,0 0-20-15,0 0-6 0,0 0-17 0,0 0-18 16,0 0-12-16,0 0-15 0,-16-2-11 0,11 0-11 15,-1 0-15-15,0 2-10 0,0 0-31 0,0-3-30 16,-1 3-44-16,1-2-57 0,0-1-63 0,1 2-53 16,-2 0-146-16,3-1-370 0,4 2 164 0</inkml:trace>
          <inkml:trace contextRef="#ctx0" brushRef="#br0" timeOffset="-319920.4615">-909-4395 33 0,'0'0'175'0,"0"0"-6"0,0 0-2 0,0 0-8 0,0 0-11 16,0 0-10-16,0 0-7 0,0 0-1 15,0 0-4-15,0 0-10 0,0 0-4 0,7 2-8 0,-7-2-8 16,0 0-2-16,0 0-7 0,2 8-6 0,-2-8-5 15,2 6-13-15,-1-1-3 0,-1-5-6 0,-1 7-5 16,1-7-5-16,-2 7-4 0,2-7-1 0,-4 8-6 16,3-4-5-16,1-4-1 0,-4 6-9 15,2-3-13-15,0 1-10 0,-2-3-11 0,4-1-10 0,-6 5-14 16,3-3-11-16,3-2-14 0,-6 2-9 0,6-2-4 16,-8 1-12-16,8-1-7 0,-6-2 8 0,6 2-9 15,-7-4 4-15,4 2 6 0,3 2 1 0,-6-4 11 16,5 1 6-16,1 3 14 0,-5-7 5 0,5 7 9 15,-2-7 3-15,2 7 15 0,-1-8 5 0,1 8 14 16,0-8 14-16,0 8 11 0,1-7 1 0,-1 7 5 16,1-6-1-16,-1 6 2 0,1-6 5 0,-1 6 2 15,2-6 7-15,-2 6 4 0,0 0-4 0,3-4-2 0,-3 4 0 16,0 0-3-16,3-4-8 0,-3 4 3 0,0 0-4 16,0 0-2-16,0 0-2 0,0 0 2 15,0 0-8-15,0 0 2 0,0 0-2 0,0 0 1 16,0 0-5-16,0 0 6 0,0 0-6 0,-2 19-1 0,2-19-2 15,-3 8 2-15,0-5-5 0,0 0-1 0,3-3 0 16,-3 8-9-16,0-3 0 0,-1-1-4 0,1-1-4 16,-3 0-6-16,1-1-4 0,0 1-10 0,1-1 0 15,4-2-6-15,-8 2-3 0,3-2-4 0,5 0-7 16,-7 0-4-16,7 0 1 0,-9-1 5 0,6 0 8 16,3 1-4-16,-6-4 7 0,6 4 9 0,-4-4-4 15,1 1 11-15,3 3-1 0,-3-7 12 0,3 7 3 16,-1-5 13-16,1 5 9 0,0 0 9 0,-2-10 1 15,2 10 14-15,-2-4 1 0,2 4 6 0,0 0 4 16,0-8 1-16,0 8 2 0,0 0-1 0,0 0-1 16,2-6 0-16,-2 6-8 0,0 0-1 0,0 0-3 15,0 0-6-15,0 0-1 0,0 0-1 0,0 0-2 16,0 0 0-16,0 0-8 0,0 0 1 0,0 0 2 0,0 0-4 16,0 0 0-16,0 0-3 0,0 0-1 15,-2 20 1-15,1-14-4 0,1-6-1 0,-3 8-5 16,2-4 7-16,1-4-4 0,-4 7 2 0,3-3-3 15,-2 0-1-15,3-4-3 0,-5 7 3 0,3-4-1 0,2-3-3 16,-6 3-1-16,3-1 2 0,3-2-13 0,-6 2-3 16,2 0 2-16,4-2-4 0,-8 0-2 15,8 0-6-15,-7 0-1 0,7 0 1 0,-8-3-5 0,4 1 3 16,-1 0 1-16,1-2-3 0,2 0 1 0,-2 1 3 16,1 0 3-16,-1-4 2 0,0 1 2 0,1-1 4 15,-1 1-2-15,1-1 4 0,1 0-3 0,-1-1 13 16,2 0-2-16,0-2 4 0,0 4 12 0,0-4 4 15,0 1 4-15,1 0 2 0,0 0 2 0,0 0 1 16,0 3 12-16,0-2 0 0,0 8 6 0,0-9 2 16,0 9-2-16,0-7-2 0,0 7-5 0,0 0-2 15,0-9-4-15,0 9-2 0,0 0-2 0,0 0 1 16,0 0-1-16,0 0 0 0,0 0-2 0,0 0-1 16,0 0 0-16,0 0 1 0,0 0-5 0,-2 25 2 15,2-20-1-15,0 2-5 0,0-1-1 0,0 3 2 16,0-2-3-16,-1 0-3 0,1 1 3 0,-2-1-4 15,1 0-1-15,-1-1-1 0,-1 0 0 0,2 0-2 16,-3-2 1-16,1 1-1 0,-1 1 0 0,-1-2-2 0,-1 1 1 16,1 0-2-16,-1-4 0 0,0 2-7 15,-1-1-8-15,1-1-3 0,-1 1 0 0,0-1 0 16,-1-2 0-16,0 0 1 0,2 1-1 0,2-1 1 0,4 1-1 16,-10-2 1-16,5 1 3 0,5 1 2 0,-7-2-1 15,4 0 5-15,3 2-1 0,-5-2 1 0,5 2 3 16,-5-3 5-16,5 3 5 0,-3-3 6 15,3 3-2-15,0 0 5 0,0 0-2 0,0 0 0 0,-2-4 5 16,2 4 0-16,0 0 4 0,0 0-3 0,0 0 2 16,0 0-5-16,0 0 1 0,0 0 1 0,6 16 3 15,-5-11-3-15,1 1 4 0,-2 2-4 0,1 0-1 16,-2 0 3-16,1 1 4 0,-2 2 0 0,0-3-2 16,-1 3-3-16,0-2 3 0,-2 2-2 0,2-2-3 15,-3-1-4-15,1 1 1 0,-1-1-4 0,1 0 1 16,-1-2-15-16,0 0-16 0,1-1-15 0,-2 1-18 15,3-2-30-15,-1 0-42 0,1-2-41 0,-1-1-42 16,5-1-44-16,-6 2-177 0,6-2-459 0,0 0 204 16</inkml:trace>
          <inkml:trace contextRef="#ctx0" brushRef="#br0" timeOffset="-319437.7757">-929-4485 183 0,'0'0'202'0,"0"0"-13"15,0 0-12-15,0 0-8 0,0 0-11 0,0 0-6 16,0 0-17-16,0 0-10 0,-17-1-13 0,17 1-14 15,-7 0-8-15,7 0-9 0,-9-1-7 0,5 2-9 16,4-1-9-16,-9-1-10 0,9 1-12 0,-8-2-7 16,4 2-7-16,4 0-6 0,0 0-5 0,-7-1-2 15,7 1-3-15,-5-3-4 0,5 3 0 0,-1-5-5 0,1 5 4 16,0 0 1-16,0-9 2 0,0 9-4 0,0 0-2 16,1-13-1-16,1 9-11 0,1 0-9 15,-2 0-21-15,2-1-27 0,-1-1-28 0,0-2-53 16,-2 2-146-16,2-1-324 0,-2 2 143 0</inkml:trace>
          <inkml:trace contextRef="#ctx0" brushRef="#br0" timeOffset="-319186.1659">-986-4705 201 0,'0'0'198'0,"0"0"-9"0,0 0-9 0,0 0-11 15,-1-7-6-15,1 7-5 0,0 0-9 0,0 0-5 16,0 0-6-16,0 0-9 0,-10 10-12 0,5-6-5 16,-1 0-8-16,0 3-9 0,-1-1-8 0,-2 5-11 15,-3 2-6-15,-1 2-4 0,2 0-7 0,0-2-10 16,1-2-24-16,-2 1-32 0,-1 3-46 0,3-5-71 15,2 1-87-15,0 0-170 0,-3-3-412 0,4 2 182 16</inkml:trace>
          <inkml:trace contextRef="#ctx0" brushRef="#br0" timeOffset="-307593.2487">-2957-4506 160 0,'0'0'208'0,"0"0"-5"16,0 0-14-16,0 0-12 0,1-7-2 0,-1 7-12 0,0 0-10 15,0 0-5-15,0 0-10 0,0 0-4 16,0 0-5-16,0 0-1 0,0 0-7 0,9 11-2 0,-9-11 0 16,3 8-6-16,-1-3 1 0,-1-1-15 0,1 1-9 15,2 1-1-15,-2 1-1 0,0 0-2 0,0-1-14 16,0 3-8-16,-1-2-5 0,3 1-5 0,-3 0-4 15,0-1-4-15,0 1-1 0,-1 0-6 0,1 0-7 16,-1-1 2-16,-1 1-7 0,1-1-1 0,0 1-4 16,-1-1-1-16,-1 0 1 0,-1-1-5 0,2 1-2 15,-2-2 1-15,1 0 0 0,-1 1-6 0,-1 0 5 16,-2 0-5-16,2-1 0 0,-3 1 1 0,2-1-2 0,-1 0-5 16,-1-1 3-16,0 1 2 0,0-1-6 0,-1 1 0 15,0-2-2-15,-2 1 6 0,-1 1-2 0,3-4 1 16,-3 1-3-16,2-1-3 0,3-1 3 0,-2 0 0 15,0 0 1-15,1-1-4 0,-1-1-4 0,1 1 4 16,0-2 0-16,0-1-7 0,2 0 3 0,-2-1-5 16,2 0-2-16,0-1-4 0,0-1-7 0,0-1-6 15,2 3 0-15,0-3-5 0,0-2-1 0,3 3-15 16,0-1-15-16,0-2-9 0,1 3-19 0,2-1-28 16,-1 2-32-16,3-1-39 0,-1 1-42 0,2-2-230 15,1 2-501-15,2 0 222 0</inkml:trace>
          <inkml:trace contextRef="#ctx0" brushRef="#br0" timeOffset="-308249.451">-2453-4497 137 0,'2'-5'243'0,"-2"5"-12"0,3-5-8 0,-3 5-5 0,2-3-4 16,-2 3-11-16,2-6-12 0,-2 6-7 15,0 0-12-15,0 0-16 0,4-2-12 0,-4 2-16 0,0 0-13 16,0 0-14-16,0 0-6 0,0 0-27 0,0 0-22 16,0 0-41-16,0 0-41 0,0 0-53 0,0 0-51 15,0 0-44-15,-11 14-221 0,7-11-437 0,-2 2 193 16</inkml:trace>
          <inkml:trace contextRef="#ctx0" brushRef="#br0" timeOffset="-308780.6366">-2273-4525 76 0,'0'0'214'0,"3"-5"-15"0,-3 5-12 16,0 0-10-16,0 0-17 0,0 0-11 0,0 0-11 15,0 0-5-15,0 0-4 0,0 0-5 0,0 0-11 0,0 0-4 16,3 13-7-16,-3-13-10 0,3 7-4 0,-3-2-3 15,2 2 0-15,-2-2-5 0,0-5-11 16,1 12 1-16,-1-8-4 0,0 4-7 0,0 1-1 0,0-2-2 16,0 1-8-16,-2 0-2 0,1-1-6 0,1 2-3 15,0-2-5-15,-3 1-1 0,3-1-4 0,-2 1 2 16,1-3-6-16,-2 2-1 0,1-1-6 0,-1 1 1 16,1-2-3-16,-1 0 1 0,0-1-4 0,1 1-2 15,-1-2-1-15,-1 0 1 0,4-3-9 0,-5 7-4 16,1-5-4-16,1 0-3 0,3-2-1 0,-6 3-6 15,6-3-5-15,-6 2-1 0,6-2-2 0,-7-1-2 16,7 1-4-16,-8-1-1 0,4-2-9 0,1-1-2 16,3 4-3-16,-7-5-4 0,4-1 3 0,0 3 2 15,0-2 5-15,3 5-1 0,-5-8 3 0,3 3 4 16,2 5 8-16,-2-9 2 0,0 5 2 0,2 4 6 16,-3-8 0-16,3 8 6 0,-2-7 0 0,2 7 7 0,-1-5 1 15,1 5 6-15,0 0 1 0,0-8 1 0,0 8 1 16,0 0 7-16,0-7-4 0,0 7 5 15,0 0-6-15,0 0 1 0,0 0-4 0,0 0 1 0,0 0-2 16,0 0 1-16,0 0 0 0,0 0 4 0,0 0-5 16,0 0 2-16,0 0 1 0,0 0-1 0,0 0-1 15,0 0-4-15,0 0 6 0,-4 20-3 0,4-20 4 16,-3 8-3-16,3-8-2 0,-2 7 5 0,0-3-3 16,0 0 0-16,2-4-2 0,-3 7 1 0,0-4-2 15,3-3 1-15,-4 7-6 0,1-5 9 0,3-2-2 16,-6 5-2-16,3-4-4 0,3-1-1 0,-7 4-9 15,7-4 2-15,-7 0-2 0,3 1-4 0,4-1-5 16,-5 2 4-16,5-2-2 0,-7 0-4 0,7 0 3 0,-6-3 1 16,6 3-1-16,-5-2 8 0,5 2-4 15,-4-3 1-15,4 3 2 0,-4-5 2 0,1 1-1 16,3 4 7-16,-2-6-3 0,2 6 2 0,-4-7 0 0,4 7 3 16,-2-5 5-16,2 5 2 0,0-7 2 0,0 7 4 15,0 0 3-15,-1-6 0 0,1 6 0 0,0 0-1 16,0 0 1-16,1-7 2 0,-1 7-5 0,0 0 2 15,0 0-4-15,0 0-3 0,0 0 0 0,0 0 1 16,0 0 0-16,0 0-3 0,0 0 2 0,0 0-5 16,0 0 4-16,0 0 1 0,0 0-1 0,0 0-3 15,0 0 3-15,0 0-3 0,-3 18 6 0,3-18-4 16,-1 6 1-16,1-6-2 0,-1 7 2 0,1-7 1 16,-2 6-4-16,2-6-1 0,-3 7 1 0,0-4 0 15,3-3-1-15,-6 5-2 0,5-2 4 0,1-3-9 16,-7 3 2-16,4-1-8 0,3-2-1 0,-7 0 0 0,7 0-6 15,-6 1-2-15,2 0-2 0,4-1 3 0,-7 0 1 16,7 0 0-16,-9-1-3 0,9 1-2 0,-6-1 6 16,6 1 2-16,-7-3-3 0,3 1 3 0,1-1 5 15,3 3 3-15,-5-5-4 0,5 5 5 0,-3-8 2 16,3 8 7-16,0-7 0 0,0 2 3 0,0 5 6 16,-2-8 5-16,2 8-2 0,-1-9 3 0,1 9 3 15,0-6 2-15,0 6 0 0,0 0-1 0,0-8-4 16,0 8 1-16,0 0-5 0,0 0 0 0,0 0-1 15,0 0-2-15,0 0-2 0,0 0 1 0,0 0-5 16,0 0 4-16,0 0-2 0,0 0 2 0,0 0-4 16,0 0 3-16,0 0-1 0,0 0-3 0,0 0 2 15,0 0 1-15,-4 20-3 0,2-15 3 0,2-5-4 0,0 8 2 16,-2-4 1-16,2-4-4 0,-4 7 3 16,2-4-4-16,2-3-5 0,-3 5 3 0,-1-3-3 15,4-2 3-15,-4 5-3 0,4-5-4 0,-5 3 1 0,5-3-7 16,-6 2-2-16,6-2 1 0,-4 0 0 0,4 0-1 15,0 0-6-15,-10 0-1 0,10 0 1 0,-6-2 2 16,1-1-4-16,5 3 3 0,-6-4 5 0,2 2-2 16,4 2 2-16,-5-4 2 0,5 4 2 0,-3-6 2 15,1 3 2-15,2 3 3 0,-4-5 3 0,4 5 3 16,-3-8 10-16,3 8-1 0,-2-7 7 0,2 7 0 16,-2-5 8-16,2 5 1 0,-2-5 4 0,2 5-3 15,0-6 3-15,0 6-4 0,0 0 3 0,-2-6 5 16,2 6 3-16,0 0 2 0,0 0 0 0,-1-7 1 15,1 7-6-15,0 0 7 0,0 0-3 0,0 0-3 16,-1-8-3-16,1 8-6 0,0 0-3 0,0 0 2 16,0 0-5-16,0 0 0 0,0 0-1 0,0 0-3 0,0 0 3 15,0 0 0-15,0 0-4 0,0 0 1 0,2 21 1 16,-2-21-5-16,-1 9 3 0,0-5-4 0,1-4 1 16,-3 10-4-16,2-5 0 0,-1 0-3 0,1 0 4 15,-1 1 0-15,-1-2-2 0,-1 1 1 0,-1 2-1 16,1-3 1-16,-1 0-4 0,1 0 1 0,-1-2-5 15,0 3-6-15,-1-2-9 0,1 0-6 0,-2 0-5 16,2 0-6-16,-2-2-8 0,3-1-6 0,-1 1-14 16,-1 0-2-16,-1-1-4 0,1 0-6 0,6 0-4 15,-8-2 10-15,2 2-3 0,6 0-7 0,-7-4 2 16,3 3 8-16,4 1 6 0,-6-5 0 0,4 2 12 16,2 3 2-16,-4-6 2 0,4 6 10 0,-3-6 4 15,3 6 6-15,0-8 6 0,0 8 9 0,2-7 7 0,-2 7 3 16,2-6 4-16,0 2 3 0,-2 4 9 15,3-5 5-15,-3 5 4 0,4-3 8 0,-4 3-1 16,3-3-1-16,-3 3 5 0,0 0-1 0,6-1 5 0,-6 1-1 16,0 0 3-16,8 3-2 0,-8-3 2 0,4 5-1 15,-4-5 1-15,3 7 6 0,-2-3 1 0,-1-4 0 16,2 10 2-16,-2-5-5 0,0-5-4 0,-4 12-2 16,2-3-5-16,-2-2-2 0,-1 0-2 0,1 1-3 15,-2 0-2-15,-1 1-1 0,-1-1-8 0,3-1 3 16,-2-1-4-16,1 0-6 0,0-1-10 0,1-1-10 15,0 1-15-15,2-2-27 0,0-2-16 0,3-1-40 16,-6 4-43-16,6-4-37 0,0 0-170 0,0 0-386 16,0 0 170-16</inkml:trace>
          <inkml:trace contextRef="#ctx0" brushRef="#br0" timeOffset="-307093.2563">-2107-4778 110 0,'0'0'170'0,"6"-1"-7"0,-6 1-2 0,5 0-8 16,-5 0-10-16,0 0-3 0,4 2-2 0,-4-2 0 15,0 0-2-15,1 6-3 0,-1-6 0 0,0 0 1 16,-8 12-5-16,3-7-10 0,-2 4-4 0,0 2-10 16,0-2-7-16,-2 2-10 0,-4 4-9 0,3-6-4 15,-4 6-7-15,0-2-9 0,0 0-4 0,1 0-7 16,0 0-18-16,-2-1-22 0,3 2-36 0,-2-3-45 16,0 0-50-16,6-3-53 0,-1-1-246 0,2-1-456 15,0 0 202-15</inkml:trace>
          <inkml:trace contextRef="#ctx0" brushRef="#br0" timeOffset="-316436.3612">-1925-4467 13 0,'0'0'221'0,"0"0"-13"0,0 0-11 16,0 0-22-16,0 0-3 0,0 0-7 0,0 0-10 15,0 0-8-15,0 0-6 0,0 0-9 0,0 0-6 16,0 0-5-16,9 11-8 0,-9-11-9 0,0 6-1 15,0-6-5-15,-1 10-6 0,2-3-7 0,-1-7-6 16,0 12-6-16,0-5-6 0,0 1-5 0,-2-1-5 16,1 2-4-16,-1-1-6 0,1 0-4 0,-3-1-2 15,2 1-6-15,0 0-7 0,-1-2-1 0,1 1-2 16,-1-3-2-16,0 1 0 0,1 0-4 0,2-5-3 0,-3 7 1 16,0-5-6-16,3-2 1 0,-4 6 4 0,4-6-1 15,-6 2-5-15,6-2-2 0,-6 0 2 0,6 0-3 16,0 0-3-16,-10-5 1 0,7 2 1 0,1-2-4 15,2 5 2-15,-6-7 1 0,3 2 1 0,0 1-4 16,1 1 1-16,2 3-3 0,-5-8 3 0,1 4-2 16,4 4-3-16,0-7 3 0,0 7 1 0,-5-4 0 15,5 4-2-15,-3-3 0 0,3 3-4 0,0 0 6 16,-7-2 2-16,7 2-7 0,-6 1 4 0,6-1-2 16,-9 3 1-16,7-1-3 0,-2 0-8 0,0 0-10 15,4-2-8-15,-6 7-6 0,3-4-9 0,-2 0-14 16,1 2-19-16,1-2-20 0,3-3-18 0,-6 6-21 15,4-3-17-15,2-3-14 0,-4 4-25 0,4-4-192 0,-5 2-414 16,5-2 184-16</inkml:trace>
          <inkml:trace contextRef="#ctx0" brushRef="#br0" timeOffset="-316123.8891">-1755-4666 117 0,'0'0'227'0,"0"0"-20"0,0 0-11 0,0 0-3 15,0 0 0-15,0 0-9 0,0 0-7 0,0 0-13 16,-12 16-7-16,7-12-1 0,-2 2-12 0,-1 1-9 15,-1 0-16-15,1 4-11 0,-1-2-9 0,-1 0-8 16,1 0-8-16,0 0-8 0,-2 1-6 16,2-2-7-16,0 1-11 0,1 0-17 0,0-1-20 0,-2 2-25 15,2-3-43-15,1 1-45 0,2-2-58 0,1 0-47 0,-2-1-218 16,1-1-457-16,1 3 202 0</inkml:trace>
          <inkml:trace contextRef="#ctx0" brushRef="#br0" timeOffset="-318123.7427">-1560-4486 123 0,'0'0'183'0,"0"0"-8"15,0 0-7-15,0 0-8 0,-18 4-5 16,13-4-19-16,-2 1-9 0,2-1-14 0,-1 1-14 16,-1 0-8-16,2 0-13 0,-3-1-29 0,3 1-28 0,-2-1-51 15,7 0-50-15,-8 0-73 0,3-1-84 0,5 1-255 16,-9-2 114-16</inkml:trace>
          <inkml:trace contextRef="#ctx0" brushRef="#br0" timeOffset="-318358.072">-1479-4393 150 0,'0'0'240'0,"0"0"-8"0,0 0-16 15,2-5-10-15,-2 5-12 0,0 0-15 0,0 0-10 16,0 0-18-16,0 0-5 0,0 0-8 0,0 0-8 15,0 0-5-15,0 0-5 0,0 0-9 0,0 0-5 16,0 0-7-16,1 15-8 0,-1-15-6 0,0 5-9 16,0-5-5-16,0 0-6 0,0 12-7 0,0-12 4 15,-2 7-13-15,0-3 0 0,2-4-7 0,-2 8 0 0,-1-5-6 16,0 2-5-16,0-3-2 0,3-2-5 16,-7 5-1-16,4-2-9 0,-2 0 11 0,0 0-9 15,1-1 3-15,-2-1-3 0,-1 2-1 0,0-1-4 0,-2-2 1 16,1 1-5-16,-2-2 1 0,-1 2 3 0,3-1-12 15,-3-1-1-15,1-1 1 0,-1 1 5 0,0-2-13 16,1 0-5-16,-1 0 2 0,4 0-2 0,-2-1-3 16,1 2-1-16,0-1-7 0,2-3-3 0,0 3-6 15,0-1-17-15,0 0-20 0,1-1-23 0,1 1-25 16,0-1-28-16,1 1-34 0,3-3-24 0,0 7-59 16,-2-10-136-16,2 4-432 0,0 6 191 0</inkml:trace>
          <inkml:trace contextRef="#ctx0" brushRef="#br0" timeOffset="-322529.674">-306-4530 44 0,'4'-6'282'0,"-2"3"-10"0,-2 3-17 15,3-4-17-15,-3 4-18 0,3-3-20 0,-3 3-25 16,3-4-16-16,-3 4-13 0,0 0-18 0,0 0-16 15,2-4-35-15,-2 4-32 0,0 0-37 0,0 0-44 16,0 0-35-16,0 0-38 0,0 0-37 0,-12 8-188 16,5-5-360-16,1 1 159 0</inkml:trace>
          <inkml:trace contextRef="#ctx0" brushRef="#br0" timeOffset="-322795.2861">-329-4394 33 0,'0'0'194'15,"0"0"-16"-15,0 0-1 0,0 0-12 0,0 0-9 0,0 0-4 16,0 0-6-16,11-11-7 0,-11 11-10 0,5-3-2 16,-1 2-16-16,-4 1-6 0,5-2-12 0,-5 2-8 15,5-2-8-15,-5 2-5 0,5-2-7 0,-5 2-11 16,5 0-7-16,-5 0 4 0,0 0-12 0,7 4-2 15,-7-4-5-15,4 1-2 0,-2 2-4 0,-2-3-7 16,5 4-3-16,-3-3-3 0,-2-1-2 0,4 5-8 16,-4-5-3-16,2 4-2 0,0 1-3 0,-2-5-5 15,1 7-2-15,-1-7 2 0,0 8-2 0,0-8 0 16,0 8 2-16,0-8 1 0,-2 7-5 0,2-7 10 16,-2 8-6-16,2-8 2 0,-2 5-4 0,2-5 1 15,-1 8-1-15,1-8 1 0,-2 5 0 0,2-5-2 16,0 0-1-16,-1 6 0 0,1-6 4 0,-1 5-4 15,1-5 5-15,0 0 0 0,0 0 2 0,4 6-3 16,-4-6 6-16,3 2-2 0,-3-2 0 0,3 3 0 0,-3-3-2 16,0 0 3-16,6 1 1 0,-6-1 1 0,4 3 1 15,-4-3 1-15,0 0 3 0,6 0-5 16,-6 0 2-16,0 0-1 0,0 0-1 0,3 3 7 16,-3-3-3-16,0 0-6 0,0 0 2 0,0 0 6 0,0 0-6 15,0 0 3-15,0 0-2 0,0 0 1 0,-16-6 2 16,10 5-1-16,-1-3-4 0,-1 3 3 15,1-1-4-15,-1-1-2 0,-2 0 1 0,2 0-3 0,-3 0-1 16,0-1-4-16,1 2 5 0,-1-2-3 0,2 1 4 16,-2-1-3-16,4 0 2 0,-1 1 8 0,2-1-4 15,0 0 3-15,0 2 3 0,0-2 0 0,0 1 4 16,3 0 7-16,-1 1 9 0,-1-1 9 0,5 3 5 16,-6-6 3-16,4 4-5 0,2 2 5 0,-5-4 4 15,5 4 2-15,0 0-5 0,-5-1 2 0,5 1 1 16,0 0-3-16,0 0 0 0,0 0-3 0,-4-5-4 15,4 5-1-15,0 0-4 0,0 0-3 0,0 0 2 16,0 0-1-16,0 0-3 0,0 0-1 0,0 0 1 16,0 0 0-16,0 0-2 0,9 15-4 0,-8-10-1 15,-1-5 3-15,5 7-3 0,-4-1 0 0,1 1-2 16,-2-2-1-16,2 3 2 0,-2-1 0 0,-2-1-3 16,2 1 3-16,-3-1-4 0,1 2-3 0,-2-1 2 15,1-2 1-15,-3 2 1 0,1-2-1 0,-2-1-4 16,1 2 2-16,-2-2-8 0,2 0-6 0,-1 0-16 0,2-3-13 15,0 3-15-15,-1-4-23 0,1 3-31 16,-1-3-36-16,6 0-38 0,-7-3-40 0,7 3-174 16,-5-5-424-16,3 2 188 0</inkml:trace>
        </inkml:traceGroup>
        <inkml:traceGroup>
          <inkml:annotationXML>
            <emma:emma xmlns:emma="http://www.w3.org/2003/04/emma" version="1.0">
              <emma:interpretation id="{7802BE4B-2592-4C07-939F-9C1464E71F68}" emma:medium="tactile" emma:mode="ink">
                <msink:context xmlns:msink="http://schemas.microsoft.com/ink/2010/main" type="inkWord" rotatedBoundingBox="11068,4450 10462,4454 10461,4264 11066,4260"/>
              </emma:interpretation>
              <emma:one-of disjunction-type="recognition" id="oneOf26">
                <emma:interpretation id="interp42" emma:lang="" emma:confidence="1">
                  <emma:literal/>
                </emma:interpretation>
              </emma:one-of>
            </emma:emma>
          </inkml:annotationXML>
          <inkml:trace contextRef="#ctx0" brushRef="#br0" timeOffset="-221642.3448">-3935-4339 217 0,'0'0'229'16,"0"0"-14"-16,0 0-13 0,-6 7-12 0,6-7-10 16,-6 3-9-16,6-3-17 0,-7 2-10 0,2-1-12 0,-1 0-13 15,0-1-12-15,-1 0-9 0,1 1-11 0,-1-1-6 16,0 0-11-16,0 0-6 0,0-1-5 0,-3-1-7 16,4 0-5-16,0-1-4 0,-1 1-4 0,0-2-4 15,3 3-5-15,1-4-3 0,-1 3-5 0,4 2 2 16,-4-8-7-16,2 4 0 0,2 4-6 0,-2-11 2 15,2 11-1-15,2-9 2 0,-1 3-8 0,2 0 2 16,2-2-2-16,-2 1-1 0,1-1 1 0,0 2 0 16,1-1 4-16,1 1 2 0,0 1 1 0,-2 0 5 15,1 0 0-15,1 1 3 0,-1 1-4 0,1-1 2 16,-1 3-1-16,-1 0 1 0,2-1-2 0,-6 2 3 16,10 3-5-16,-5-2-1 0,1 3 1 0,-1-1 1 15,0 3-3-15,-1-1-1 0,1 2-1 0,-2 1-1 16,1 0-3-16,-1 0 1 0,1 2-2 0,-2-2-1 15,0 0-11-15,-2 1-6 0,1-1-17 0,-1 0-16 16,-1-1-34-16,-1-1-50 0,0 0-49 0,0-1-85 0,0-1-163 16,-2 1-461-16,2-2 204 0</inkml:trace>
          <inkml:trace contextRef="#ctx0" brushRef="#br0" timeOffset="-221142.3554">-3888-4477 73 0,'0'0'243'0,"0"0"-7"0,0 0-11 0,0 0-6 16,0 0-10-16,0 0-9 0,8 6-5 0,-7-2-19 15,-1-4-7-15,3 11-8 0,-2-5-4 0,1 0-10 16,0 1-8-16,-1 0-9 0,0 2-8 0,1 1-14 15,0-2-2-15,-1 1-3 0,1 0-5 0,-1 2 1 16,2-3-8-16,-2 1-6 0,1 0-12 0,0-2-2 0,-2 0-13 16,1 0 3-16,0-2-9 0,-1-5-4 0,2 9-6 15,-2-5-6-15,0-4 0 0,1 7-3 16,-1-7-9-16,1 5 4 0,-1-5-1 0,0 0-5 0,0 0-5 16,0 0 0-16,0 0-7 0,0 0-6 0,0 0-6 15,0 0 0-15,0 0-1 0,0 0-5 0,0 0-8 16,0 0-2-16,-1-23-3 0,2 18 4 0,1-4 0 15,0 2-6-15,1-1 2 0,0-5 0 0,1 4 1 16,-1 1 2-16,3-3 2 0,-2 3-3 0,0 1 7 16,-1-2-3-16,1 2 0 0,0 1 6 0,1 0-2 15,-1 1-1-15,0 1 4 0,-1 1 1 0,1 0 0 16,-4 3-2-16,7-2 3 0,-7 2 0 0,7 0 4 16,-7 0-4-16,6 5 1 0,-2-2 5 0,0 3-5 0,-1 0-1 15,1 1 4-15,-1 1-2 0,0 0 10 0,0 0-9 16,-1 1 1-16,0 0 10 0,-1 0-12 15,0-1-1-15,1 1-10 0,-1 0-32 0,-1-2-34 0,2-1-46 16,-1 2-42-16,0-3-50 0,1 1-77 0,0-1-173 16,0-2-506-16,2 1 224 0</inkml:trace>
          <inkml:trace contextRef="#ctx0" brushRef="#br0" timeOffset="-220646.2818">-3598-4452 185 0,'0'0'209'15,"0"0"-3"-15,9 1-14 0,-9-1-14 0,8 1-16 16,-8-1-10-16,7 3-13 0,0-1-11 0,-3-1-3 15,1 1-8-15,-1-2-7 0,3 3-12 0,-4-1-9 0,4-1-9 16,-2 0-6-16,0 1-7 0,-1-1-5 0,-4-1-9 16,10 0-3-16,-6 0-3 0,1 0-6 15,-5 0-3-15,10-1-6 0,-5-1 0 0,-1 1-7 0,1-1 3 16,-5 2-5-16,6-3-3 0,-2 2-6 0,-4 1 10 16,5-3 1-16,-5 3-2 0,3-6 1 0,-3 6-2 15,0 0 4-15,-1-11-2 0,1 11-4 0,0 0 3 16,-5-9-1-16,2 6-1 0,0-1-1 0,-1 2 2 15,4 2 0-15,-7-5-5 0,4 4 3 0,-3-2-1 16,1 3-2-16,5 0 2 0,-10 0-4 0,3 2 2 16,1-2 4-16,-1 2-3 0,1 1 2 0,-2 0 0 15,0 1-3-15,0 0 4 0,-1 0-3 0,-1 1 2 16,1 3-3-16,0-2 4 0,2-2-1 0,0 6-2 0,2-3-1 16,0 0-4-16,1 0-1 0,0 0 3 0,1 0-3 15,2 2-2-15,0-2-1 0,2-2 3 0,1 3-2 16,-2-2 3-16,5-1-19 0,-1 2-15 0,5-2-25 15,-1 0-26-15,0 0-41 0,4-1-48 0,1-1-51 16,1-2-279-16,-2 1-531 0,4-1 236 0</inkml:trace>
        </inkml:traceGroup>
        <inkml:traceGroup>
          <inkml:annotationXML>
            <emma:emma xmlns:emma="http://www.w3.org/2003/04/emma" version="1.0">
              <emma:interpretation id="{C8C0C432-F264-4810-9475-5747D1A0A929}" emma:medium="tactile" emma:mode="ink">
                <msink:context xmlns:msink="http://schemas.microsoft.com/ink/2010/main" type="inkWord" rotatedBoundingBox="10196,4463 9376,4469 9373,4157 10194,4152"/>
              </emma:interpretation>
              <emma:one-of disjunction-type="recognition" id="oneOf27">
                <emma:interpretation id="interp43" emma:lang="" emma:confidence="1">
                  <emma:literal/>
                </emma:interpretation>
              </emma:one-of>
            </emma:emma>
          </inkml:annotationXML>
          <inkml:trace contextRef="#ctx0" brushRef="#br0" timeOffset="-218361.3051">-4871-4590 71 0,'0'0'184'0,"0"0"-12"0,0 0-8 0,-4-4-6 16,4 4-3-16,0 0-4 0,0 0-5 0,0 0-5 15,0 0-7-15,0 0 5 0,0 0-6 0,0 0-6 16,-3 12-12-16,3-12 3 0,0 7 0 0,0-7-2 16,-2 11-6-16,2-4-6 0,-2-2-10 0,4 4-8 0,-4-2-2 15,2 1-6-15,0 1-3 0,-1 1-12 16,0 0-4-16,1 0-8 0,1-1-4 0,-1 0-3 15,1 0-3-15,-1 1-7 0,0 3 1 0,0-4-1 0,0 1-8 16,2-1-3-16,-1 0-1 0,0-1-6 0,0-1 4 16,-1 1 1-16,1-1 0 0,0-1-6 0,0 0-1 15,0 0-5-15,1-1 1 0,-2-5 0 0,2 7-3 16,-1-3-2-16,-1-4-3 0,2 6 5 0,-2-6-1 16,1 5-3-16,-1-5 2 0,1 5 1 0,-1-5-3 15,3 4 2-15,-3-4-2 0,0 0-3 0,6 3-4 16,-6-3 0-16,4 0-1 0,-4 0-6 0,6-2-4 15,-6 2 1-15,9-1-7 0,-6-1 0 0,2 1-2 0,-1-1-2 16,-4 2 2-16,8-4-2 0,-3 1 1 16,-1-1 0-16,0 1 3 0,0-1 1 0,-1 0 2 15,2 1 1-15,-1-2 2 0,-2 0-1 0,1 2-1 0,-1-2 3 16,2 0 1-16,-1 0 1 0,-1 0 0 0,0-1-1 16,0 0 4-16,-2 6 0 0,2-9 2 0,0 4 3 15,-2 5-1-15,0-11-1 0,0 11 2 0,-2-9 0 16,0 4-2-16,0 0 6 0,-1 0-2 0,-1 0-2 15,-1 0-1-15,-1 3 1 0,0-3-1 0,-1 2 2 16,0 2 2-16,0-2 2 0,-1 2-5 0,0-1 0 16,1 1-1-16,-1 0-1 0,4 1-9 0,-4 2-9 15,2-2-27-15,1 1-4 0,0 1-23 0,0 1-29 16,1-2-35-16,4-1-38 0,-4 4-232 0,4-4-444 16,-3 6 197-16</inkml:trace>
          <inkml:trace contextRef="#ctx0" brushRef="#br0" timeOffset="-217861.3641">-4595-4372 143 0,'0'0'183'16,"0"0"-12"-16,0 0-10 0,0 0-14 0,0 0-9 16,0 0-9-16,0 0-8 0,0 0-9 0,-19 1-9 15,19-1-11-15,-5-1-8 0,5 1-7 0,-7-1-7 16,3 0-6-16,4 1-8 0,-7-4-4 0,3 1-6 0,0 2-2 15,4 1-7-15,-7-4-3 0,2 0-4 0,1 1-3 16,0 2-3-16,-1-3-3 0,1 2-2 16,1-3-5-16,-1 3 2 0,4 2 1 0,-5-8-5 15,5 4-1-15,0 4 0 0,-2-8-4 0,2 2 3 0,0 6-5 16,5-11 0-16,-2 5-1 0,0 2 7 0,0-4 8 16,1 4-2-16,0 0 6 0,-1 2-1 0,3-4 3 15,-3 3 1-15,1 1 4 0,0-1 2 0,0 2 1 16,2-1 0-16,-6 2-2 0,10 3 2 0,-6-2 4 15,1 1-4-15,1 0 0 0,-1 2 1 0,0 1-3 16,0-1-1-16,-1-1-2 0,0 3-3 0,-2 1-4 16,0 0-3-16,2-1 2 0,-2 1-16 0,-2 0-19 15,0 0-30-15,-2 2-41 0,0-2-39 0,0 1-51 0,0-1-241 16,1-1-451-16,-2 2 199 0</inkml:trace>
          <inkml:trace contextRef="#ctx0" brushRef="#br0" timeOffset="-217455.1481">-4431-4467 2 0,'0'0'217'15,"0"0"-13"-15,0 0-6 0,0 0-10 0,0 0-1 16,0 0-7-16,0 0-5 0,-3 8-11 0,3-8-6 15,0 0-13-15,0 0-8 0,2 12-6 0,-2-12-4 16,3 6-12-16,-1-1-10 0,3 1-6 0,-3-1-14 16,2 2-8-16,0 0-5 0,-1-1-5 0,3 3-9 0,-2-1-4 15,1-1-5-15,-1 0-10 0,1 1-9 0,-3-2-16 16,2 2-25-16,0-2-20 0,-2 1-34 0,-1-2-38 16,1 0-42-16,0-1-41 0,-2-4-58 0,0 10-138 15,0-10-415-15,0 5 184 0</inkml:trace>
          <inkml:trace contextRef="#ctx0" brushRef="#br0" timeOffset="-217189.5277">-4334-4489 191 0,'0'0'210'0,"0"0"-9"0,0-6-13 16,0 6-12-16,0 0-11 0,0 0-8 0,0 0-7 16,0 0-6-16,0 0 0 0,0 0-6 0,0 0-4 0,0 0-7 15,0 0 1-15,-9 18-6 0,5-12-8 0,0 3-5 16,-2 0-4-16,0-1-7 0,-3 3-11 0,2 0-8 16,-2 1-4-16,-2 3-9 0,1-1-4 0,1-3-8 15,0 0-14-15,0-1-30 0,0 1-34 0,1-2-61 16,-1 0-68-16,4-3-74 0,-4 2-238 0,3-3-502 15,3 0 222-15</inkml:trace>
          <inkml:trace contextRef="#ctx0" brushRef="#br0" timeOffset="-228204.3799">-5018-4494 41 0,'0'0'217'16,"0"0"-13"-16,0 0-9 0,0 0-11 0,0 0-6 15,0 0-5-15,0 0-9 0,0 0-8 0,-10 12-12 16,8-7-9-16,-2 1-6 0,1 2-4 0,-2 2-8 0,-1 1-7 16,0-1-8-16,-1 2-8 0,-1 0-11 15,-1 0-5-15,-1 3-7 0,2-3-9 0,-2 3-4 16,-1 0-8-16,2-6-22 0,1 0-24 0,2 1-40 0,1-4-61 16,0 1-68-16,2 0-91 0,3-3-136 15,0-4-423-15,0 6 187 0</inkml:trace>
          <inkml:trace contextRef="#ctx0" brushRef="#br0" timeOffset="-228501.2259">-5126-4462 19 0,'0'0'242'0,"-5"0"-10"16,5 0-14-16,0 0-12 0,0 0-11 0,0 0-13 16,0 0-15-16,-6-1-15 0,6 1-9 0,0 0-9 15,0 0-13-15,0 0-9 0,0 0-3 0,0 0 1 16,0 0-5-16,10 12 1 0,-8-7-17 0,3 0-5 15,-1 1-8-15,1 2-6 0,-1-2-8 0,0 1-5 16,1 2-1-16,1-2-7 0,-2 1-13 0,4 0 2 16,-2 1-2-16,0 0-16 0,-2-2-18 0,1 0-28 15,-1-1-40-15,0 1-49 0,0 0-57 0,0-4-49 16,-3 1-217-16,2-1-475 0,-3-3 210 0</inkml:trace>
        </inkml:traceGroup>
        <inkml:traceGroup>
          <inkml:annotationXML>
            <emma:emma xmlns:emma="http://www.w3.org/2003/04/emma" version="1.0">
              <emma:interpretation id="{EF09D7DA-85E4-42A1-B533-86BC227DB9A9}" emma:medium="tactile" emma:mode="ink">
                <msink:context xmlns:msink="http://schemas.microsoft.com/ink/2010/main" type="inkWord" rotatedBoundingBox="9148,4625 8586,4629 8583,4227 9145,4223"/>
              </emma:interpretation>
              <emma:one-of disjunction-type="recognition" id="oneOf28">
                <emma:interpretation id="interp44" emma:lang="" emma:confidence="1">
                  <emma:literal/>
                </emma:interpretation>
              </emma:one-of>
            </emma:emma>
          </inkml:annotationXML>
          <inkml:trace contextRef="#ctx0" brushRef="#br0" timeOffset="-214470.9903">-5694-4335 104 0,'0'0'208'16,"0"0"-11"-16,0 0-3 0,0 0-2 0,0 0-9 15,0 0-3-15,0 0-10 0,0 0-10 0,0 0-6 16,6 14-10-16,-5-8-11 0,-1-6-4 0,1 13-11 15,-2-5 0-15,2-1-13 0,-2 2-12 0,0-1-3 16,0 0-3-16,0 0-4 0,-1 1-3 0,2 0-12 16,-2-1-5-16,-1 1-8 0,2-2-6 0,-2 1-3 15,0-2-1-15,0 0-13 0,0-2-15 0,-3 2-22 16,3-4-27-16,0 3-31 0,-1-2-35 0,-2 1-39 0,2-1-52 16,1-2-36-16,-3 1-200 0,6-2-461 15,-8 1 205-15</inkml:trace>
          <inkml:trace contextRef="#ctx0" brushRef="#br0" timeOffset="-213908.5036">-5860-4373 154 0,'3'-6'165'0,"-3"6"-16"16,3-8-9-16,-1 5-6 0,1-1-4 0,-3 4-6 16,3-8-11-16,1 5-5 0,-1 1-15 0,-3 2-1 15,6-7-6-15,-3 4-9 0,-3 3-5 0,4-2-10 16,-4 2 1-16,5-4-9 0,-5 4-6 0,4-3-6 15,-4 3-3-15,0 0-2 0,7 0-5 0,-7 0-2 16,0 0-4-16,5 2 2 0,-5-2-3 0,5 3 3 16,-5-3-6-16,4 3-3 0,-4-3 2 0,3 4-4 0,-3-4 5 15,2 6-3-15,-2-6 2 0,0 6 1 0,0-6-1 16,0 0-3-16,-5 12-1 0,4-9-2 0,-2 1-1 16,0 0 2-16,0 0-4 0,-1-1 2 0,0 0-10 15,0 1 7-15,-1 0-1 0,0-1 0 0,-1-1 0 16,0 2-2-16,-2-1-4 0,1 0 1 0,0-1-1 15,1 3 0-15,-2-4-1 0,2 1 0 0,-1 0-2 16,1 0 5-16,0 3 0 0,0-3-3 0,0 0 1 16,2 0 0-16,-1-1 7 0,1 4-2 0,0-3 1 15,2 2 2-15,-1-1 3 0,0 2 3 0,3-5 6 16,-4 10 1-16,2-6 0 0,2 4-1 0,0-1 4 0,0 1 3 16,2-1 0-16,-2 1-1 0,1-1 2 0,1 2-2 15,-1 0-3-15,1 2 0 0,-1-4-4 16,1 2 1-16,-1 0-1 0,1 0-5 0,-1 0-1 0,0-1-8 15,-1 0-27-15,0-3-22 0,0 3-35 0,-1-3-49 16,1-5-58-16,-1 8-78 0,1-8-135 0,-2 7-427 16,2-7 190-16</inkml:trace>
          <inkml:trace contextRef="#ctx0" brushRef="#br0" timeOffset="-215049.0668">-5430-4399 127 0,'0'0'224'0,"0"0"-12"0,0 0-10 0,0 0-13 16,0 0-11-16,0 0-8 0,0 0-17 0,0 0-7 0,-2-6-14 15,2 6-8-15,0 0-13 0,0 0-1 0,0 0-7 16,0 0-10-16,0 0-5 0,0 0-5 15,7 15-11-15,-6-12-2 0,-1-3-8 0,3 8-8 0,0-3-4 16,-1-1-2-16,1 1-6 0,-1-1-4 0,1 0-2 16,2 2-5-16,-3-2-3 0,1-1-3 15,-1 2-2-15,2-1 0 0,-2-1-4 0,1 0-2 0,-3-3 0 16,3 6-3-16,-1-3-5 0,-2-3 1 0,0 0 1 16,-1 8 1-16,1-8-3 0,-4 6-1 0,1-5-10 15,-3 2-2-15,1-1-15 0,-3 0-12 0,2-1-12 16,-1 2-20-16,-1-2-34 0,1 1-28 0,-1-1-38 15,0-1-39-15,-3 0-202 0,4 0-438 0,-1-3 193 16</inkml:trace>
          <inkml:trace contextRef="#ctx0" brushRef="#br0" timeOffset="-214736.5929">-5594-4525 135 0,'0'0'239'0,"0"0"-5"0,0 0-15 0,0 0-17 16,0 0-16-16,0 0-8 0,0 0-6 0,0 0-6 15,0 0-12-15,0 0-4 0,0 0-9 0,-2 18-10 16,2-10-9-16,0-8-9 0,0 14-12 0,-1-4-5 15,1-1-15-15,0 4-4 0,0-4-9 0,0 3-5 16,0-1-10-16,0 2-20 0,0-1-25 0,0 1-30 16,0-1-41-16,-2 0-44 0,2-2-45 0,-2-2-47 15,1 3-232-15,-1-3-464 0,0 0 205 0</inkml:trace>
        </inkml:traceGroup>
        <inkml:traceGroup>
          <inkml:annotationXML>
            <emma:emma xmlns:emma="http://www.w3.org/2003/04/emma" version="1.0">
              <emma:interpretation id="{42CA3B66-614E-4DC4-92FB-D55A93ED75D9}" emma:medium="tactile" emma:mode="ink">
                <msink:context xmlns:msink="http://schemas.microsoft.com/ink/2010/main" type="inkWord" rotatedBoundingBox="8468,4408 8448,4409 8447,4388 8467,4387"/>
              </emma:interpretation>
              <emma:one-of disjunction-type="recognition" id="oneOf29">
                <emma:interpretation id="interp45" emma:lang="" emma:confidence="1">
                  <emma:literal>.</emma:literal>
                </emma:interpretation>
                <emma:interpretation id="interp46" emma:lang="" emma:confidence="0">
                  <emma:literal>,</emma:literal>
                </emma:interpretation>
                <emma:interpretation id="interp47" emma:lang="" emma:confidence="0">
                  <emma:literal>J</emma:literal>
                </emma:interpretation>
                <emma:interpretation id="interp48" emma:lang="" emma:confidence="0">
                  <emma:literal>:</emma:literal>
                </emma:interpretation>
                <emma:interpretation id="interp49" emma:lang="" emma:confidence="0">
                  <emma:literal>;</emma:literal>
                </emma:interpretation>
              </emma:one-of>
            </emma:emma>
          </inkml:annotationXML>
          <inkml:trace contextRef="#ctx0" brushRef="#br0" timeOffset="-213642.9218">-6081-4341 268 0,'0'0'305'0,"1"-5"-13"15,-1 5-21-15,2-6-11 0,-2 6-21 0,0 0-20 16,4-5-26-16,-4 5-21 0,4-3-18 0,-4 3-18 0,0 0-37 15,0 0-41-15,3-2-53 0,-3 2-62 0,0 0-71 16,0 0-85-16,0 0-167 0,6 6-409 0,-6-6 181 16</inkml:trace>
        </inkml:traceGroup>
      </inkml:traceGroup>
    </inkml:traceGroup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5-13T17:09:18.36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FB15EFE9-C5EF-4875-BE71-F9A66612C05E}" emma:medium="tactile" emma:mode="ink">
          <msink:context xmlns:msink="http://schemas.microsoft.com/ink/2010/main" type="writingRegion" rotatedBoundingBox="4252,6574 4433,6574 4433,6801 4252,6801"/>
        </emma:interpretation>
      </emma:emma>
    </inkml:annotationXML>
    <inkml:traceGroup>
      <inkml:annotationXML>
        <emma:emma xmlns:emma="http://www.w3.org/2003/04/emma" version="1.0">
          <emma:interpretation id="{A6189341-1F6B-48B4-A690-AF192B5CB4F2}" emma:medium="tactile" emma:mode="ink">
            <msink:context xmlns:msink="http://schemas.microsoft.com/ink/2010/main" type="paragraph" rotatedBoundingBox="4252,6574 4433,6574 4433,6801 4252,68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5BBF1EB-C21C-4DB3-A6D3-612907190103}" emma:medium="tactile" emma:mode="ink">
              <msink:context xmlns:msink="http://schemas.microsoft.com/ink/2010/main" type="line" rotatedBoundingBox="4252,6574 4433,6574 4433,6801 4252,6801"/>
            </emma:interpretation>
          </emma:emma>
        </inkml:annotationXML>
        <inkml:traceGroup>
          <inkml:annotationXML>
            <emma:emma xmlns:emma="http://www.w3.org/2003/04/emma" version="1.0">
              <emma:interpretation id="{897D84DF-CBAD-4C32-B33D-1D4E2068DF98}" emma:medium="tactile" emma:mode="ink">
                <msink:context xmlns:msink="http://schemas.microsoft.com/ink/2010/main" type="inkWord" rotatedBoundingBox="4252,6574 4433,6574 4433,6784 4252,678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54 1 71 0,'0'0'222'0,"0"0"-12"15,0 0-7-15,0 0-9 0,0 0-7 0,0 0-11 16,-3-3-10-16,3 3-7 0,0 0-10 0,0 0-13 0,0 0-10 15,0 0-8-15,0 0-12 0,0 0-9 16,0 0-8-16,0 0-11 0,0 0-5 0,0 0-7 16,0 0-7-16,0 0-10 0,0 0-1 0,0 0-7 0,0 0-4 15,0 0-7-15,0 0 3 0,0 0-5 16,5 14 0-16,-4-10-7 0,-1-4-2 0,2 6-1 16,0-2 3-16,-1-1-6 0,-1-3 0 0,2 8-3 15,-1-4-1-15,-1-4 0 0,0 7 1 0,0-7-3 16,0 8-2-16,0-8-1 0,-2 8 2 0,1-6-2 15,0 3-5-15,-1-2-2 0,-1-1-13 0,0 2-12 16,0-1-16-16,-2 0-22 0,-1 1-22 0,2-2-28 0,-2 1-33 16,0-2-23-16,1 0-41 0,-2 1-172 0,1-1-415 15,1-1 184-15</inkml:trace>
          <inkml:trace contextRef="#ctx0" brushRef="#br0" timeOffset="-515.6012">173 70 19 0,'0'0'183'0,"0"0"-3"0,0 0-7 0,0 0-4 0,0 0-8 15,0 0-11-15,0 0-10 0,0 0-5 16,0 0-7-16,0 0-9 0,0 0-10 0,0 0-3 0,0 0-8 16,0 0-6-16,0 0-1 0,0 0-6 0,0 0-2 15,0 0-5-15,0 0-7 0,8 8-6 16,-8-8-3-16,-1 7-6 0,1-7 4 0,0 7-8 0,-1-2-3 16,0 1-5-16,0-1 0 0,-1 2-4 0,-1-1-3 15,0 0-5-15,0 1-3 0,-3 1-2 0,2-1-4 16,-1-1 1-16,0 3-6 0,-2-4-4 0,1 2-11 15,-2-2-18-15,1 1-14 0,0-1-26 0,2-2-27 16,-1 1-35-16,0-1-37 0,0 0-39 0,1-1-208 16,1-2-435-16,-2 1 193 0</inkml:trace>
        </inkml:traceGroup>
        <inkml:traceGroup>
          <inkml:annotationXML>
            <emma:emma xmlns:emma="http://www.w3.org/2003/04/emma" version="1.0">
              <emma:interpretation id="{FC130B98-001B-4700-8840-6B6FC340C913}" emma:medium="tactile" emma:mode="ink">
                <msink:context xmlns:msink="http://schemas.microsoft.com/ink/2010/main" type="inkWord" rotatedBoundingBox="4284,6777 4351,6777 4351,6801 4284,6801"/>
              </emma:interpretation>
              <emma:one-of disjunction-type="recognition" id="oneOf1">
                <emma:interpretation id="interp1" emma:lang="" emma:confidence="0">
                  <emma:literal>-</emma:literal>
                </emma:interpretation>
                <emma:interpretation id="interp2" emma:lang="" emma:confidence="0">
                  <emma:literal>.</emma:literal>
                </emma:interpretation>
                <emma:interpretation id="interp3" emma:lang="" emma:confidence="0">
                  <emma:literal>,</emma:literal>
                </emma:interpretation>
                <emma:interpretation id="interp4" emma:lang="" emma:confidence="0">
                  <emma:literal>_</emma:literal>
                </emma:interpretation>
                <emma:interpretation id="interp5" emma:lang="" emma:confidence="0">
                  <emma:literal>:</emma:literal>
                </emma:interpretation>
              </emma:one-of>
            </emma:emma>
          </inkml:annotationXML>
          <inkml:trace contextRef="#ctx0" brushRef="#br0" timeOffset="890.5454">37 219 129 0,'0'0'136'16,"0"0"-8"-16,0 0-9 0,0 0-3 0,0 0-10 0,0 0-1 16,-5 6-15-16,5-6-6 0,0 0-4 0,0 0-1 15,0 0 2-15,0 0-4 0,0 0-2 0,0 0 0 16,0 0 3-16,0 0-1 0,0 0-3 15,0 0 2-15,0 0-8 0,0 0 0 0,0 0-6 0,0 0-4 16,0 0-7-16,13-4-8 0,-9 3-9 0,-4 1-27 16,7-2-7-16,-2 1-30 0,-1-1-32 15,1 0-28-15,0 0-41 0,2-1-40 0,-2 2-111 0,1-2-306 16,0 0 135-16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9812" y="1237717"/>
            <a:ext cx="4531201" cy="2632992"/>
          </a:xfrm>
        </p:spPr>
        <p:txBody>
          <a:bodyPr anchor="b"/>
          <a:lstStyle>
            <a:lvl1pPr algn="ctr">
              <a:defRPr sz="34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6353" y="3972247"/>
            <a:ext cx="3998119" cy="1825938"/>
          </a:xfrm>
        </p:spPr>
        <p:txBody>
          <a:bodyPr/>
          <a:lstStyle>
            <a:lvl1pPr marL="0" indent="0" algn="ctr">
              <a:buNone/>
              <a:defRPr sz="1399"/>
            </a:lvl1pPr>
            <a:lvl2pPr marL="266548" indent="0" algn="ctr">
              <a:buNone/>
              <a:defRPr sz="1166"/>
            </a:lvl2pPr>
            <a:lvl3pPr marL="533095" indent="0" algn="ctr">
              <a:buNone/>
              <a:defRPr sz="1049"/>
            </a:lvl3pPr>
            <a:lvl4pPr marL="799643" indent="0" algn="ctr">
              <a:buNone/>
              <a:defRPr sz="933"/>
            </a:lvl4pPr>
            <a:lvl5pPr marL="1066190" indent="0" algn="ctr">
              <a:buNone/>
              <a:defRPr sz="933"/>
            </a:lvl5pPr>
            <a:lvl6pPr marL="1332738" indent="0" algn="ctr">
              <a:buNone/>
              <a:defRPr sz="933"/>
            </a:lvl6pPr>
            <a:lvl7pPr marL="1599286" indent="0" algn="ctr">
              <a:buNone/>
              <a:defRPr sz="933"/>
            </a:lvl7pPr>
            <a:lvl8pPr marL="1865833" indent="0" algn="ctr">
              <a:buNone/>
              <a:defRPr sz="933"/>
            </a:lvl8pPr>
            <a:lvl9pPr marL="2132381" indent="0" algn="ctr">
              <a:buNone/>
              <a:defRPr sz="93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54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52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718" y="1885463"/>
            <a:ext cx="4597837" cy="3145935"/>
          </a:xfrm>
        </p:spPr>
        <p:txBody>
          <a:bodyPr anchor="b"/>
          <a:lstStyle>
            <a:lvl1pPr>
              <a:defRPr sz="34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718" y="5061159"/>
            <a:ext cx="4597837" cy="1654373"/>
          </a:xfrm>
        </p:spPr>
        <p:txBody>
          <a:bodyPr/>
          <a:lstStyle>
            <a:lvl1pPr marL="0" indent="0">
              <a:buNone/>
              <a:defRPr sz="1399">
                <a:solidFill>
                  <a:schemeClr val="tx1"/>
                </a:solidFill>
              </a:defRPr>
            </a:lvl1pPr>
            <a:lvl2pPr marL="266548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2pPr>
            <a:lvl3pPr marL="533095" indent="0">
              <a:buNone/>
              <a:defRPr sz="1049">
                <a:solidFill>
                  <a:schemeClr val="tx1">
                    <a:tint val="75000"/>
                  </a:schemeClr>
                </a:solidFill>
              </a:defRPr>
            </a:lvl3pPr>
            <a:lvl4pPr marL="79964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06619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332738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59928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186583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13238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0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6494" y="2013259"/>
            <a:ext cx="2265601" cy="47985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98730" y="2013259"/>
            <a:ext cx="2265601" cy="47985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13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188" y="402654"/>
            <a:ext cx="4597837" cy="146180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7189" y="1853949"/>
            <a:ext cx="2255188" cy="908592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48" indent="0">
              <a:buNone/>
              <a:defRPr sz="1166" b="1"/>
            </a:lvl2pPr>
            <a:lvl3pPr marL="533095" indent="0">
              <a:buNone/>
              <a:defRPr sz="1049" b="1"/>
            </a:lvl3pPr>
            <a:lvl4pPr marL="799643" indent="0">
              <a:buNone/>
              <a:defRPr sz="933" b="1"/>
            </a:lvl4pPr>
            <a:lvl5pPr marL="1066190" indent="0">
              <a:buNone/>
              <a:defRPr sz="933" b="1"/>
            </a:lvl5pPr>
            <a:lvl6pPr marL="1332738" indent="0">
              <a:buNone/>
              <a:defRPr sz="933" b="1"/>
            </a:lvl6pPr>
            <a:lvl7pPr marL="1599286" indent="0">
              <a:buNone/>
              <a:defRPr sz="933" b="1"/>
            </a:lvl7pPr>
            <a:lvl8pPr marL="1865833" indent="0">
              <a:buNone/>
              <a:defRPr sz="933" b="1"/>
            </a:lvl8pPr>
            <a:lvl9pPr marL="2132381" indent="0">
              <a:buNone/>
              <a:defRPr sz="93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7189" y="2762541"/>
            <a:ext cx="2255188" cy="40632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98730" y="1853949"/>
            <a:ext cx="2266295" cy="908592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48" indent="0">
              <a:buNone/>
              <a:defRPr sz="1166" b="1"/>
            </a:lvl2pPr>
            <a:lvl3pPr marL="533095" indent="0">
              <a:buNone/>
              <a:defRPr sz="1049" b="1"/>
            </a:lvl3pPr>
            <a:lvl4pPr marL="799643" indent="0">
              <a:buNone/>
              <a:defRPr sz="933" b="1"/>
            </a:lvl4pPr>
            <a:lvl5pPr marL="1066190" indent="0">
              <a:buNone/>
              <a:defRPr sz="933" b="1"/>
            </a:lvl5pPr>
            <a:lvl6pPr marL="1332738" indent="0">
              <a:buNone/>
              <a:defRPr sz="933" b="1"/>
            </a:lvl6pPr>
            <a:lvl7pPr marL="1599286" indent="0">
              <a:buNone/>
              <a:defRPr sz="933" b="1"/>
            </a:lvl7pPr>
            <a:lvl8pPr marL="1865833" indent="0">
              <a:buNone/>
              <a:defRPr sz="933" b="1"/>
            </a:lvl8pPr>
            <a:lvl9pPr marL="2132381" indent="0">
              <a:buNone/>
              <a:defRPr sz="93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98730" y="2762541"/>
            <a:ext cx="2266295" cy="40632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3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22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85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188" y="504190"/>
            <a:ext cx="1719330" cy="1764665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6295" y="1088912"/>
            <a:ext cx="2698730" cy="5374525"/>
          </a:xfrm>
        </p:spPr>
        <p:txBody>
          <a:bodyPr/>
          <a:lstStyle>
            <a:lvl1pPr>
              <a:defRPr sz="1866"/>
            </a:lvl1pPr>
            <a:lvl2pPr>
              <a:defRPr sz="1632"/>
            </a:lvl2pPr>
            <a:lvl3pPr>
              <a:defRPr sz="1399"/>
            </a:lvl3pPr>
            <a:lvl4pPr>
              <a:defRPr sz="1166"/>
            </a:lvl4pPr>
            <a:lvl5pPr>
              <a:defRPr sz="1166"/>
            </a:lvl5pPr>
            <a:lvl6pPr>
              <a:defRPr sz="1166"/>
            </a:lvl6pPr>
            <a:lvl7pPr>
              <a:defRPr sz="1166"/>
            </a:lvl7pPr>
            <a:lvl8pPr>
              <a:defRPr sz="1166"/>
            </a:lvl8pPr>
            <a:lvl9pPr>
              <a:defRPr sz="1166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7188" y="2268855"/>
            <a:ext cx="1719330" cy="4203335"/>
          </a:xfrm>
        </p:spPr>
        <p:txBody>
          <a:bodyPr/>
          <a:lstStyle>
            <a:lvl1pPr marL="0" indent="0">
              <a:buNone/>
              <a:defRPr sz="933"/>
            </a:lvl1pPr>
            <a:lvl2pPr marL="266548" indent="0">
              <a:buNone/>
              <a:defRPr sz="816"/>
            </a:lvl2pPr>
            <a:lvl3pPr marL="533095" indent="0">
              <a:buNone/>
              <a:defRPr sz="700"/>
            </a:lvl3pPr>
            <a:lvl4pPr marL="799643" indent="0">
              <a:buNone/>
              <a:defRPr sz="583"/>
            </a:lvl4pPr>
            <a:lvl5pPr marL="1066190" indent="0">
              <a:buNone/>
              <a:defRPr sz="583"/>
            </a:lvl5pPr>
            <a:lvl6pPr marL="1332738" indent="0">
              <a:buNone/>
              <a:defRPr sz="583"/>
            </a:lvl6pPr>
            <a:lvl7pPr marL="1599286" indent="0">
              <a:buNone/>
              <a:defRPr sz="583"/>
            </a:lvl7pPr>
            <a:lvl8pPr marL="1865833" indent="0">
              <a:buNone/>
              <a:defRPr sz="583"/>
            </a:lvl8pPr>
            <a:lvl9pPr marL="2132381" indent="0">
              <a:buNone/>
              <a:defRPr sz="58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4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188" y="504190"/>
            <a:ext cx="1719330" cy="1764665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66295" y="1088912"/>
            <a:ext cx="2698730" cy="5374525"/>
          </a:xfrm>
        </p:spPr>
        <p:txBody>
          <a:bodyPr anchor="t"/>
          <a:lstStyle>
            <a:lvl1pPr marL="0" indent="0">
              <a:buNone/>
              <a:defRPr sz="1866"/>
            </a:lvl1pPr>
            <a:lvl2pPr marL="266548" indent="0">
              <a:buNone/>
              <a:defRPr sz="1632"/>
            </a:lvl2pPr>
            <a:lvl3pPr marL="533095" indent="0">
              <a:buNone/>
              <a:defRPr sz="1399"/>
            </a:lvl3pPr>
            <a:lvl4pPr marL="799643" indent="0">
              <a:buNone/>
              <a:defRPr sz="1166"/>
            </a:lvl4pPr>
            <a:lvl5pPr marL="1066190" indent="0">
              <a:buNone/>
              <a:defRPr sz="1166"/>
            </a:lvl5pPr>
            <a:lvl6pPr marL="1332738" indent="0">
              <a:buNone/>
              <a:defRPr sz="1166"/>
            </a:lvl6pPr>
            <a:lvl7pPr marL="1599286" indent="0">
              <a:buNone/>
              <a:defRPr sz="1166"/>
            </a:lvl7pPr>
            <a:lvl8pPr marL="1865833" indent="0">
              <a:buNone/>
              <a:defRPr sz="1166"/>
            </a:lvl8pPr>
            <a:lvl9pPr marL="2132381" indent="0">
              <a:buNone/>
              <a:defRPr sz="1166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7188" y="2268855"/>
            <a:ext cx="1719330" cy="4203335"/>
          </a:xfrm>
        </p:spPr>
        <p:txBody>
          <a:bodyPr/>
          <a:lstStyle>
            <a:lvl1pPr marL="0" indent="0">
              <a:buNone/>
              <a:defRPr sz="933"/>
            </a:lvl1pPr>
            <a:lvl2pPr marL="266548" indent="0">
              <a:buNone/>
              <a:defRPr sz="816"/>
            </a:lvl2pPr>
            <a:lvl3pPr marL="533095" indent="0">
              <a:buNone/>
              <a:defRPr sz="700"/>
            </a:lvl3pPr>
            <a:lvl4pPr marL="799643" indent="0">
              <a:buNone/>
              <a:defRPr sz="583"/>
            </a:lvl4pPr>
            <a:lvl5pPr marL="1066190" indent="0">
              <a:buNone/>
              <a:defRPr sz="583"/>
            </a:lvl5pPr>
            <a:lvl6pPr marL="1332738" indent="0">
              <a:buNone/>
              <a:defRPr sz="583"/>
            </a:lvl6pPr>
            <a:lvl7pPr marL="1599286" indent="0">
              <a:buNone/>
              <a:defRPr sz="583"/>
            </a:lvl7pPr>
            <a:lvl8pPr marL="1865833" indent="0">
              <a:buNone/>
              <a:defRPr sz="583"/>
            </a:lvl8pPr>
            <a:lvl9pPr marL="2132381" indent="0">
              <a:buNone/>
              <a:defRPr sz="58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65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65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4872" y="402652"/>
            <a:ext cx="1149459" cy="640916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6495" y="402652"/>
            <a:ext cx="3381742" cy="6409166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358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6494" y="402654"/>
            <a:ext cx="4597837" cy="146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494" y="2013259"/>
            <a:ext cx="4597837" cy="4798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6494" y="7009643"/>
            <a:ext cx="1199436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CB18D-5AF7-46E0-A5BE-6136A4BDD0DB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65836" y="7009643"/>
            <a:ext cx="1799153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64895" y="7009643"/>
            <a:ext cx="1199436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51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33095" rtl="0" eaLnBrk="1" latinLnBrk="0" hangingPunct="1">
        <a:lnSpc>
          <a:spcPct val="90000"/>
        </a:lnSpc>
        <a:spcBef>
          <a:spcPct val="0"/>
        </a:spcBef>
        <a:buNone/>
        <a:defRPr sz="25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3274" indent="-133274" algn="l" defTabSz="533095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399821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2pPr>
      <a:lvl3pPr marL="666369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3pPr>
      <a:lvl4pPr marL="932917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199464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466012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732559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999107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265655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1pPr>
      <a:lvl2pPr marL="266548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2pPr>
      <a:lvl3pPr marL="533095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3pPr>
      <a:lvl4pPr marL="799643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066190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332738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599286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865833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132381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emf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emf"/><Relationship Id="rId21" Type="http://schemas.openxmlformats.org/officeDocument/2006/relationships/image" Target="../media/image10.emf"/><Relationship Id="rId34" Type="http://schemas.openxmlformats.org/officeDocument/2006/relationships/customXml" Target="../ink/ink17.xml"/><Relationship Id="rId7" Type="http://schemas.openxmlformats.org/officeDocument/2006/relationships/image" Target="../media/image3.emf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emf"/><Relationship Id="rId41" Type="http://schemas.openxmlformats.org/officeDocument/2006/relationships/image" Target="../media/image20.emf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emf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emf"/><Relationship Id="rId40" Type="http://schemas.openxmlformats.org/officeDocument/2006/relationships/customXml" Target="../ink/ink20.xml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23" Type="http://schemas.openxmlformats.org/officeDocument/2006/relationships/image" Target="../media/image11.emf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9.emf"/><Relationship Id="rId31" Type="http://schemas.openxmlformats.org/officeDocument/2006/relationships/image" Target="../media/image15.emf"/><Relationship Id="rId4" Type="http://schemas.openxmlformats.org/officeDocument/2006/relationships/customXml" Target="../ink/ink2.xml"/><Relationship Id="rId9" Type="http://schemas.openxmlformats.org/officeDocument/2006/relationships/image" Target="../media/image4.emf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emf"/><Relationship Id="rId30" Type="http://schemas.openxmlformats.org/officeDocument/2006/relationships/customXml" Target="../ink/ink15.xml"/><Relationship Id="rId35" Type="http://schemas.openxmlformats.org/officeDocument/2006/relationships/image" Target="../media/image17.emf"/><Relationship Id="rId8" Type="http://schemas.openxmlformats.org/officeDocument/2006/relationships/customXml" Target="../ink/ink4.xml"/><Relationship Id="rId3" Type="http://schemas.openxmlformats.org/officeDocument/2006/relationships/image" Target="../media/image1.emf"/><Relationship Id="rId12" Type="http://schemas.openxmlformats.org/officeDocument/2006/relationships/customXml" Target="../ink/ink6.xml"/><Relationship Id="rId17" Type="http://schemas.openxmlformats.org/officeDocument/2006/relationships/image" Target="../media/image8.emf"/><Relationship Id="rId25" Type="http://schemas.openxmlformats.org/officeDocument/2006/relationships/image" Target="../media/image12.emf"/><Relationship Id="rId33" Type="http://schemas.openxmlformats.org/officeDocument/2006/relationships/image" Target="../media/image16.emf"/><Relationship Id="rId38" Type="http://schemas.openxmlformats.org/officeDocument/2006/relationships/customXml" Target="../ink/ink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/>
              <p14:cNvContentPartPr/>
              <p14:nvPr/>
            </p14:nvContentPartPr>
            <p14:xfrm>
              <a:off x="2654328" y="294120"/>
              <a:ext cx="2642400" cy="94680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50008" y="287640"/>
                <a:ext cx="2653920" cy="9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38" name="Ink 1037"/>
              <p14:cNvContentPartPr/>
              <p14:nvPr/>
            </p14:nvContentPartPr>
            <p14:xfrm>
              <a:off x="4454688" y="1121400"/>
              <a:ext cx="66600" cy="65880"/>
            </p14:xfrm>
          </p:contentPart>
        </mc:Choice>
        <mc:Fallback xmlns="">
          <p:pic>
            <p:nvPicPr>
              <p:cNvPr id="1038" name="Ink 103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50008" y="1117800"/>
                <a:ext cx="770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39" name="Ink 1038"/>
              <p14:cNvContentPartPr/>
              <p14:nvPr/>
            </p14:nvContentPartPr>
            <p14:xfrm>
              <a:off x="4504008" y="1044720"/>
              <a:ext cx="73080" cy="75600"/>
            </p14:xfrm>
          </p:contentPart>
        </mc:Choice>
        <mc:Fallback xmlns="">
          <p:pic>
            <p:nvPicPr>
              <p:cNvPr id="1039" name="Ink 103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00768" y="1040400"/>
                <a:ext cx="8064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84" name="Ink 1083"/>
              <p14:cNvContentPartPr/>
              <p14:nvPr/>
            </p14:nvContentPartPr>
            <p14:xfrm>
              <a:off x="4170288" y="1109880"/>
              <a:ext cx="232920" cy="109080"/>
            </p14:xfrm>
          </p:contentPart>
        </mc:Choice>
        <mc:Fallback xmlns="">
          <p:pic>
            <p:nvPicPr>
              <p:cNvPr id="1084" name="Ink 1083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67048" y="1103400"/>
                <a:ext cx="24372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86" name="Ink 1085"/>
              <p14:cNvContentPartPr/>
              <p14:nvPr/>
            </p14:nvContentPartPr>
            <p14:xfrm>
              <a:off x="4078128" y="1097280"/>
              <a:ext cx="77760" cy="117360"/>
            </p14:xfrm>
          </p:contentPart>
        </mc:Choice>
        <mc:Fallback xmlns="">
          <p:pic>
            <p:nvPicPr>
              <p:cNvPr id="1086" name="Ink 108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69848" y="1093320"/>
                <a:ext cx="9468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87" name="Ink 1086"/>
              <p14:cNvContentPartPr/>
              <p14:nvPr/>
            </p14:nvContentPartPr>
            <p14:xfrm>
              <a:off x="4349928" y="1094760"/>
              <a:ext cx="10440" cy="10440"/>
            </p14:xfrm>
          </p:contentPart>
        </mc:Choice>
        <mc:Fallback xmlns="">
          <p:pic>
            <p:nvPicPr>
              <p:cNvPr id="1087" name="Ink 1086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46328" y="1088640"/>
                <a:ext cx="2124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88" name="Ink 1087"/>
              <p14:cNvContentPartPr/>
              <p14:nvPr/>
            </p14:nvContentPartPr>
            <p14:xfrm>
              <a:off x="4410768" y="1006200"/>
              <a:ext cx="84960" cy="75240"/>
            </p14:xfrm>
          </p:contentPart>
        </mc:Choice>
        <mc:Fallback xmlns="">
          <p:pic>
            <p:nvPicPr>
              <p:cNvPr id="1088" name="Ink 1087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407528" y="1000800"/>
                <a:ext cx="9360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90" name="Ink 1089"/>
              <p14:cNvContentPartPr/>
              <p14:nvPr/>
            </p14:nvContentPartPr>
            <p14:xfrm>
              <a:off x="4138248" y="1096920"/>
              <a:ext cx="16200" cy="21600"/>
            </p14:xfrm>
          </p:contentPart>
        </mc:Choice>
        <mc:Fallback xmlns="">
          <p:pic>
            <p:nvPicPr>
              <p:cNvPr id="1090" name="Ink 108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32488" y="1091160"/>
                <a:ext cx="2448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91" name="Ink 1090"/>
              <p14:cNvContentPartPr/>
              <p14:nvPr/>
            </p14:nvContentPartPr>
            <p14:xfrm>
              <a:off x="3775728" y="1155600"/>
              <a:ext cx="24120" cy="75600"/>
            </p14:xfrm>
          </p:contentPart>
        </mc:Choice>
        <mc:Fallback xmlns="">
          <p:pic>
            <p:nvPicPr>
              <p:cNvPr id="1091" name="Ink 1090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68888" y="1148760"/>
                <a:ext cx="3852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92" name="Ink 1091"/>
              <p14:cNvContentPartPr/>
              <p14:nvPr/>
            </p14:nvContentPartPr>
            <p14:xfrm>
              <a:off x="3786168" y="1119240"/>
              <a:ext cx="48600" cy="61920"/>
            </p14:xfrm>
          </p:contentPart>
        </mc:Choice>
        <mc:Fallback xmlns="">
          <p:pic>
            <p:nvPicPr>
              <p:cNvPr id="1092" name="Ink 1091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83288" y="1113480"/>
                <a:ext cx="590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93" name="Ink 1092"/>
              <p14:cNvContentPartPr/>
              <p14:nvPr/>
            </p14:nvContentPartPr>
            <p14:xfrm>
              <a:off x="3871488" y="1117800"/>
              <a:ext cx="30600" cy="64080"/>
            </p14:xfrm>
          </p:contentPart>
        </mc:Choice>
        <mc:Fallback xmlns="">
          <p:pic>
            <p:nvPicPr>
              <p:cNvPr id="1093" name="Ink 1092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64288" y="1112040"/>
                <a:ext cx="4356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94" name="Ink 1093"/>
              <p14:cNvContentPartPr/>
              <p14:nvPr/>
            </p14:nvContentPartPr>
            <p14:xfrm>
              <a:off x="3946008" y="1113840"/>
              <a:ext cx="54360" cy="55800"/>
            </p14:xfrm>
          </p:contentPart>
        </mc:Choice>
        <mc:Fallback xmlns="">
          <p:pic>
            <p:nvPicPr>
              <p:cNvPr id="1094" name="Ink 1093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37008" y="1108800"/>
                <a:ext cx="6840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95" name="Ink 1094"/>
              <p14:cNvContentPartPr/>
              <p14:nvPr/>
            </p14:nvContentPartPr>
            <p14:xfrm>
              <a:off x="3985968" y="1115280"/>
              <a:ext cx="7920" cy="86760"/>
            </p14:xfrm>
          </p:contentPart>
        </mc:Choice>
        <mc:Fallback xmlns="">
          <p:pic>
            <p:nvPicPr>
              <p:cNvPr id="1095" name="Ink 1094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79488" y="1109880"/>
                <a:ext cx="2268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96" name="Ink 1095"/>
              <p14:cNvContentPartPr/>
              <p14:nvPr/>
            </p14:nvContentPartPr>
            <p14:xfrm>
              <a:off x="3665928" y="1161360"/>
              <a:ext cx="36720" cy="37800"/>
            </p14:xfrm>
          </p:contentPart>
        </mc:Choice>
        <mc:Fallback xmlns="">
          <p:pic>
            <p:nvPicPr>
              <p:cNvPr id="1096" name="Ink 1095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662688" y="1155240"/>
                <a:ext cx="482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97" name="Ink 1096"/>
              <p14:cNvContentPartPr/>
              <p14:nvPr/>
            </p14:nvContentPartPr>
            <p14:xfrm>
              <a:off x="3622728" y="1110240"/>
              <a:ext cx="11880" cy="87480"/>
            </p14:xfrm>
          </p:contentPart>
        </mc:Choice>
        <mc:Fallback xmlns="">
          <p:pic>
            <p:nvPicPr>
              <p:cNvPr id="1097" name="Ink 1096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18768" y="1103760"/>
                <a:ext cx="2268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98" name="Ink 1097"/>
              <p14:cNvContentPartPr/>
              <p14:nvPr/>
            </p14:nvContentPartPr>
            <p14:xfrm>
              <a:off x="3572688" y="1181520"/>
              <a:ext cx="30240" cy="67320"/>
            </p14:xfrm>
          </p:contentPart>
        </mc:Choice>
        <mc:Fallback xmlns="">
          <p:pic>
            <p:nvPicPr>
              <p:cNvPr id="1098" name="Ink 1097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568368" y="1176840"/>
                <a:ext cx="4032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99" name="Ink 1098"/>
              <p14:cNvContentPartPr/>
              <p14:nvPr/>
            </p14:nvContentPartPr>
            <p14:xfrm>
              <a:off x="3509328" y="1137600"/>
              <a:ext cx="40680" cy="123480"/>
            </p14:xfrm>
          </p:contentPart>
        </mc:Choice>
        <mc:Fallback xmlns="">
          <p:pic>
            <p:nvPicPr>
              <p:cNvPr id="1099" name="Ink 1098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501768" y="1130760"/>
                <a:ext cx="550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00" name="Ink 1099"/>
              <p14:cNvContentPartPr/>
              <p14:nvPr/>
            </p14:nvContentPartPr>
            <p14:xfrm>
              <a:off x="3452448" y="1178280"/>
              <a:ext cx="2160" cy="11880"/>
            </p14:xfrm>
          </p:contentPart>
        </mc:Choice>
        <mc:Fallback xmlns="">
          <p:pic>
            <p:nvPicPr>
              <p:cNvPr id="1100" name="Ink 1099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446328" y="1171440"/>
                <a:ext cx="151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760" name="Ink 1759"/>
              <p14:cNvContentPartPr/>
              <p14:nvPr/>
            </p14:nvContentPartPr>
            <p14:xfrm>
              <a:off x="587928" y="1429560"/>
              <a:ext cx="4723560" cy="1868040"/>
            </p14:xfrm>
          </p:contentPart>
        </mc:Choice>
        <mc:Fallback xmlns="">
          <p:pic>
            <p:nvPicPr>
              <p:cNvPr id="1760" name="Ink 1759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2888" y="1425240"/>
                <a:ext cx="4735440" cy="18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7" name="Ink 6"/>
              <p14:cNvContentPartPr/>
              <p14:nvPr/>
            </p14:nvContentPartPr>
            <p14:xfrm>
              <a:off x="1531040" y="2367420"/>
              <a:ext cx="65520" cy="80640"/>
            </p14:xfrm>
          </p:contentPart>
        </mc:Choice>
        <mc:Fallback>
          <p:pic>
            <p:nvPicPr>
              <p:cNvPr id="7" name="Ink 6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527800" y="2359860"/>
                <a:ext cx="75600" cy="9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088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02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55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069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79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1829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nasrollahi</dc:creator>
  <cp:lastModifiedBy>mohammad nasrollahi</cp:lastModifiedBy>
  <cp:revision>62</cp:revision>
  <cp:lastPrinted>2020-02-26T14:21:57Z</cp:lastPrinted>
  <dcterms:created xsi:type="dcterms:W3CDTF">2020-02-26T14:14:39Z</dcterms:created>
  <dcterms:modified xsi:type="dcterms:W3CDTF">2020-05-13T17:09:57Z</dcterms:modified>
</cp:coreProperties>
</file>