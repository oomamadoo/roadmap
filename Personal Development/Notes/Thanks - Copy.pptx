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</p:sldIdLst>
  <p:sldSz cx="5330825" cy="7562850"/>
  <p:notesSz cx="4870450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657" autoAdjust="0"/>
    <p:restoredTop sz="94660"/>
  </p:normalViewPr>
  <p:slideViewPr>
    <p:cSldViewPr snapToGrid="0">
      <p:cViewPr>
        <p:scale>
          <a:sx n="250" d="100"/>
          <a:sy n="250" d="100"/>
        </p:scale>
        <p:origin x="235" y="-7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16T01:31:12.4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89478DFD-CFD5-49B5-B709-014A5BF6D41F}" emma:medium="tactile" emma:mode="ink">
          <msink:context xmlns:msink="http://schemas.microsoft.com/ink/2010/main" type="writingRegion" rotatedBoundingBox="14734,10211 345,10248 321,683 14710,646"/>
        </emma:interpretation>
      </emma:emma>
    </inkml:annotationXML>
    <inkml:traceGroup>
      <inkml:annotationXML>
        <emma:emma xmlns:emma="http://www.w3.org/2003/04/emma" version="1.0">
          <emma:interpretation id="{45AEF9FA-162F-4A91-95FE-AF58EA4EFBCB}" emma:medium="tactile" emma:mode="ink">
            <msink:context xmlns:msink="http://schemas.microsoft.com/ink/2010/main" type="paragraph" rotatedBoundingBox="14635,10229 2423,10240 2421,8651 14633,86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BAC6AD-1113-49A9-B980-575A66297C3C}" emma:medium="tactile" emma:mode="ink">
              <msink:context xmlns:msink="http://schemas.microsoft.com/ink/2010/main" type="line" rotatedBoundingBox="14635,10229 2423,10240 2422,9676 14634,9666"/>
            </emma:interpretation>
          </emma:emma>
        </inkml:annotationXML>
        <inkml:traceGroup>
          <inkml:annotationXML>
            <emma:emma xmlns:emma="http://www.w3.org/2003/04/emma" version="1.0">
              <emma:interpretation id="{8B2B7381-A8EC-4EA1-9A23-6F0AB6BD1504}" emma:medium="tactile" emma:mode="ink">
                <msink:context xmlns:msink="http://schemas.microsoft.com/ink/2010/main" type="inkWord" rotatedBoundingBox="14635,10134 14315,10135 14314,9852 14634,985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18 9025 81 0,'0'0'137'15,"0"0"5"-15,0 0-17 0,0 0-2 0,0 0-22 16,0 0-6-16,0 0-13 0,0 0-5 0,0 0-1 15,0 0-3-15,-16 4-11 0,16-4-9 0,-9 0-5 16,9 0-1-16,-9 0-9 0,5-2-3 0,4 2-2 16,-11-2-1-16,5 1-3 0,1 1-3 0,5 0-5 15,-8 0-3-15,8 0-1 0,-8 0 0 0,8 0-5 16,-6 0 2-16,6 0-7 0,0 0 4 0,-4 1-5 16,4-1 3-16,0 0 1 0,0 0 2 0,0 0 1 15,0 0 5-15,0 0 4 0,0 0 5 0,0 0 0 16,0 0-1-16,0 0-1 0,0 0 0 0,0 0-2 15,0 0-2-15,0 0-3 0,0 0 0 0,0 0-4 16,0 0 2-16,5 14-7 0,-5-14 0 0,0 0-1 0,0 7 3 16,0-7-2-16,0 0 0 0,-1 10 1 0,1-10-2 15,-1 9 4-15,0-4 0 0,1-5-5 0,-1 12 5 16,-1-8 0-16,1 1-1 0,1-5-1 0,-2 7 1 16,1-3-3-16,1-4 2 0,-2 8 0 0,2-8-1 15,-1 5 2-15,1-5 3 0,0 0 1 0,-2 4 1 16,2-4 3-16,0 0-4 0,0 0-2 0,0 0 3 15,-1 7-2-15,1-7 0 0,0 0 2 0,0 0 1 16,0 0 0-16,0 0-3 0,0 0-3 0,0 0 1 16,0 0 2-16,0 0-4 0,0 0-4 0,0 0 5 15,0 0-4-15,0 0 1 0,0 0-6 0,9-11 1 16,-9 11 2-16,5-2-1 0,-5 2 1 0,5-1-5 16,-5 1-3-16,6-2 0 0,-6 2 1 0,0 0 0 15,6 0 1-15,-6 0-2 0,6 0 1 0,-6 0-3 16,6 0 4-16,-6 0-1 0,6 0-2 0,-6 0 1 15,4 1-2-15,-4-1 5 0,6 1 0 0,-6-1-3 16,5 4 1-16,-1-1 2 0,-1 0 0 0,1 0-4 16,-4-3 1-16,6 4 4 0,-3-2 0 0,1 1 0 0,0 0-1 15,-1 0 3-15,1 0 0 0,-1 0-1 0,3 2 1 16,-3-2-2-16,-1 1 2 0,0 1 5 16,1-3-12-16,-3-2 3 0,3 5 4 0,-3-5-1 15,0 9 4-15,0-9-1 0,-1 8 4 0,1-8 5 0,-3 6 0 16,1 0-3-16,2-6 3 0,-4 7 0 0,1-2 1 15,1 0 3-15,-1-1 0 0,-1 1-4 0,-1 1-3 16,3-2 0-16,-2 1 2 0,0-1-2 0,0-1-3 16,-3 1 2-16,2-2 0 0,-1 1 1 0,2-1-7 15,-2-1 3-15,-2 1 0 0,1-1-2 0,-1-1 1 16,2 1-4-16,0-2 4 0,-2 1-6 0,2-3-8 16,0 1-11-16,-1-1-15 0,2 0-12 0,0 1-26 15,0 0-25-15,-1-2-31 0,3 0-28 0,-1 0-47 16,0 0-124-16,1-1-353 0,-1-1 157 0</inkml:trace>
          <inkml:trace contextRef="#ctx0" brushRef="#br0" timeOffset="406.2378">-207 9009 19 0,'0'0'210'0,"0"0"-10"0,-7 0-5 15,7 0-12-15,0 0-10 0,0 0-5 16,-8 3-16-16,5 0-3 0,-1 0-10 0,2 1-8 0,-1 0-9 16,0 1-5-16,-1 0-4 0,1 0-2 0,0 2-1 15,-1-1 0-15,1 3-1 0,0-1-1 0,-1 0-3 16,1 2-8-16,2-2-7 0,-1 0-6 0,-1 2 2 16,0 1-8-16,1 0-8 0,-1 1-4 0,3-2-8 15,0 1-4-15,0-2 2 0,2 1-12 0,-1-1 0 16,2 0-10-16,3 3-8 0,0 0-25 0,1-3-28 15,1 0-44-15,2 1-51 0,-2-1-56 0,1-3-71 16,-2 2-246-16,-1-4-535 0,1 2 238 0</inkml:trace>
        </inkml:traceGroup>
        <inkml:traceGroup>
          <inkml:annotationXML>
            <emma:emma xmlns:emma="http://www.w3.org/2003/04/emma" version="1.0">
              <emma:interpretation id="{F88D9CD5-716E-4E66-9A8B-2FEF27A9B878}" emma:medium="tactile" emma:mode="ink">
                <msink:context xmlns:msink="http://schemas.microsoft.com/ink/2010/main" type="inkWord" rotatedBoundingBox="14115,10166 13342,10167 13341,9867 14114,986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5266.2524">-816 9058 89 0,'0'0'225'16,"0"0"-6"-16,0 0-12 0,0 0-17 0,0 0-13 15,0 0-15-15,0 0-12 0,0 0-8 0,0 0-8 16,0 0-8-16,0 0-5 0,0 0-9 0,0 0-7 16,0 0-6-16,-4 19-7 0,4-14-8 0,-1 3-7 15,0-1-8-15,0 1-8 0,0 0-5 0,-1-1-2 16,2 3-8-16,-2-1-3 0,1 1-8 0,0-1-2 16,0-2-19-16,0 1-22 0,0-1-37 0,-1 1-54 15,1-3-44-15,-1 0-49 0,-1 0-215 0,1-2-438 16,-2 0 193-16</inkml:trace>
          <inkml:trace contextRef="#ctx0" brushRef="#br1" timeOffset="5468.3533">-928 9158 3 0,'0'0'198'0,"0"0"-8"0,0 0-9 16,0 0-12-16,0 0-13 0,0 0-20 0,10 10-9 16,-10-10-15-16,2 7 0 0,-1-4-9 0,-1-3-9 15,0 7-3-15,0-7-11 0,0 9-9 0,0-9-4 16,-1 9-9-16,-1-6-2 0,2-3-9 0,-4 8-1 16,2-5-5-16,-1 0-3 0,1 1-7 0,-2-1 0 15,4-3-8-15,-6 4 0 0,5-2 0 0,-4 0-8 16,5-2-1-16,-7 1-2 0,7-1 2 0,-7 0-3 15,7 0 0-15,-8-1 0 0,5-3-7 0,3 4 5 16,-7-5-2-16,7 5-1 0,-5-6 5 0,4 2-4 16,-2 1-1-16,3 3 2 0,-2-10 9 0,2 5 9 15,2-3-1-15,-2 0 5 0,2 1 5 0,-1-2 1 16,2-1 5-16,0 0-3 0,3-2 4 0,-2 1-3 0,1 0 0 16,-2 2-3-16,1-2-1 0,-1 3-5 0,0 1-2 15,-1 1 1-15,0 0-5 0,1 1-5 16,-3 1-22-16,0 4-16 0,2-5-25 0,-2 5-30 0,0 0-41 15,0 0-41-15,0 0-39 0,0 0-208 0,0 0-436 16,0 0 192-16</inkml:trace>
          <inkml:trace contextRef="#ctx0" brushRef="#br1" timeOffset="5640.2328">-933 9323 187 0,'0'0'253'0,"0"0"-15"0,0 0-13 16,0 0-19-16,0 0-15 0,0 0-19 0,-13 1-12 15,13-1-17-15,-8 0-14 0,8 0-12 0,-11-2-12 16,5 2-26-16,-1-2-32 0,-1 1-53 0,2 0-70 15,0-2-78-15,0 0-182 0,-1 0-364 0,1-2 161 0</inkml:trace>
          <inkml:trace contextRef="#ctx0" brushRef="#br1" timeOffset="6062.0766">-1123 9142 81 0,'0'0'176'0,"0"0"-8"16,0 0-15-16,4 9-6 0,-4-9-12 0,0 0-13 15,-2 10-8-15,2-10-6 0,-2 7-4 0,2-7-3 16,-2 8-5-16,0-4-5 0,2-4-4 0,-3 7-4 15,0-4-5-15,3-3-4 0,-4 5-10 0,1-3 1 16,3-2-10-16,-3 3-7 0,3-3-4 0,-6 1 1 0,6-1-8 16,0 0-4-16,-9-5-9 0,6 2 2 15,3 3 2-15,-6-4-2 0,3-1-5 0,1 1-6 16,-1 1 2-16,3 3-3 0,-5-7-3 0,3 3 3 0,-1-1-3 16,3 5-2-16,-4-8 2 0,1 4-5 0,3 4-5 15,-4-5 3-15,4 5 3 0,-5-4-2 0,5 4-1 16,-4-2-2-16,4 2 3 0,0 0-3 0,0 0 2 15,-8 2-1-15,8-2-3 0,-7 4 2 0,3-1-3 16,2 0 1-16,-3 2-5 0,1-1-8 0,1 1-12 16,1-2-32-16,-2 3-30 0,1-3-35 0,3-3-53 15,-4 7-175-15,4-7-378 0,0 7 167 0</inkml:trace>
          <inkml:trace contextRef="#ctx0" brushRef="#br1" timeOffset="6233.9381">-1174 9300 281 0,'6'-5'310'16,"-6"5"-16"-16,3-1-24 0,-3 1-29 0,4-3-22 0,-4 3-23 16,0 0-28-16,3-5-46 0,-3 5-55 0,0 0-90 15,0 0-104-15,0 0-210 0,0 0-364 0,0 0 162 16</inkml:trace>
          <inkml:trace contextRef="#ctx0" brushRef="#br1" timeOffset="4655.923">-553 9029 132 0,'2'-3'223'0,"-2"3"-20"0,0 0-21 16,6-2-16-16,-6 2-19 0,0 0-18 0,0 0-28 15,0 0-37-15,0 0-35 0,0 0-49 0,0 0-47 16,0 0-149-16,0 0-232 0,0 0 104 0</inkml:trace>
          <inkml:trace contextRef="#ctx0" brushRef="#br1" timeOffset="4421.5539">-564 9137 98 0,'0'0'186'0,"0"0"-15"0,0 0-4 16,0 0-16-16,0 0-14 0,11-11 3 0,-11 11-13 15,0 0-9-15,0 0-8 0,5 0-8 0,-5 0-16 0,0 0 0 16,0 0-5-16,6-1-10 0,-6 1-8 0,0 0-7 16,0 0-3-16,0 0-7 0,9 1-5 15,-9-1-5-15,4 0-5 0,-4 0 2 0,5 4-5 0,-5-4-4 16,4 2-3-16,-4-2 1 0,4 3-7 0,-4-3-1 16,4 5 1-16,-2-2-3 0,-2-3-5 0,1 4 2 15,-1-4-1-15,2 5 0 0,-2-5-5 0,1 6 0 16,-1-6-7-16,2 5-2 0,-2-5 1 0,1 4-5 15,-1-4-4-15,2 6 0 0,-2-6 1 0,2 4 0 16,-2-4-4-16,3 5 4 0,-3-5-2 0,4 6-1 16,-4-6 4-16,2 4-2 0,-2-4 2 0,3 3-2 0,-3-3 5 15,3 5 3-15,-3-5-4 0,0 0-1 0,3 4 8 16,-3-4-3-16,0 0 0 0,0 0 2 0,2 4 3 16,-2-4-5-16,0 0 1 0,1 4 0 0,-1-4 1 15,0 0-1-15,0 0 0 0,0 0 5 0,0 0 1 16,0 0 1-16,0 0 1 0,-9 1-3 0,9-1-1 15,-7 0 0-15,7 0 1 0,-12-1-1 0,6 0 5 16,-3-1-2-16,1 1-2 0,-3-2-1 0,2 1 6 16,0 1-5-16,-1-3 1 0,2 2 4 0,0 0-10 15,-1-1 5-15,3 2 4 0,1-4 0 0,-1 3 0 16,2 0 3-16,0-1 0 0,-1 1 8 0,5 2 5 16,-5-8 3-16,3 6 8 0,2 2 1 0,-6-5 3 15,3 2 10-15,3 3 0 0,-3-7 6 0,3 7 0 0,-3-4-1 16,3 4 2-16,-3-4-2 0,3 4-5 0,0 0 1 15,0 0-5-15,-3-6-4 0,3 6-5 16,0 0-3-16,0 0-2 0,0 0-3 0,0 0-3 0,0 0 1 16,0 0-1-16,0 0-6 0,0 0-3 0,0 0 2 15,0 0-2-15,0 0 2 0,0 0-5 0,0 15 2 16,0-15-4-16,2 9 4 0,-2-9-7 0,1 9 3 16,0-3 2-16,-1-6-5 0,1 9 3 0,-1-2 1 15,0-7-8-15,-2 11 4 0,0-6 0 0,-1 1 0 16,1-3-1-16,-3 2 0 0,1 1-14 0,-1-3-4 15,0 2-8-15,1-2-10 0,-1-2-21 0,0 3-11 16,0-3-19-16,5-1-21 0,-9 0-29 0,5 0-24 16,4 0-24-16,-7-1-199 0,2-1-413 0,5 2 183 15</inkml:trace>
        </inkml:traceGroup>
        <inkml:traceGroup>
          <inkml:annotationXML>
            <emma:emma xmlns:emma="http://www.w3.org/2003/04/emma" version="1.0">
              <emma:interpretation id="{8E1B3264-D6EA-481B-B359-6A0EB69EF8A4}" emma:medium="tactile" emma:mode="ink">
                <msink:context xmlns:msink="http://schemas.microsoft.com/ink/2010/main" type="inkWord" rotatedBoundingBox="13206,10187 11540,10189 11539,9711 13205,970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1" timeOffset="17374.7368">-2521 9050 216 0,'0'0'205'0,"0"0"-12"0,0 0-4 16,0 0-4-16,0 0-2 0,0 0-8 0,-3 10-9 15,3-10-14-15,-1 9-6 0,1-3-10 0,0-6-9 16,0 12-7-16,-1-4-8 0,1 1-10 0,-1 0-15 15,1 0-3-15,-1 0-12 0,-1 1-9 0,1-1-13 16,1-1-17-16,-2 2-27 0,2-1-28 0,-1-1-50 0,-2 1-40 16,1-3-53-16,-1 0-62 0,1 0-141 0,-2-1-397 15,1-1 175-15</inkml:trace>
          <inkml:trace contextRef="#ctx0" brushRef="#br1" timeOffset="17576.8467">-2593 9191 2 0,'0'0'155'16,"0"0"-15"-16,0 0-12 0,0 0-5 0,0 0-11 0,0 0-7 15,0 0-6-15,-15 4-6 0,15-4-11 16,-6 4-5-16,1-1-8 0,1-1-3 0,-1 0-8 15,1 1-2-15,-1 0-2 0,1 0-6 0,0-1-6 0,0 1-8 16,4-3-6-16,-6 6 1 0,4-4-4 0,2-2-2 16,-3 4-8-16,3-4 2 0,-2 4-1 0,2-4 7 15,0 0 0-15,0 0 4 0,0 0 0 0,3 9 1 16,-3-9-10-16,4 4 9 0,-4-4-5 0,5 4 7 16,-5-4-2-16,4 2 0 0,-1 0 0 0,-3-2 7 15,5 4 2-15,-5-4 3 0,5 2-5 0,-5-2 1 16,5 2-5-16,-5-2-2 0,4 3-2 0,-4-3 0 15,3 3 6-15,-3-3-5 0,0 0 5 0,0 0-2 0,-2 8-1 16,2-8 1-16,0 0-1 0,-4 7-5 16,4-7 5-16,-5 5-4 0,5-5 0 0,-4 6-3 15,1-3 4-15,3-3-4 0,-5 4 3 0,1-2 1 0,4-2-3 16,-10 3 1-16,5-2-2 0,-4 0-3 0,0 0 0 16,-1-1-3-16,0 0-1 0,-1 0-5 0,0 0 1 15,0 0 0-15,-1-2-2 0,3 1-4 0,0 0 4 16,2-1-4-16,-1 0 3 0,2-1-2 0,0 1 0 15,2-2-4-15,1 1 0 0,1-1-2 0,0-1-3 16,2 5-2-16,-2-13-9 0,2 7-4 0,0 6-7 16,2-12-7-16,2 5-18 0,-2-1-32 0,-1 3-42 15,2-3-40-15,0 0-48 0,0 3-158 0,-1-2-399 16,0-1 177-16</inkml:trace>
          <inkml:trace contextRef="#ctx0" brushRef="#br1" timeOffset="18326.7967">-2731 8868 171 0,'0'0'200'0,"0"0"-14"0,0 0-9 15,0 0-4-15,-9 11-10 0,2-5-8 0,-1 1-12 16,-2 3-2-16,-1-1-10 0,-4 1-14 0,-1-1-5 0,0 1-10 16,0 0-12-16,0-1-7 0,3-2-9 0,2-2-15 15,0 1-40-15,5-3-44 0,-1 0-71 16,4-1-88-16,3-2-149 0,-3 4-359 0,3-4 160 0</inkml:trace>
          <inkml:trace contextRef="#ctx0" brushRef="#br1" timeOffset="18061.1863">-2885 9075 74 0,'0'0'216'15,"0"0"-11"-15,0 0-19 0,0 0-12 0,0 0-16 16,0 0-7-16,0 0-4 0,0 0 3 0,0 0-7 16,-5 9-6-16,5-9-13 0,-1 9-10 0,1-9-8 15,-2 10-9-15,2-3-8 0,-2 0-5 0,1 1-11 16,-1-2-1-16,1 2-7 0,-1 2-4 0,0-4-8 16,-1 2-1-16,1-4-7 0,1 2-1 0,-2 1-7 15,0-2 0-15,0-1-6 0,1-1 3 0,0 1-7 0,-2-1 1 16,4-3-3-16,-4 4-1 0,4-4-7 0,-5 1 3 15,5-1-4-15,-7-1-1 0,7 1-1 16,0 0-3-16,-8-4 0 0,5 2-1 0,-1-1-1 0,4 3-3 16,-5-7 2-16,2 3 0 0,0-1-6 0,-1 0 6 15,2 0-2-15,-1 1-3 0,3 4-1 0,-5-9 3 16,3 5-1-16,2 4 1 0,-4-7-6 0,4 7 3 16,-4-2 0-16,4 2-2 0,0 0 0 0,-4-3 0 15,4 3-4-15,0 0 4 0,0 0 1 0,0 0 0 16,-9 5-1-16,9-5 4 0,-5 2-4 0,5-2 2 15,-4 5-4-15,1-2 3 0,0 1 0 0,3-4-1 16,-6 5-1-16,2-3-1 0,0 1-7 0,2-1-10 16,2-2-18-16,-6 6-26 0,3-3-38 0,3-3-34 0,-2 4-42 15,2-4-52-15,-6 1-185 0,6-1-447 16,0 0 199-16</inkml:trace>
          <inkml:trace contextRef="#ctx0" brushRef="#br1" timeOffset="7483.8316">-1404 8947 216 0,'3'-4'291'0,"1"1"-13"0,-4 3-21 0,4-5-22 16,-2 3-23-16,-2 2-23 0,4-3-24 0,-4 3-12 16,0 0-24-16,0 0-26 0,0 0-33 0,0 0-44 15,0 0-45-15,0 0-64 0,0 0-62 0,-10 16-202 0,4-10-375 16,1-1 167-16</inkml:trace>
          <inkml:trace contextRef="#ctx0" brushRef="#br1" timeOffset="7265.0965">-1497 9106 70 0,'9'-6'180'0,"-9"6"-15"0,0 0-13 16,6-3-8-16,-6 3-14 0,3-2-9 0,-3 2-10 15,0 0-5-15,6-2-13 0,-6 2-8 0,0 0-6 16,5 0-9-16,-5 0-8 0,0 0-7 0,6 2-6 0,-6-2-4 16,5 4-5-16,-2-1-4 0,-3-3-4 15,4 4 0-15,-1-2-6 0,-3-2-4 0,4 5-3 16,-3-1 0-16,-1-4-1 0,4 6-1 0,-2-3-1 0,-2-3 0 15,4 5-1-15,-3-1-14 0,-1-4 9 0,2 5-2 16,-2-5 3-16,0 6-2 0,0-6-5 16,0 0 5-16,0 6-4 0,0-6-2 0,0 0-8 0,1 6 4 15,-1-6-1-15,0 0-3 0,1 6 4 0,-1-6-4 16,0 0-2-16,0 0 3 0,1 6 0 0,-1-6-3 16,0 0 4-16,3 3 3 0,-3-3-6 0,0 0 3 15,4 2 1-15,-4-2-3 0,0 0 0 0,0 0 0 16,7 0-6-16,-7 0 11 0,5 1 0 0,-5-1-6 15,0 0 9-15,10-1-5 0,-10 1-1 0,5 1 6 16,-5-1-6-16,0 0 1 0,4 0 4 0,-4 0 1 16,0 0-7-16,0 0 6 0,0 0 8 0,0 0 4 15,-13 6 6-15,7-4-1 0,0-1-4 0,-2 2-4 0,0-2 3 16,0 0-4-16,-2 1 5 0,-1 0-3 0,3-1-3 16,0 1-3-16,-3-1-4 0,4 0 4 15,-1-1 0-15,0 0 0 0,0-1 2 0,-2 0-1 0,2 0-9 16,2 0 6-16,1 0 0 0,1-1-3 0,-2 1 6 15,6 1-4-15,-7-4-1 0,4 2 0 0,3 2 5 16,-5-4 0-16,5 4 0 0,-1-6 1 0,1 6 7 16,1-9-1-16,-1 9 9 0,2-10 10 0,1 5 1 15,-2 0 1-15,3-3-2 0,-1-1 0 0,1 0-4 16,1-1-3-16,0-2 1 0,-2 0-4 0,2-2-3 16,0 2-4-16,0 0-1 0,-2 3-3 0,0 0-2 15,-1 0 5-15,0 3-5 0,-1 0-15 0,1 1-12 0,0 0-25 16,-2 5-35-16,2-6-50 0,-2 6-43 15,2-7-201-15,-2 7-401 0,0 0 177 0</inkml:trace>
          <inkml:trace contextRef="#ctx0" brushRef="#br1" timeOffset="8266.0242">-1718 9178 67 0,'0'0'192'0,"-2"-5"-4"0,2 5-8 0,0 0-2 16,0-7-7-16,0 7-13 0,0 0-13 0,2-11-16 16,-2 11-11-16,2-9-9 0,-1 6-7 0,-1 3-8 15,3-6 0-15,-1 1-17 0,-2 5 2 0,3-7-9 0,-1 4-9 16,-2 3 4-16,2-5-11 0,-2 5-3 15,4-4-1-15,-4 4-7 0,5-5-4 0,-5 5-1 16,4-3-5-16,-4 3-3 0,3-1-2 0,-3 1-2 0,5-2 2 16,-5 2-5-16,6 0-4 0,-6 0 3 0,0 0 0 15,6 3-4-15,-6-3-2 0,4 3-1 0,-4-3-2 16,2 7-1-16,-1-3 0 0,-1-4-1 0,0 6 0 16,0-6 1-16,-3 9-1 0,1-6-5 0,-1 2-1 15,0-1 1-15,-1-1-1 0,0 1 1 0,-1-1 0 16,0 2 0-16,-2-2-2 0,1 0 0 0,-1-2-3 15,1 1-5-15,-1 1 1 0,-1-3-4 0,1 2 3 16,1-4-5-16,0 2-2 0,-1 0 5 0,1 0-1 16,1 2 2-16,5-2 2 0,-10-3-1 0,5 1 2 15,5 2 1-15,-8 0-2 0,4-2-3 0,4 2 2 16,0 0 1-16,-7 0 4 0,7 0-2 0,0 0 7 16,-6-1-7-16,6 1 3 0,0 0-3 0,0 0 3 0,0 0 0 15,0 0-5-15,-3 6 9 0,3-6 4 0,0 0-1 16,2 8-1-16,-2-8-1 0,0 9 1 15,0-9 2-15,0 9 5 0,0-4-6 0,0-5 1 0,-1 13 1 16,-1-5 2-16,1 0 1 0,-2 1-3 0,1 0-2 16,-3-1 4-16,1 1-4 0,-2 2-3 0,2-4 2 15,-1 2-2-15,1-1-5 0,-2-2-9 0,1 3-13 16,1-3-21-16,-1 0-26 0,0-1-33 0,2-1-42 16,0-1-33-16,3-3-66 0,-5 3-138 0,5-3-412 15,0 0 182-15</inkml:trace>
          <inkml:trace contextRef="#ctx0" brushRef="#br1" timeOffset="8468.1365">-1708 9118 207 0,'0'0'217'16,"3"-12"-8"-16,-1 8-10 0,0-5-6 0,0 2-3 15,0-1-10-15,1-2-11 0,1-1-5 0,-1-1-12 16,0 0-11-16,0 3-11 0,0-3-12 0,-1 4-7 15,-1 1-14-15,1 0-5 0,-1 0-11 0,0 2-7 16,-1 5-21-16,1-6-13 0,-1 6-28 0,0-6-37 0,0 6-51 16,0 0-45-16,0 0-43 0,-6-5-61 15,6 5-145-15,0 0-400 0,-9 1 176 0</inkml:trace>
          <inkml:trace contextRef="#ctx0" brushRef="#br1" timeOffset="16061.3731">-1983 8974 187 0,'6'-5'255'0,"-3"3"-24"16,-3 2-24-16,4-2-18 0,-4 2-26 0,5-3-16 16,-5 3-23-16,0 0-33 0,0 0-31 0,0 0-48 15,0 0-51-15,0 0-38 0,0 0-182 0,-9 11-280 16,4-7 125-16</inkml:trace>
          <inkml:trace contextRef="#ctx0" brushRef="#br1" timeOffset="15858.224">-2047 9129 155 0,'-1'-4'188'0,"1"4"-13"0,0 0-7 0,0 0 1 15,0 0-4-15,0 0-4 0,3-10-10 0,-3 10-1 16,3-4-10-16,-3 4-11 0,0 0-5 0,0 0-14 15,4-5-6-15,-4 5-10 0,0 0-12 0,4-1-8 16,-4 1 0-16,0 0-15 0,0 0-7 0,4-4-6 16,-4 4-5-16,0 0-3 0,0 0-9 0,0 0-2 15,0 0-5-15,0 0-4 0,0 0-7 0,7 4-5 16,-7-4-6-16,3 2-4 0,-3-2-6 0,2 5-6 16,-2-5-5-16,4 6-4 0,-3-2-4 0,-1-4 0 0,3 4-5 15,-3-4 2-15,2 5-4 0,-2-5-1 16,3 6 4-16,-3-6-2 0,2 7 0 0,-2-7 2 0,0 5 0 15,0-5 2-15,1 6-3 0,-1-6-2 0,0 6-1 16,0-6 6-16,0 0 2 0,0 5-1 0,0-5-1 16,1 6-3-16,-1-6 3 0,0 0 3 0,2 4-2 15,-2-4 10-15,0 0-5 0,4 4 8 0,-4-4 0 16,0 0 2-16,3 4 6 0,-3-4-5 0,0 0 4 16,3 1 3-16,-3-1-5 0,0 0 2 0,0 0 2 15,0 0 0-15,0 0 10 0,0 0-1 0,0 0-5 16,0 0 4-16,0 0 1 0,0 0 6 0,0 0 1 0,0 0 0 15,0 0-1-15,0 0 4 0,0 0 0 16,0 0 4-16,0 0-1 0,-16-6-1 0,10 7-4 0,-2 0 1 16,2-1-3-16,-3 2 4 0,2 0-6 0,0 0-1 15,-4-1 2-15,1 0 2 0,2 0-4 0,1 0-3 16,0-1 5-16,-1 1-1 0,2-1-1 0,-1 1-1 16,1-1 1-16,6 0 2 0,-9-2-3 0,9 2 8 15,-7-1-4-15,7 1 2 0,-6-2 5 0,3-1 6 16,3 3 5-16,-3-6-1 0,3 6 2 0,-2-7 2 15,2 7-4-15,-1-8 5 0,1 8 1 0,1-10 2 16,1 5 0-16,-2-1 1 0,3-2-2 0,-2 1-2 0,3-2 2 16,-1-3-2-16,0 3-3 0,1-3 0 0,-1 1-5 15,2-1-1-15,-3 4-2 0,1 0-2 16,0 0-1-16,-1 2-3 0,1-2-4 0,-1 4-12 0,-2 4-21 16,2-6-27-16,-1 3-44 0,-1 3-43 0,2-6-66 15,-2 6-139-15,0 0-372 0,0 0 165 0</inkml:trace>
          <inkml:trace contextRef="#ctx0" brushRef="#br1" timeOffset="16576.9194">-2244 9156 56 0,'0'0'236'16,"0"0"-12"-16,0 0-15 0,0 0-21 0,0 0-13 16,0 0-19-16,0 0-12 0,0 0-14 0,0 0-7 15,0 0-13-15,0 0-7 0,0 0-8 0,0 0-3 16,0 0-5-16,0 0-8 0,-5 5-5 0,5-5-4 16,-2 5-11-16,2-5-3 0,-2 6-5 0,1-2-6 15,1-4-7-15,-3 7 0 0,3-7-6 0,-2 7-2 16,-1-5-3-16,1 3-1 0,2-5-3 0,-5 6-4 15,3-3-1-15,2-3 3 0,-4 5-6 0,1-2-1 16,3-3-2-16,-4 3 1 0,4-3-3 0,-6 2 0 16,6-2-1-16,0 0-1 0,0 0 1 0,-9-4-2 0,9 4-2 15,-7-5 1-15,3 2-2 0,2-1-1 0,2 4-3 16,-4-6 3-16,3-1-3 0,-3 2 1 0,2 1-4 16,0-1 5-16,2 5-3 0,-3-8-1 0,3 8 0 15,-2-4 1-15,2 4 0 0,-2-6 1 0,2 6-1 16,0 0-1-16,-4-3 0 0,4 3 0 0,0 0 3 15,0 0-2-15,-11 4 0 0,11-4 0 0,-5 5 3 16,2-1-9-16,0-2-3 0,-2 3-2 0,2-3-4 16,0 2-2-16,-3 0-7 0,2 1-8 0,-1-1-5 0,0 0-14 15,0-1-19-15,1-1-22 0,2 1-15 16,-2-1-16-16,4-2-24 0,-6 3-55 0,6-3-129 16,-5 1-360-16,5-1 160 0</inkml:trace>
          <inkml:trace contextRef="#ctx0" brushRef="#br1" timeOffset="16780.0431">-2283 9056 194 0,'1'-5'255'0,"1"1"-11"0,1 0-17 0,-1-1-18 16,-2 5-22-16,3-7-20 0,-3 7-15 0,2-6-21 15,-2 6-26-15,1-4-33 0,-1 4-41 0,0 0-54 16,0 0-53-16,0 0-45 0,0 0-172 0,-12 8-316 16,6-5 140-16</inkml:trace>
        </inkml:traceGroup>
        <inkml:traceGroup>
          <inkml:annotationXML>
            <emma:emma xmlns:emma="http://www.w3.org/2003/04/emma" version="1.0">
              <emma:interpretation id="{DB1AB515-F6EF-410F-BAB4-6508B206A963}" emma:medium="tactile" emma:mode="ink">
                <msink:context xmlns:msink="http://schemas.microsoft.com/ink/2010/main" type="inkWord" rotatedBoundingBox="11395,10213 9830,10215 9829,9807 11394,9805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1" timeOffset="19170.481">-3235 9130 149 0,'0'0'229'0,"0"0"-10"0,0 0-15 15,0 0-14-15,0 0-12 0,0 0-14 0,0 0-13 16,0 0-12-16,0 0-10 0,0 0-11 0,0 0-7 0,0 0-4 16,0 0-12-16,0 0-3 0,0 0-11 0,1 10-6 15,-1-10-7-15,0 0-2 0,0 0-10 16,6 10 0-16,-6-7-11 0,0-3-5 0,6 6 0 0,-4-1-7 16,2-3-2-16,-2 2 1 0,2 1-5 0,-1-2-5 15,0 1-3-15,0-1-2 0,-3-3 4 0,3 7-7 16,-3-7 0-16,0 7-3 0,0-7 2 0,-2 7 5 15,2-7-8-15,-6 6 0 0,4-2-3 0,-4-3 1 16,1 1-12-16,-2 1-27 0,0-2-30 0,-1 0-55 16,-1 0-49-16,2-1-53 0,-5-2-201 0,2 0-455 15,2 0 202-15</inkml:trace>
          <inkml:trace contextRef="#ctx0" brushRef="#br1" timeOffset="19451.7108">-3399 8994 102 0,'0'0'202'0,"0"0"-13"0,0 0-10 0,0 0-12 15,0 0-5-15,0 0-6 0,0 0-11 0,0 0-3 16,0 0-7-16,0 0-7 0,0 0-8 0,-3 18-10 0,3-18-12 15,1 10-3-15,-1-2-7 0,0 0-10 16,0 4-5-16,2 0-9 0,-2-2-6 0,0 1-7 16,0 1 2-16,0-2-13 0,1 3-9 0,-1-4-20 0,2 3-30 15,-4-2-39-15,2-1-55 0,0 0-57 0,0 0-217 16,-1-1-418-16,-1-1 186 0</inkml:trace>
          <inkml:trace contextRef="#ctx0" brushRef="#br1" timeOffset="19701.7091">-3475 9167 144 0,'0'0'184'0,"0"0"-2"15,0 0-3-15,0 0-13 0,-2 20-9 0,2-15-4 16,0 2-6-16,0-7-9 0,-1 13-8 0,0-6-4 15,-1 2-9-15,-1-1-10 0,1 1-10 0,1-1-7 16,-3 0-6-16,0-1-10 0,2 0-9 0,-2 1-4 16,-1 0-7-16,2-2-12 0,-1 0-19 0,1-1-28 15,-1-1-38-15,2-1-48 0,-1 1-63 0,3-4-66 16,-6 4-115-16,6-4-362 0,-4 1 160 0</inkml:trace>
          <inkml:trace contextRef="#ctx0" brushRef="#br1" timeOffset="20186.0324">-3608 9122 70 0,'3'-6'158'0,"1"2"-15"0,-3 0-16 16,2 1-9-16,0-1-12 0,-3 4-6 0,4-5-9 16,-1 1-2-16,-3 4-13 0,5-3-8 0,-5 3-7 15,4-2-7-15,-4 2-1 0,5-3-6 0,-5 3-7 16,0 0 3-16,0 0-9 0,8 5 4 0,-8-5-8 16,4 4 0-16,-4 0-2 0,0-4 6 0,2 8-8 15,-2-8 0-15,3 6-6 0,-3-6 6 0,-1 7-1 0,1-7 3 16,-2 7-3-16,2-7-1 0,-3 6 2 0,3-6-4 15,-6 4 1-15,3-2 0 0,-2 1 4 0,0-1 1 16,-2 2 0-16,2-4 1 0,-2 4-1 0,-1-3 1 16,0 2 0-16,1-2-3 0,0 2-1 0,0-2 3 15,0 1-6-15,1 1 4 0,2-2-4 0,4-1 4 16,-8 3-6-16,5 1 1 0,-1-1 1 0,1 0 3 16,0 1 6-16,0 1 12 0,3-5-4 0,-2 9-4 15,1-2 1-15,0-1 5 0,-1 1 0 0,1 1 8 0,2-1-9 16,-1 1 2-16,2 0 0 0,-2 0 1 0,1-1 2 15,0 1-6-15,0-1-3 0,0 1-2 16,1-2-3-16,-2 1-7 0,0-1 4 0,0-6-15 0,0 9-16 16,0-9-17-16,0 10-27 0,-2-6-38 0,2-4-46 15,-2 6-45-15,2-6-62 0,-5 5-167 0,5-5-437 16,-5 1 193-16</inkml:trace>
          <inkml:trace contextRef="#ctx0" brushRef="#br1" timeOffset="20874.4817">-3785 9189 121 0,'0'0'136'0,"0"0"-14"0,0 0-2 16,0 0-8-16,0 0-3 0,-11 5-9 0,11-5-5 15,0 0-7-15,0 0-2 0,-5-2-13 0,5 2-7 16,0 0-2-16,-3-5-6 0,3 5-6 0,0 0-2 16,-2-6-8-16,2 6 1 0,0 0-9 0,0 0 5 15,0 0-4-15,0-9 0 0,0 9-3 0,0 0-4 16,0 0-2-16,4-8-2 0,-4 8-5 0,2-3 1 15,-2 3 1-15,2-5-2 0,-2 5 3 0,3-3-2 0,-3 3-3 16,0 0 4-16,7-2-5 0,-7 2 2 0,5-1 2 16,-5 1-3-16,0 0 2 0,6 1-6 15,-6-1-1-15,4 3 2 0,-4-3 0 0,3 4 2 0,-3-4 4 16,1 8 0-16,-1-8-2 0,-2 9 3 0,2-4-2 16,0-5 4-16,-3 10-3 0,0-4 3 0,0 1-3 15,0 2-1-15,-1-2 5 0,0 0-6 0,-2 0 0 16,1 0-2-16,-2 0-1 0,-1 1-1 0,-1-1-7 15,-1 0-11-15,-1-1-14 0,-1 1-11 0,0-1-22 16,1 0-18-16,0-1-25 0,0-3-39 0,4 1-49 16,0-1-126-16,2-1-333 0,1 0 148 0</inkml:trace>
          <inkml:trace contextRef="#ctx0" brushRef="#br1" timeOffset="21920.2961">-3972 9142 160 0,'0'0'173'0,"0"0"-11"0,0 0-13 0,0 0-10 16,0 0-10-16,0 0-8 0,0 0-3 0,-3 16-9 16,3-16-10-16,0 0-1 0,1 6-11 0,-1-6-9 15,0 0-5-15,-2 9-5 0,2-9-6 0,-3 4-8 16,3-4-2-16,-4 5-7 0,2-2-3 0,2-3-5 15,-6 3-7-15,2-2-3 0,4-1 2 0,-6 1-8 16,6-1 1-16,-8 1-7 0,8-1 1 0,0 0-2 16,-8-1-3-16,8 1 0 0,-6-2 0 0,6 2 0 15,-4-5-5-15,4 5 4 0,-3-6-7 0,3 6 0 16,-3-4 3-16,3 4-4 0,-2-8 0 0,2 8 1 16,-1-6-3-16,1 6 7 0,0 0-5 0,-2-6 4 0,2 6-1 15,0 0 4-15,0 0-3 0,0-7 4 0,0 7-1 16,0 0-3-16,0 0-4 0,0 0 2 15,0 0-1-15,0 0-1 0,0 0-1 0,0 0 1 0,0 0 0 16,0 0 1-16,0 0 0 0,0 0 0 0,0 0-3 16,0 0 3-16,0 0-1 0,0 0-1 0,0 0 0 15,0 0 0-15,0 0 4 0,2 19-5 0,-2-19 1 16,-5 8 2-16,4-5 0 0,-2 0-2 0,-1 0-1 16,4-3 0-16,-7 3-3 0,4 1-3 0,3-4 0 15,-6 2-5-15,2 0-1 0,4-2-2 0,-7 0-2 16,7 0 2-16,-7-2 0 0,7 2 2 0,-8-1-2 0,3-2 2 15,1 1 4-15,0-1-1 0,4 3 4 0,-7-6 2 16,3 3-3-16,2-2 3 0,0 2 1 0,2 3 4 16,-3-7-2-16,3 7 0 0,-4-8 5 0,2 5 3 15,2 3 2-15,-1-6-2 0,1 6-1 0,0-7 1 16,0 7 5-16,0 0-7 0,-1-7 3 0,1 7-2 16,0 0 0-16,0 0-2 0,0 0 1 0,0 0 0 15,0-7-1-15,0 7-3 0,0 0 1 0,0 0 2 16,0 0-1-16,0 0-1 0,0 0-4 0,0 0 3 15,0 0 1-15,0 0-1 0,0 0 0 0,0 0 2 16,0 0-2-16,0 0 1 0,0 0 6 0,2 21-8 16,-2-21 4-16,0 0-3 0,-3 8 0 0,3-8-1 0,-3 5 4 15,0-3 0-15,3-2-3 0,-5 8 1 0,0-6 0 16,-1 0-3-16,0 3 3 0,1-3-3 0,-2-1 1 16,1 1-1-16,2-1-1 0,-1 0 2 0,0 1-3 15,1-1 4-15,4-1-2 0,-9 1 1 0,5 0-2 16,4-1 1-16,-9 0 0 0,4 2 2 0,5-2-1 15,-5 0-2-15,5 0 3 0,0 0 0 0,-6 0-2 16,6 0 0-16,0 0 0 0,-6 1 5 0,6-1-2 0,0 0 3 16,0 0-2-16,0 0 3 0,0 0 3 15,-6 1-2-15,6-1 6 0,0 0 4 0,0 0 3 16,0 0-2-16,0 0 1 0,5 13 0 0,-5-13 7 0,4 8-4 16,-4-4 3-16,2 1 2 0,-1 2 1 0,-1-2 5 15,1 2-1-15,0 2 6 0,-1-3-1 0,-1 2-4 16,0-1-3-16,-1 0 1 0,1 1-4 0,-3-2-2 15,1 2-1-15,-1-1-3 0,-1 1-1 0,0-2-6 16,-1 0-11-16,0-1-20 0,-1 1-30 0,1-1-40 16,-2-3-42-16,2 3-43 0,-1-3-58 0,0-2-177 15,0 1-439-15,1-2 195 0</inkml:trace>
          <inkml:trace contextRef="#ctx0" brushRef="#br1" timeOffset="23763.8972">-4387 9289 71 0,'0'0'181'0,"0"0"-12"0,5-1-9 0,-5 1-2 15,0 0-4-15,0 0-8 0,0 0-10 0,0 0-8 16,0 0-10-16,0 0-6 0,0 0-10 0,0 0-9 16,-20 0-6-16,13 0-13 0,0 0-5 0,0-2-6 15,-1 2-9-15,2 0-19 0,-1 2-18 0,3-2-22 16,-3 0-32-16,7 0-32 0,-7 0-50 0,7 0-30 0,-6 0-143 15,6 0-315-15,0 0 139 0</inkml:trace>
          <inkml:trace contextRef="#ctx0" brushRef="#br1" timeOffset="22889.9602">-4401 9125 67 0,'0'0'178'0,"3"6"-8"0,-3-6-13 0,2 6-15 16,-1-2-6-16,-1-4-11 0,0 8-8 0,0-8-6 0,1 7-6 15,-1-7-9-15,-3 8-7 0,3-8-10 0,-1 9-4 16,0-5-11-16,1-4-7 0,-3 8-5 0,0-4-6 16,1-1-4-16,2-3-2 0,-6 6-8 0,5-3-8 15,1-3-11-15,-6 2-8 0,6-2-9 0,-8 0-4 16,8 0-6-16,-7 0-3 0,2 0-2 0,5 0 5 15,-8-4 3-15,3 2-1 0,1-1 3 0,1-1-7 16,-1 2 7-16,4 2 5 0,-6-6 2 0,3 2-1 16,0 2 4-16,3 2 7 0,-5-6 4 0,2 4 4 15,3 2 3-15,0 0 3 0,-3-5 0 0,3 5 1 16,0 0 2-16,-2-5 1 0,2 5 2 0,0 0-1 16,0 0 2-16,0 0 3 0,-3-3 1 0,3 3-3 0,0 0 1 15,0 0 1-15,0 0-4 0,0 0 1 0,0 0-3 16,0 0-1-16,0 0-2 0,0 0-1 0,0 0 1 15,0 0-2-15,0 0-4 0,0 0 1 0,0 0-1 16,0 0 0-16,0 0-6 0,2 18 3 0,-2-18-3 16,-3 7 0-16,3-7-2 0,0 9 0 0,-2-6 0 15,2-3-2-15,-4 9-4 0,1-7 5 0,2 2-3 16,-2 0-1-16,3-4 1 0,-7 5-4 0,3-4-1 0,0 2-9 16,-3-1-4-16,2 1-5 0,-2-1-1 15,0-1-4-15,0-1 1 0,0 0 2 0,0 1-2 16,-1-2 6-16,4 0 3 0,-1-1 3 0,5 2 1 0,-8-5 0 15,4 2 1-15,2 0 3 0,-1-2 7 0,0 0 1 16,2-1 3-16,1 6 3 0,-2-11 4 0,2 3 1 16,0-1-3-16,1-3 0 0,1 3 1 0,-1-6-1 15,2 3 0-15,-1-3-2 0,1 1-3 0,-1 2 1 16,0 2-3-16,-1 1-1 0,0 0 1 0,0 4-3 16,0 1-15-16,-1 4-20 0,2-10-33 0,-2 10-47 15,1-5-35-15,-1 5-42 0,0 0-147 0,1-5-364 16,-1 5 162-16</inkml:trace>
          <inkml:trace contextRef="#ctx0" brushRef="#br1" timeOffset="24358.6033">-4444 9372 142 0,'0'0'310'0,"0"0"-9"15,0 0-15-15,0 0-15 0,8-8-27 0,-8 8-19 16,4-4-22-16,-4 4-18 0,3-3-20 0,-3 3-20 16,3-4-31-16,-3 4-39 0,0 0-57 0,0 0-68 15,0-7-71-15,0 7-86 0,0 0-178 0,0 0-416 0,-7-4 185 16</inkml:trace>
          <inkml:trace contextRef="#ctx0" brushRef="#br1" timeOffset="22890.9602">-4502 8985 222 0,'3'-3'298'0,"-3"3"-13"0,6-5-10 0,-3 2-18 16,-3 3-22-16,3-5-20 0,-3 5-19 0,3-3-20 16,-3 3-18-16,0 0-20 0,4-2-17 0,-4 2-30 15,0 0-38-15,0 0-59 0,0 0-65 0,0 0-69 16,0 0-82-16,-12 9-159 0,7-7-411 0,0 3 182 16</inkml:trace>
          <inkml:trace contextRef="#ctx0" brushRef="#br1" timeOffset="23310.8208">-4731 9116 157 0,'0'0'172'0,"6"11"-7"0,-6-11-4 0,3 5-13 15,-3-5-8-15,3 5-12 0,-2-1-7 0,-1-4-7 16,3 8-7-16,-1-4-6 0,-2-4-11 0,1 8-8 16,0-4-6-16,1 1-6 0,-2-5-7 0,1 8-5 15,0-4-4-15,-1-4-6 0,0 0-3 0,-2 10-4 16,2-10-6-16,-2 6-2 0,2-6-5 0,-4 5-1 0,2-3-3 16,2-2-3-16,-5 2-2 0,5-2 1 15,-5 3-3-15,1-2-6 0,4-1 3 0,-7 0-3 16,7 0-2-16,-6-1-2 0,6 1 3 0,-5-4-2 0,5 4 1 15,-6-3-1-15,4-1 0 0,2 4 0 0,-2-9-2 16,0 4 0-16,1-1 5 0,0-1-1 0,1 0-3 16,2 0 2-16,0 0-9 0,0 0-10 0,1 1-15 15,0-1-34-15,0 1-38 0,1 3-55 0,0-3-211 16,-1 3-393-16,1 0 175 0</inkml:trace>
        </inkml:traceGroup>
        <inkml:traceGroup>
          <inkml:annotationXML>
            <emma:emma xmlns:emma="http://www.w3.org/2003/04/emma" version="1.0">
              <emma:interpretation id="{BFC36136-3C5B-43F3-9F90-37C4644AA9EE}" emma:medium="tactile" emma:mode="ink">
                <msink:context xmlns:msink="http://schemas.microsoft.com/ink/2010/main" type="inkWord" rotatedBoundingBox="9648,10139 8027,10141 8026,9848 9647,984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1" timeOffset="25889.7557">-4949 9176 135 0,'0'0'154'0,"-9"1"-14"0,9-1-5 16,0 0-14-16,-7 0-8 0,7 0-12 0,0 0-12 15,-8-1-9-15,8 1-5 0,0 0-8 0,-6-3-1 16,6 3-6-16,-3-3-6 0,3 3-6 0,0 0-4 15,-4-2-9-15,4 2 3 0,0 0-6 0,0 0-4 0,-1-7-3 16,1 7-3-16,0 0 2 0,1-8-1 16,-1 8-4-16,0 0-4 0,3-6-5 0,-3 6 4 0,3-3-2 15,-3 3-3-15,4-3-4 0,-4 3 0 0,5-3 0 16,-5 3 3-16,0 0-6 0,6-1 3 0,-6 1-5 16,0 0 4-16,0 0 0 0,6 0 0 0,-6 0-4 15,0 0 6-15,5 3-1 0,-5-3 0 0,4 2-1 16,-4-2 1-16,0 0 0 0,3 4-4 0,-3-4 1 15,2 4 3-15,-2-4 2 0,0 0 4 0,0 0 3 16,-3 11 5-16,3-11 2 0,-3 5 1 0,1-1-2 16,-2-1-1-16,4-3 1 0,-5 4-3 0,0-1 0 0,2-1-1 15,-1 0 2-15,-1-1 0 0,1 1-2 0,-3 1-3 16,-1-1-6-16,2 0-2 0,-3-2-5 16,2 1-3-16,-2 0-12 0,-1-1-4 0,2 0-11 0,1 0-8 15,-2-1-6-15,1 0 2 0,1-1-2 0,1 0 6 16,-1 2 1-16,3-3 2 0,4 3 0 0,-7-3 3 15,3 1-6-15,4 2 9 0,-3-5-3 0,3 5-1 16,0 0 3-16,-1-5 1 0,1 5 4 0,0 0 1 16,0 0 3-16,0 0 1 0,4-9 1 0,-4 9 7 15,4-5 7-15,-4 5 6 0,0 0 1 0,5-2 14 16,-5 2-3-16,0 0 11 0,6 0-7 0,-6 0 6 16,0 0 5-16,0 0 3 0,7 5 3 0,-7-5 10 0,4 4 7 15,-3-1-1-15,-1-3-5 0,4 7 5 0,-3-3 2 16,1 0 3-16,-1 1 1 0,-1-5-8 15,2 10-2-15,-2-5 2 0,0-5 1 0,-3 12-2 0,1-5 1 16,0-1-4-16,-3 1-1 0,1-2-3 0,-2 2-4 16,1-3 1-16,-2 1-6 0,1-2-1 0,-1 2-3 15,2 0-6-15,-1 0-2 0,3-4-9 0,-2 3-19 16,5-4-29-16,-7 3-39 0,3-3-45 0,4 0-52 16,0 0-196-16,-7-5-399 0,7 5 177 0</inkml:trace>
          <inkml:trace contextRef="#ctx0" brushRef="#br1" timeOffset="26013.7329">-5016 9024 182 0,'3'-4'274'0,"-3"4"-12"0,5-6-16 15,-3 4-14-15,-2 2-22 0,4-5-17 0,-4 5-18 16,3-3-21-16,-3 3-20 0,0 0-28 0,0 0-33 16,0 0-53-16,0 0-52 0,0 0-76 0,0 0-59 15,0 0-159-15,-16 5-353 0,9-2 156 0</inkml:trace>
          <inkml:trace contextRef="#ctx0" brushRef="#br1" timeOffset="26591.8158">-5281 9192 163 0,'0'0'177'16,"0"0"-13"-16,-8-4-21 0,8 4-10 0,0 0-15 15,-3-4-11-15,3 4-9 0,0 0-8 0,-4-4-16 16,4 4-5-16,0 0-6 0,-2-5-7 0,2 5-7 16,0 0-5-16,-2-8 1 0,2 8-11 0,-1-4-1 0,1 4-4 15,-2-7-4-15,2 7-5 0,0 0 4 0,0 0-6 16,1-7-2-16,-1 7 3 0,0 0-3 16,2-7-7-16,-2 7 2 0,0 0 0 0,0 0-1 0,4-3 0 15,-4 3-3-15,0 0 2 0,6 0-3 0,-6 0 4 16,0 0 1-16,0 0 3 0,8 2-1 0,-8-2 4 15,4 3 1-15,-4-3 2 0,4 5 3 0,-1-1 3 16,-3-4 4-16,4 6 5 0,-2-1-4 0,0-2 3 16,1 0 2-16,-3-3-2 0,2 8 1 0,-1-3-3 15,0-1 0-15,-1-4 1 0,2 9 0 0,-2-9 1 16,0 9 4-16,0-4-1 0,0-5 2 0,-2 11 0 16,2-5 3-16,0-6-4 0,0 10-2 0,-3-5-3 0,2 2 1 15,-1-3 0-15,-1 2-6 0,1-3 1 16,0 2-2-16,-1-1 0 0,-1-1 0 0,-1 2-3 15,2-1 0-15,-3-1-3 0,2-1 3 0,-2 1-4 0,-1 0 0 16,2-3-1-16,-1 1-2 0,-3-1-2 0,1 2 0 16,0-4-3-16,-1 2-1 0,-1-1 1 0,-1-1-2 15,3 1 0-15,-2-4-3 0,1 2-1 0,1 0-1 16,2-2-1-16,0 1-1 0,0-1-6 0,1 1-6 16,0-3-12-16,2 0-13 0,0 1-18 0,1-1-16 15,2-1-24-15,-1 0-38 0,0 0-38 0,3 0-35 16,0-1-207-16,0 0-444 0,2 1 196 0</inkml:trace>
          <inkml:trace contextRef="#ctx0" brushRef="#br1" timeOffset="26701.182">-5265 9047 166 0,'0'0'187'0,"0"0"-15"0,-17 7-18 0,10-6-11 15,0 3-19-15,0-3-14 0,-2 2-38 0,-1-1-38 0,1 0-65 16,0-1-81-16,-2 1-59 0,3 0-183 16,0-2 81-16</inkml:trace>
          <inkml:trace contextRef="#ctx0" brushRef="#br1" timeOffset="27013.6608">-5567 9021 87 0,'0'0'217'0,"0"0"-10"0,0 0-15 0,-1 13-9 16,1-13-5-16,1 10-7 0,-1-10-8 16,-1 10-10-16,2-1-9 0,-1-1-11 0,-1 1-9 0,1-2-12 15,-2 4-9-15,1-4-12 0,0 3-7 0,0 0-11 16,0-1-6-16,-1-2-18 0,0 1-33 0,0-2-38 15,2 2-53-15,-2-5-61 0,2-3-61 0,-4 7-157 16,1-3-382-16,0-2 170 0</inkml:trace>
          <inkml:trace contextRef="#ctx0" brushRef="#br1" timeOffset="27905.2305">-5655 9019 183 0,'0'0'171'0,"0"0"-12"0,0 0-11 0,0 0-4 16,0 0-10-16,0 0-6 0,0 0 0 0,0 0-3 16,0 0-2-16,-2 19-9 0,1-13-7 0,1 1-6 15,0 0-7-15,0 1-7 0,-1 1-9 0,0-1-4 16,-1 1-5-16,2 0-6 0,-3-2-4 0,2 3-5 15,-2-2-7-15,2 1-2 0,0-1-4 0,-2 0-3 0,2 0-6 16,-1-2 1-16,1-1-5 0,-2 0-5 16,-1-1 0-16,-1 0-3 0,1-2-5 0,0 1-8 15,4-3-6-15,-8 2-6 0,2-1-4 0,6-1-4 0,-11-1-7 16,6 0-5-16,0-3-3 0,1 3-5 0,-1-3-1 16,0 1-5-16,2-1-5 0,-2-2 2 0,1 3-2 15,1-5-2-15,1 4 5 0,1-2 0 0,-1-1-2 16,2 0-1-16,0 7 7 0,0-13 1 0,0 8 5 15,1-1 0-15,0 1 8 0,-1 5 0 0,1-9 4 16,-1 9 5-16,2-7-3 0,-2 7 6 0,1-4 2 16,-1 4 0-16,0 0 2 0,0 0-1 0,0-6 6 15,0 6 1-15,0 0 3 0,0 0-2 0,0 0 1 0,0 0 2 16,0 0 1-16,0 0-4 0,0 0-2 16,-15 5 2-16,12-3 0 0,-1 1 6 0,4-3-6 15,-8 5 0-15,4-3-3 0,-2 2 2 0,2-1-2 0,-2-1 1 16,2 0-1-16,0 3-2 0,4-5 7 0,-6 3-11 15,4 1 6-15,2-4-3 0,-5 5 0 0,3-2-1 16,2-3-1-16,-2 6 11 0,2-6-5 0,0 0 3 16,-1 7 1-16,1-7-2 0,0 0-1 0,3 8 0 15,-3-8 1-15,6 3-1 0,-4 0-4 0,-2-3 3 16,4 4 5-16,-1-4-6 0,-3 0 9 0,9 3-8 16,-6 1 2-16,-3-4-4 0,6-2 4 0,-6 2 6 15,6 3-1-15,-6-3-4 0,3 3 4 0,-3-3 0 0,0 0 1 16,3 3 1-16,-3-3 3 0,0 0 1 15,0 0 1-15,0 0-1 0,0 0 0 0,0 0-2 16,-6 10-1-16,6-10-1 0,-5 3 2 0,5-3 2 0,-6 2 0 16,2 1 1-16,4-3-5 0,-9 1 2 0,3 0-1 15,-1-1 3-15,2 2 3 0,-1-2-7 0,-1 1 2 16,-2 1-3-16,2-2 5 0,1 0-2 0,-1 1-1 16,1-1-4-16,-1 0 5 0,1 0-2 0,6 0 2 15,-8-1 0-15,8 1-1 0,-8-2 4 0,4 1 0 16,4 1 4-16,-5-4 7 0,5 4 8 0,-2-5-2 15,2 5 1-15,0-7-1 0,0 7 3 0,2-13-1 16,0 4-3-16,-1 1 1 0,1-4-3 0,2-2 1 0,-1 1-2 16,-1-1 0-16,2 1-2 0,-2 0-1 15,1 5 7-15,-3 0 1 0,2 1 1 0,0 1-3 16,-2 1-5-16,0 5-3 0,1-9-4 0,-1 9-13 0,1-6-22 16,-1 6-32-16,0 0-46 0,0 0-45 0,0 0-39 15,0 0-197-15,0 0-408 0,0 0 180 0</inkml:trace>
          <inkml:trace contextRef="#ctx0" brushRef="#br1" timeOffset="28247.9448">-6063 9143 80 0,'0'0'225'0,"0"0"-15"0,0 0-16 0,0 0-10 15,0 0-5-15,0 0-6 0,0 0-7 0,4 9-8 0,-4-9-11 16,5 4-7-16,-2 1-8 0,0-2-9 0,1 0-10 16,-1 0-9-16,1 3-8 0,-2-1-4 0,2-1-7 15,-2 0-1-15,1-1-11 0,0 2-5 0,-2-1-9 16,-1-4 1-16,3 8-5 0,-3-4-2 0,0-4-7 15,2 6-4-15,-2-6-3 0,-3 8-3 0,0-7-8 16,3-1-6-16,-8 7-19 0,4-7-19 0,-2 1-25 16,-1 0-33-16,0 0-43 0,0-1-39 0,0-1-43 15,-2 0-58-15,1 0-145 0,1-2-435 0,0 0 193 16</inkml:trace>
          <inkml:trace contextRef="#ctx0" brushRef="#br1" timeOffset="28576.0624">-6179 9134 157 0,'0'0'143'0,"0"0"-8"0,0 0-8 16,0 0-9-16,0 0-4 0,5 17-8 0,-5-17-8 15,1 5-4-15,-1-5-2 0,3 7-8 0,-3-7-9 16,1 4 4-16,-1-4-9 0,2 5 0 0,-2-5-4 16,0 6 0-16,0-6-9 0,0 7-1 0,0-7-4 0,0 0-10 15,-3 8-3-15,3-8-6 0,-2 5 1 16,2-5-6-16,-4 5 0 0,4-5-8 0,-3 3 1 16,3-3-5-16,-4 2-4 0,4-2-7 0,-4 2 3 0,4-2-4 15,-6 2 3-15,6-2 2 0,-7 0-5 0,7 0 2 16,-7-4-3-16,3 3 4 0,4 1-2 0,-8-3 5 15,5 1-1-15,-1-1 4 0,4 3 0 0,-5-6-2 16,5 6-1-16,-3-5-1 0,3 5-1 0,0-8-2 16,0 8 0-16,2-8 1 0,-1 3-5 0,2-1 1 15,0 1-14-15,0 1-17 0,0 1-27 0,0-2-33 16,0 0-37-16,-1 1-44 0,-2 4-135 0,4-6-329 16,-2 2 146-16</inkml:trace>
          <inkml:trace contextRef="#ctx0" brushRef="#br1" timeOffset="28872.9006">-6334 9039 6 0,'0'0'223'0,"0"0"-4"0,0 0-3 0,0 0-3 15,0 0-10-15,4 18-10 0,-4-18-1 0,3 11-10 16,-1-4-13-16,1 0-13 0,-1 2-14 0,0 0-10 16,0-1-10-16,-1 2-11 0,0-2-13 0,1 3-9 0,-1-4-7 15,-1 2-8-15,0-1-14 0,2 1-17 16,-2-2-33-16,0 1-50 0,-2-2-71 0,0-1-87 15,0 0-233-15,-1-2-468 0,0 1 208 0</inkml:trace>
          <inkml:trace contextRef="#ctx0" brushRef="#br1" timeOffset="29436.3591">-6399 9150 82 0,'0'0'150'0,"0"0"-5"0,0 0-15 0,0 0-3 16,0 0-12-16,0 0-6 0,0 0-9 0,0 0-9 0,0 0-4 16,-11 8-6-16,11-8-5 0,-4 5-10 0,4-5-9 15,-5 3 3-15,5-3-5 0,-6 4-10 16,2-1-7-16,1 0 0 0,0 0-4 0,3-3-6 0,-6 5-3 15,3-1 1-15,1-2-9 0,2-2 0 0,-5 6 2 16,5-6-1-16,-4 6-5 0,2-4 1 0,2-2-6 16,0 0 1-16,0 8 0 0,0-8-1 0,0 0 1 15,4 7-4-15,-1-6 1 0,-3-1 1 0,6 3-5 16,-6-3 11-16,5 3-2 0,-1-2 1 0,-4-1 3 16,5 4 9-16,-1-4 2 0,-4 0 2 0,5 4-5 15,-1-2 1-15,-4-2-1 0,3 3 5 0,-3-3 1 16,3 3 2-16,-3-3 1 0,2 4-3 0,-2-4 0 0,0 0 4 15,2 5-2-15,-2-5 0 0,0 0 2 0,0 0 10 16,-4 10-4-16,4-10 1 0,-5 4-1 16,5-4-1-16,-7 4-6 0,2-3 0 0,0 2-3 0,-1-2 1 15,1 0 0-15,-1 0-1 0,-1 1 2 0,1-2-3 16,-2 1 1-16,1 1 2 0,-1-4 2 0,1 2 6 16,1-1-6-16,-1-2-2 0,1 1-5 0,-2 1 0 15,3-2-5-15,-1-1 0 0,1 1-1 0,-1-1-3 16,3-1 0-16,-1 1-4 0,1-1-1 0,0 0-4 15,0 0-4-15,0-2-12 0,2 1-12 0,-1-1-17 16,1 2-22-16,1 5-33 0,-1-9-35 0,1 9-33 16,3-11-44-16,-1 6-221 0,-1 0-459 0,2 0 204 0</inkml:trace>
        </inkml:traceGroup>
        <inkml:traceGroup>
          <inkml:annotationXML>
            <emma:emma xmlns:emma="http://www.w3.org/2003/04/emma" version="1.0">
              <emma:interpretation id="{6273B176-329E-4D2D-AE48-5EE1DE0AEA60}" emma:medium="tactile" emma:mode="ink">
                <msink:context xmlns:msink="http://schemas.microsoft.com/ink/2010/main" type="inkWord" rotatedBoundingBox="7877,10219 6484,10220 6483,9832 7876,9831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1" timeOffset="31389.3521">-6951 8989 168 0,'0'0'182'0,"0"0"-8"0,0 0-2 16,0 0-8-16,0 0-5 0,0 0-10 0,0 0-4 15,0 0-3-15,0 18-5 0,-1-11-9 0,-1 3-8 16,1-2-9-16,-1 5-6 0,-1-2-9 0,0 2-7 16,1-2-10-16,0 2-6 0,0-3-8 0,0-1-8 15,0 4-19-15,0-4-24 0,0-1-45 0,0 0-58 16,0-2-78-16,-1 2-213 0,1-2-412 0,-2-3 182 15</inkml:trace>
          <inkml:trace contextRef="#ctx0" brushRef="#br1" timeOffset="31732.067">-7136 9137 43 0,'4'-6'153'15,"-2"2"-9"-15,-2 4-10 0,3-7-12 0,0 5-9 16,-3 2-6-16,5-5-11 0,-3 2-3 0,-2 3-7 0,5-5-8 16,-5 5-10-16,4-3-2 0,-4 3-11 0,5-2 1 15,-5 2-9-15,4-1-2 0,-4 1-2 0,0 0-4 16,8 1 3-16,-8-1-4 0,0 0-3 0,6 4 0 15,-6-4-7-15,4 1 4 0,-4-1 1 0,3 5 4 16,-3-5-3-16,3 3-2 0,-3-3-1 0,1 5-2 16,-1-5 0-16,0 0 0 0,-1 7-3 0,1-7 1 15,-4 6-4-15,4-6-1 0,-9 4-4 0,3 0-2 16,0-1-1-16,-1 1-3 0,0-1 4 0,0-1-5 16,-1 2 0-16,1-1-2 0,0 0 2 0,1 0 0 15,-1-2-3-15,2 1-1 0,-1-1 3 0,3 1-1 0,3-2 2 16,-6 3 1-16,6-3-4 0,-6 2 2 0,6-2 2 15,-3 3 1-15,3-3 4 0,-4 4 9 0,4-4 9 16,-3 8 3-16,1-4 4 0,1 1 1 0,-1-1-1 16,1 2 1-16,0 1 8 0,1 1-1 0,-1-1 1 15,1 2-6-15,0-1-2 0,1 0 2 0,0 1 7 16,0 0-14-16,1 0-2 0,-1-1-5 0,0 0-1 16,1 1-3-16,-2 0-2 0,0-1 0 0,2 0-11 15,-2 0-17-15,0-1-16 0,-2 0-28 0,0-1-38 16,2-6-47-16,-1 8-58 0,1-8-73 0,-4 6-152 15,2-4-451-15,2-2 200 0</inkml:trace>
          <inkml:trace contextRef="#ctx0" brushRef="#br1" timeOffset="31950.8006">-7326 8993 104 0,'0'0'217'0,"0"0"-11"0,0 0-11 0,0 0-12 16,0 0-9-16,0 0-8 0,5 8-9 0,-5-8-11 0,0 9-9 15,0-2-6-15,-2 1-6 0,1 5-11 0,0-4-11 16,0 2-6-16,-1-1-10 0,0 1-8 0,1 2-6 16,0-1-11-16,0 0-11 0,0-3-17 0,-1 0-24 15,1-1-26-15,1-1-43 0,-2 0-54 0,1 0-48 16,-1-3-223-16,0 2-416 0,-2-2 184 0</inkml:trace>
          <inkml:trace contextRef="#ctx0" brushRef="#br1" timeOffset="30607.1477">-6720 9113 47 0,'0'0'185'0,"0"0"-13"15,0 0-13-15,0 0-12 0,0 0-6 0,0 0-2 0,0 0-10 16,0 0-8-16,0 0-9 0,0 0-16 0,0 0-7 16,0 0-13-16,1 21-4 0,-1-21-9 15,2 7-7-15,-2-7-5 0,1 8-1 0,-1-8-7 0,-3 7-11 16,1-2 4-16,0-2-4 0,-1 0-6 0,-1 0-3 15,-2 0 1-15,0 0-5 0,-1-1-4 0,2 0 0 16,-2-1-2-16,0 0 1 0,0-2-4 0,0 0-2 16,2 1 0-16,0-2-1 0,5 2 2 0,-9-2 1 15,5-1-5-15,0 2 7 0,4 1 8 0,-7-2 7 16,7 2 4-16,-4-2 1 0,4 2 4 0,-5-2 1 16,5 2 0-16,0 0-9 0,0 0 1 0,0 0-4 0,0 0 5 15,0 0 0-15,-6 4 2 0,6-4 1 0,0 0 3 16,0 7-1-16,0-7-1 0,0 7 0 0,0-7-2 15,1 8 2-15,-1-8 3 0,2 11-5 0,-1-7 8 16,1 1-6-16,-2 0-2 0,2 1-3 0,-2 2-8 16,0-1 0-16,-2 0-4 0,1-1-3 0,-1 1-2 15,-1 0-1-15,-1-1 0 0,1 2-2 0,-3-4 0 16,1 2-4-16,-1 0-11 0,-1 0-16 0,2-1-9 16,0-1-23-16,-2 1-31 0,1-2-30 0,2 0-34 0,1-2-31 15,3-1-35-15,-6 5-182 0,2-5-428 16,4 0 190-16</inkml:trace>
          <inkml:trace contextRef="#ctx0" brushRef="#br1" timeOffset="30825.8828">-6789 9336 123 0,'2'-3'273'0,"-2"3"-14"0,3-3-14 0,-3 3-21 16,5-3-17-16,-5 3-18 0,3-3-17 0,-3 3-23 15,0 0-25-15,0 0-31 0,0 0-46 0,0-9-54 0,0 9-57 16,0 0-53-16,-6-6-203 0,3 3-346 0,-1 0 153 16</inkml:trace>
          <inkml:trace contextRef="#ctx0" brushRef="#br1" timeOffset="32920.4796">-7419 9122 17 0,'0'0'196'0,"0"0"-15"0,0 0-12 16,0 0-13-16,0 0-9 0,0 0-11 0,0 0-9 15,0 0-12-15,9 9-11 0,-9-9-10 0,-1 8-6 16,1-8-5-16,0 0-5 0,-4 10-15 0,2-7-4 16,-1 1-5-16,3-4-7 0,-5 8-3 0,3-6-5 15,-1 0-9-15,3-2-10 0,-7 7-12 0,4-5-8 16,3-2-7-16,-7 4 0 0,7-4-9 0,-7 1 3 0,2-1 2 16,5 0 1-16,-6-1 1 0,6 1-2 0,-7-3 2 15,4 1 2-15,3 2 2 0,-4-6 2 0,4 6-2 16,-3-5 3-16,3 5-2 0,-3-7 5 0,3 7 8 15,-1-6 3-15,1 6-1 0,0 0 9 0,0-8-1 16,0 8 2-16,0 0-3 0,0 0 4 0,1-7-4 16,-1 7-2-16,0 0-4 0,0 0 2 0,4-3 0 15,-4 3-3-15,0 0-1 0,0 0-1 0,0 0 0 16,0 0-1-16,0 0 1 0,3 12-2 0,-3-12 0 0,0 0 0 16,-1 9-2-16,1-9-1 0,-4 6-1 15,2-2-2-15,0-1 3 0,2-3-5 0,-8 7-5 16,4-6-6-16,-1 2-6 0,1-1-6 0,-1-1-4 0,5-1 4 15,-10 2-3-15,4-2-1 0,6 0-1 0,-9-1 5 16,4-1-1-16,5 2 3 0,-6-4 2 0,2 3 8 16,0-3 0-16,4 4 7 0,-3-7-12 0,2 3 4 15,1 4 2-15,-2-7 3 0,2 7 4 0,-1-7 3 16,1 7 3-16,0 0 5 0,0-9 1 0,0 9 6 16,0 0-2-16,0 0 8 0,1-7-2 0,-1 7 3 15,0 0-4-15,0 0 2 0,0 0-4 0,0 0 4 16,0 0-3-16,0 0 0 0,0 0-3 0,0 0-1 0,0 0-1 15,0 0 2-15,0 0-3 0,0 0 3 16,-10 13-6-16,7-8-2 0,3-5 2 0,-4 6-3 0,2-3-1 16,-2 0-4-16,4-3 2 0,-5 5-10 0,2-3 1 15,3-2 0-15,-6 5-4 0,2-5 1 0,4 0-3 16,-5 3-2-16,5-3-1 0,-7 0-5 0,7 0 3 16,-7-1 5-16,7 1 0 0,-6-5 3 0,4 3 4 15,2 2 0-15,-6-4-2 0,6 4 4 0,-5-6 3 16,3 3 1-16,2 3 4 0,-3-6 5 0,3 6 2 15,-3-5 6-15,3 5 7 0,-2-5 0 0,2 5 4 16,0 0 6-16,-1-8 4 0,1 8 0 0,0 0 4 0,-1-5-1 16,1 5 0-16,0 0-1 0,0 0-2 0,0 0-5 15,0 0-2-15,0 0-1 0,0 0-2 16,0 0-5-16,0 0 1 0,0 0-3 0,0 0 0 0,0 0-2 16,0 0 0-16,0 0 0 0,0 0-5 0,0 0 1 15,0 0-2-15,-3 16 0 0,3-16 0 0,0 0-1 16,0 10-1-16,0-10 0 0,0 6-3 0,0-6 2 15,0 9-1-15,0-9-2 0,-2 6 3 0,2-6-5 16,-2 7 2-16,0-4-1 0,2-3 1 0,-5 7 0 16,2-6 2-16,3-1 2 0,-5 6 1 0,2-4 0 15,3-2-1-15,-7 4-2 0,3-4 1 0,-2 1 0 16,2 1-1-16,4-2-2 0,-12 1-2 0,6-1 1 0,-1 1-1 16,-2-2 5-16,-1 1-6 0,-3-2-3 0,0 2 0 15,1-2 3-15,0-1-4 0,0 1-1 0,0-1-2 16,1 0-2-16,0 1-5 0,3-1-2 0,0-2-4 15,1 1-9-15,2-1-12 0,1-1-27 0,1 0-25 16,0 1-37-16,3-2-40 0,0-3-55 0,0 2-132 16,3 0-383-16,-1-1 169 0</inkml:trace>
          <inkml:trace contextRef="#ctx0" brushRef="#br1" timeOffset="33216.3343">-7731 9015 66 0,'0'0'221'0,"0"0"-18"0,0 0-14 0,0 0-18 16,0 0-13-16,0 0-14 0,0 0-15 0,0 0-14 16,0 0-12-16,-15 7-12 0,11-5-13 0,-3 0-32 15,0-1-36-15,1 1-48 0,-1-1-49 0,-1 0-180 16,1 0-288-16,-1 0 127 0</inkml:trace>
          <inkml:trace contextRef="#ctx0" brushRef="#br1" timeOffset="33575.683">-8020 9213 78 0,'0'0'163'0,"0"0"-7"0,0 0-17 0,0 0-11 15,0 0-10-15,0 0-3 0,0 0-21 16,0 0-5-16,0 0-12 0,0 0-6 0,0 0-4 15,0 0-8-15,0 0-11 0,-14-9 2 0,14 9-10 0,-5-2-3 16,5 2-4-16,-4-4-2 0,4 4 0 0,-4-6-6 16,4 6-3-16,-3-5 0 0,3 5-5 0,-1-7-2 15,1 7 0-15,0 0-1 0,1-8-1 0,2 3-7 16,-3 5 3-16,3-6 2 0,-3 6-5 0,5-5-3 16,-5 5-2-16,4-2 8 0,-4 2-3 0,5-2 7 15,-1 1 0-15,-4 1 2 0,0 0-4 0,7 2 5 16,-7-2 4-16,6 3 8 0,-3 0 8 0,-1 2 3 15,0-2 1-15,1 2 3 0,0 1 2 0,-2 1 0 16,-1-2-3-16,0 3-5 0,0-1-1 0,-4 1-5 16,2-1 2-16,-3 1-8 0,-3 1-4 0,0-1-9 0,-3 0-23 15,0 1-29-15,-2 0-51 0,0-4-61 0,1 1-203 16,0-2-383-16,1 1 170 0</inkml:trace>
        </inkml:traceGroup>
        <inkml:traceGroup>
          <inkml:annotationXML>
            <emma:emma xmlns:emma="http://www.w3.org/2003/04/emma" version="1.0">
              <emma:interpretation id="{F1C40D78-5FCD-47FF-8C88-CEFEFC9FE282}" emma:medium="tactile" emma:mode="ink">
                <msink:context xmlns:msink="http://schemas.microsoft.com/ink/2010/main" type="inkWord" rotatedBoundingBox="6338,10207 4608,10209 4607,9777 6337,9776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1" timeOffset="35920.2612">-8782 9202 197 0,'3'9'214'0,"-3"-9"-13"15,4 5-10-15,-1-2-9 0,-1 0-15 0,1 1-12 16,0-1-7-16,0 3-2 0,-2-3-8 0,2 2-10 0,0 2-10 15,-1-2-5-15,1-1-9 0,-3 3-9 16,2-2-5-16,-1 1-3 0,-1-6-5 0,0 12-4 16,0-6-4-16,-1 2-3 0,-1-2-5 0,2 0-5 0,-3 0-3 15,1 2 1-15,-1-2-4 0,-1-1-2 0,1-2 0 16,-2 2-5-16,0-1-6 0,1-2 0 0,-3 1-4 16,0-2 6-16,-1 2-16 0,0 0-2 0,0-2-4 15,-1-1 1-15,-1-1-1 0,-1 0-3 0,1-1-1 16,-1 1 0-16,3-2-6 0,-1 0-1 0,1-1 2 15,1 1 2-15,-2-2-8 0,5 1 0 0,-2-1-1 16,2-1-2-16,0 1 1 0,2-2-5 0,-1 0-12 16,1-1 1-16,1-1-13 0,1-2-12 0,1 1-25 0,-1 1-25 15,0-4-30-15,2 1-38 0,0 0-44 16,1 0-37-16,-1 0-219 0,0 0-492 0,0 2 219 16</inkml:trace>
          <inkml:trace contextRef="#ctx0" brushRef="#br1" timeOffset="35921.2612">-8858 9072 66 0,'0'0'283'16,"0"0"-17"-16,3-7-20 0,-3 7-25 0,0 0-17 15,2-5-21-15,-2 5-25 0,0 0-27 0,0 0-41 16,0 0-50-16,0 0-64 0,0 0-58 0,0 0-82 15,0 0-106-15,-12 12-292 0,8-9 129 0</inkml:trace>
          <inkml:trace contextRef="#ctx0" brushRef="#br1" timeOffset="36887.9558">-8972 8934 16 0,'0'0'153'0,"0"0"-13"0,0 0-8 0,4 8-5 15,-4-8-3-15,0 0-2 0,0 0-1 0,-5 11-4 16,5-11-4-16,-6 5-9 0,4-2-5 0,-2-2-6 15,4-1-6-15,-7 7-5 0,3-7-2 0,-1 2 0 16,5-2 0-16,-7 0-6 0,7 0-6 0,-8-1-3 16,2 0 0-16,6 1-3 0,-9-2 3 0,5 1-3 0,-1 0-3 15,5 1 0-15,-7-3-1 0,2 1 0 0,5 2-7 16,-7-3-5-16,5 1-5 0,2 2-3 16,-9-3-6-16,5 3-3 0,4 0-2 0,-9 0-2 0,4 2-5 15,1 1-3-15,-3-2-16 0,3 2-21 0,0 1-23 16,-1 0-42-16,0 2-34 0,1-1-43 0,-2 1-47 15,0 3-167-15,-1-1-407 0,2 2 180 0</inkml:trace>
          <inkml:trace contextRef="#ctx0" brushRef="#br1" timeOffset="36528.5928">-9123 9047 66 0,'0'0'225'0,"0"0"-22"0,0 0-13 0,0 0-15 16,0 0-14-16,0 0-12 0,0 0-9 0,0 0-8 0,0 0-11 16,5 18-4-16,-5-11-9 0,0 0-7 0,0 3-10 15,-2-1-5-15,2-1-3 0,0 2-23 0,-2 0-8 16,0-1-1-16,1 0-9 0,-1 0 1 0,1-1-9 15,0-1-12-15,0 1-29 0,0-3-31 0,-1 1-45 16,2-6-48-16,0 7-45 0,-3-2-161 0,3-5-363 16,-1 4 161-16</inkml:trace>
          <inkml:trace contextRef="#ctx0" brushRef="#br1" timeOffset="34420.3699">-8306 9131 127 0,'0'0'131'0,"0"0"-7"0,0 0-9 16,0 0-18-16,0 0 3 0,0 0-6 0,0 0-5 16,0 0-4-16,0 0 8 0,0 0-6 0,7 15 3 0,-2-14-2 15,-5-1-4-15,6 6-5 0,-2-3 3 0,0 0-1 16,1 1-7-16,-2-2 1 0,1 1-1 0,-1-1-5 16,1 1-2-16,-2 0-3 0,-2-3 1 0,4 6-2 15,-4-6-6-15,0 6 0 0,0-6-3 0,0 0-4 16,-5 6-6-16,2-4-5 0,-2 0-15 0,1 0-19 15,-3-1-29-15,-1 1-33 0,2-2-47 0,-1 1-31 16,-1-1-66-16,2 1-134 0,-1-2-362 0,-2 1 160 16</inkml:trace>
          <inkml:trace contextRef="#ctx0" brushRef="#br1" timeOffset="34763.0955">-8438 9187 146 0,'15'3'207'0,"-15"-3"-8"16,3 6-3-16,-2-3-7 0,-1-3-3 0,2 9-6 16,-2-4-18-16,1 1-6 0,-1 1-7 0,0 0-2 0,0 2-9 15,0-2-9-15,-2 2-11 0,0-1-6 16,-1 0-14-16,1 0-8 0,-1 1-9 0,-1-1-10 15,0 0-7-15,-1 0-8 0,0 0-9 0,-1-1-17 0,0-1-20 16,-1 0-28-16,1 0-35 0,-1-2-45 0,1-1-45 16,0 0-54-16,0-1-212 0,-1-1-443 0,7-1 196 15</inkml:trace>
          <inkml:trace contextRef="#ctx0" brushRef="#br1" timeOffset="35309.9479">-8473 8933 33 0,'0'0'133'0,"2"5"-9"0,-2-5-2 0,0 0-6 0,0 0-11 16,0 0-9-16,-10 9-4 0,7-8 2 15,-1 1-4-15,4-2-5 0,-8 3-5 0,4-1-14 16,-1 0 4-16,1-1-3 0,4-1-2 0,-9 3 2 0,3-3-6 16,2 1 2-16,-2-1 0 0,0 0-2 0,-1 3-3 15,2-3-2-15,-2-1-7 0,0 1-4 0,0-2-2 16,0 2 2-16,-1 0-2 0,2 0 2 0,-1 0-7 15,2-1 1-15,5 1-5 0,-10-1-2 0,7 0-2 16,3 1-6-16,-7-1-1 0,7 1-8 0,0 0-11 16,-6 1-22-16,6-1-32 0,-5 1-40 0,5-1-44 15,-3 5-39-15,0-1-146 0,-1 0-345 0,1 1 153 16</inkml:trace>
          <inkml:trace contextRef="#ctx0" brushRef="#br1" timeOffset="34934.9577">-8621 9069 154 0,'2'3'235'16,"-2"3"-7"-16,2 0-5 0,1 2-5 0,-1-1-9 15,0 1-16-15,-1 1-6 0,0 0-19 0,0 0-17 16,0 0-11-16,-1-2-14 0,0 2-16 0,0 0-10 16,-1-1-10-16,2-2-24 0,-2 2-26 0,0-3-39 15,1-5-53-15,-2 9-66 0,1-5-59 0,1-4-205 16,-3 5-415-16,3-5 184 0</inkml:trace>
          <inkml:trace contextRef="#ctx0" brushRef="#br1" timeOffset="37482.6576">-9265 9183 230 0,'10'7'225'0,"-10"-7"-18"0,2 6-13 16,0-2-9-16,-2 0-1 0,2 2-10 0,-2-6-3 16,1 12-10-16,-1-5-9 0,0 1-4 0,0 0-7 15,-2 0-13-15,-1 1-7 0,2-2-11 0,-2 0-9 16,0 2-11-16,-3-3-4 0,2 2-11 0,-1-1-5 15,-1-1-6-15,0 0-10 0,0-1-19 0,-1-1-21 16,-3 2-36-16,-1-2-41 0,4-1-50 0,1-1-59 0,1-2-44 16,-4-1-207-16,3-2-458 0,0-1 204 15</inkml:trace>
          <inkml:trace contextRef="#ctx0" brushRef="#br1" timeOffset="37483.6576">-9388 8982 164 0,'3'12'215'15,"-3"-12"-17"-15,0 13-6 0,0-4-8 0,0 4-10 16,0-1-13-16,-1 0-12 0,1 0-13 0,-2 1-12 0,0-4-14 15,1 3-8-15,0-1-12 0,1-2-7 0,0 0-19 16,0 0-29-16,-2-2-40 0,2 0-56 0,-1 0-67 16,-1-2-204-16,2-5-359 0,-3 7 160 0</inkml:trace>
          <inkml:trace contextRef="#ctx0" brushRef="#br1" timeOffset="38637.8164">-9520 9138 11 0,'11'9'185'0,"-8"-6"-4"0,-3-3-14 15,4 6-10-15,0-1-2 0,-2-1-16 0,2 1-13 0,-2 0-10 16,1-3-10-16,-3-2-10 0,6 8-5 0,-5-3-10 15,1-2-7-15,0 1-4 0,-2-4-11 0,2 6-5 16,-2-6-5-16,0 6-7 0,0-6-2 0,0 0-6 16,-3 7 1-16,3-7-6 0,-4 3-6 0,4-3-8 15,-7 1-3-15,7-1-3 0,-8-1-3 0,8 1-8 16,-6-3 3-16,6 3-6 0,-7-4-4 0,3 0 3 16,1 1-7-16,2-1 7 0,1 4-11 0,-5-9 5 15,3 5 1-15,1-1 2 0,1 5-3 0,-3-8 5 0,3 1 0 16,0 7 4-16,-1-9 2 0,1 9 1 15,0-8 6-15,0 8 3 0,0-9-1 0,0 9 4 16,0-7-2-16,0 7 2 0,0 0 1 0,1-5 4 0,-1 5-5 16,0 0-1-16,0 0-3 0,0 0 2 0,0-7-6 15,0 7 2-15,0 0-1 0,0 0 2 0,0 0-4 16,0 0 5-16,0 0-2 0,0 0-3 0,0 0 2 16,-5 17-2-16,3-14 0 0,-2 0 3 0,4-3-5 15,-4 7-1-15,1-4 1 0,0 0 0 0,-2 1-2 16,2-2-7-16,-1 0-7 0,4-2-1 0,-8 3-4 15,5 0-1-15,3-3-7 0,-8 0-9 0,8 0-1 16,-9 0 3-16,9 0 3 0,-6 0 0 0,6 0 0 0,-8-3 8 16,5 1 0-16,3 2 3 0,-7-4 0 15,6 1 7-15,1 3-1 0,-4-5 1 0,4 5 0 0,-3-6 7 16,3 6-1-16,-2-6 11 0,2 6 3 0,0-7 4 16,0 7-1-16,0 0 6 0,0 0 0 0,0 0 3 15,2-7-1-15,-2 7 2 0,0 0 3 0,2-5 2 16,-2 5-4-16,0 0-2 0,0 0-1 0,0 0-4 15,0 0 3-15,0 0-7 0,0 0 2 0,0 0 1 16,0 0-1-16,0 0-3 0,0 0 4 0,0 0-4 16,0 0-2-16,0 0 2 0,-4 24-2 0,3-21-1 15,1-3-2-15,-4 7 3 0,3-2-3 0,-3-3-7 16,1 2-5-16,0-1-6 0,-1 0-9 0,-1-2-9 0,5-1-1 16,-6 3-5-16,1-1 1 0,5-2 6 15,-9 0-1-15,9 0 5 0,-6-2 1 0,6 2 2 0,-7-4 2 16,4 3 7-16,3 1-4 0,-6-7 9 0,4 3-6 15,2 4 18-15,-2-9-1 0,2 4 2 0,0 5 7 16,-2-9 9-16,1 5 1 0,1 4 4 0,0-8-1 16,0 8 2-16,0 0-2 0,0-7-2 0,0 7-3 15,0 0-2-15,0 0-2 0,0 0 1 0,0 0-2 16,0 0-1-16,0 0-1 0,0 0-1 0,0 0 0 16,0 0 1-16,0 0-4 0,0 0 4 0,-6 15-3 15,4-10-1-15,-1-1-1 0,1-1 0 0,0 1-4 0,-1-1-4 16,1 0-2-16,2-3-3 0,-6 7-6 15,2-5-2-15,0 0-8 0,-1 1-7 0,1-1-8 16,-1-1 4-16,5-1-6 0,-9-1 5 0,9 1 1 0,-9-2 7 16,5-1 2-16,0 1 0 0,-1 0 3 0,2 0 4 15,3 2 2-15,-5-6 6 0,2 2-5 0,3 4 10 16,-4-5 7-16,1 2 9 0,3 3 2 0,0 0 8 16,-3-5 2-16,3 5-2 0,0 0 1 0,0 0 5 15,-1-7-2-15,1 7-1 0,0 0-1 0,0 0 0 16,0 0 1-16,0 0 8 0,0 0 4 0,0 0 6 15,0 0-2-15,0 0-1 0,0 0 1 0,0 0 2 16,9 12 1-16,-6-9-2 0,-3-3 0 0,4 5-1 16,0-1 9-16,-2 2-10 0,0-2 3 0,-1 1-3 15,2 2 1-15,-2-2-3 0,2 1 3 0,-2 0-2 16,0 0-1-16,1-2 3 0,-1 2-1 0,-1 0-2 0,0-6-3 16,2 9 1-16,-2-2-3 0,1-3 0 0,-1-4 2 15,-2 10-2-15,1-4-2 0,0-2-1 16,-1 1 3-16,2-5-4 0,-5 10 0 0,2-5 0 0,-1-2-3 15,1 1 2-15,-2 1-2 0,0-1-2 0,-1 0-2 16,-2 0-3-16,-2-1 0 0,3 1-4 0,-1-2 1 16,1-1-2-16,-3 3-2 0,2-3-1 0,-3-1 6 15,3 1-6-15,-1-2-2 0,2 1-3 0,-2-1 1 16,2-3-2-16,-4 1-4 0,3-1-2 0,1-1-4 16,0 1-4-16,-2-2-3 0,1 0-2 0,3 0-6 15,-3-4-5-15,3 3-1 0,1-2-6 0,2 1-16 16,-1-2-14-16,1 2-9 0,0-3-13 0,2 3-17 0,0-1-22 15,3 0-37-15,0-4-38 0,-1 4-177 16,1 2-409-16,1-5 180 0</inkml:trace>
          <inkml:trace contextRef="#ctx0" brushRef="#br1" timeOffset="39451.2547">-9716 9009 125 0,'0'0'230'0,"0"0"-12"0,0 0-17 16,0 0-14-16,0 0-13 0,0 0-11 15,0 0-10-15,0 0-17 0,0 0-11 0,0 0-10 0,0 0-11 16,-18 1-12-16,18-1-9 0,-8-1-8 0,2 1-3 15,6 0-13-15,-7-3-3 0,3 2-10 0,4 1-5 16,-7-3-16-16,7 3-5 0,-5-5-12 0,4 1-11 16,1 4-8-16,-4-8-18 0,4 8-24 0,0-9-17 15,0 9-6-15,0-9-15 0,0 9-9 0,2-7-7 16,-2 7-14-16,0-8-3 0,0 8-8 0,1-6-134 16,-1 6-287-16,0 0 128 0</inkml:trace>
        </inkml:traceGroup>
        <inkml:traceGroup>
          <inkml:annotationXML>
            <emma:emma xmlns:emma="http://www.w3.org/2003/04/emma" version="1.0">
              <emma:interpretation id="{FFAA4A31-0B65-418F-A864-831201F0BC75}" emma:medium="tactile" emma:mode="ink">
                <msink:context xmlns:msink="http://schemas.microsoft.com/ink/2010/main" type="inkWord" rotatedBoundingBox="4436,10238 3919,10239 3918,9814 4435,9813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1" timeOffset="39793.9806">-10197 9113 206 0,'0'0'200'0,"0"0"-10"0,0 0-19 16,0 0-9-16,0 0-13 0,0 0-12 0,0 0-4 0,0 0-5 15,0 0-8-15,0 0-10 0,8 12-7 0,-5-11-9 16,-3-1 0-16,6 5-21 0,-5-2-6 0,3 0-7 16,-4-3-1-16,5 6-4 0,-2-3-6 0,0 0-4 15,-1 0-1-15,-2-3-4 0,3 7-1 0,-2-2-5 16,-1-5 0-16,1 8-2 0,-1-8-2 0,-2 8 1 15,0-3-6-15,-1-1-4 0,0-1 2 0,-3 1-5 16,0-1-18-16,-1 1-18 0,0-1-31 0,-4 0-46 16,1 0-43-16,-1-4-60 0,-1 1-182 0,2-1-412 0,0-2 183 15</inkml:trace>
          <inkml:trace contextRef="#ctx0" brushRef="#br1" timeOffset="40059.6279">-10385 8971 149 0,'0'0'207'0,"0"11"-13"0,0-4-7 15,-1 1-5-15,1-1-6 0,-1 1-15 0,1 2-13 0,0 1-15 16,0 2-6-16,-1-1-14 0,0 1-10 0,1-3-11 16,1 1-10-16,-2-1-13 0,1 0-24 0,0 0-36 15,0-2-60-15,0 0-68 0,0 0-72 0,-2-1-112 16,2-2-328-16,-1 1 145 0</inkml:trace>
          <inkml:trace contextRef="#ctx0" brushRef="#br1" timeOffset="40309.5666">-10460 9154 246 0,'-3'14'246'0,"3"-14"-10"0,3 10-13 0,-2-5-10 15,0 2-12-15,-1-1-13 0,2 1-12 0,-2 1-13 16,0 0-17-16,0 0-12 0,-2 0-11 0,0 2-11 15,0-3-11-15,0 0-12 0,-1 0-5 0,-1 1-12 16,1 0-6-16,-1-4-7 0,0 4-12 0,0-3-20 16,-1 0-21-16,0 0-35 0,1-2-43 0,0 0-44 15,0 0-41-15,0-2-40 0,4-1-202 0,-8 1-430 0,8-1 190 16</inkml:trace>
          <inkml:trace contextRef="#ctx0" brushRef="#br1" timeOffset="40951.1465">-10606 9130 25 0,'0'0'129'0,"0"0"-19"0,1-11 3 15,0 8-6-15,-1 3-12 0,2-6-7 0,-2 6-6 16,3-5-1-16,-3 5-8 0,4-5-2 0,-4 5-6 0,3-3-4 16,-3 3-6-16,4-3-2 0,-4 3-2 0,5-2 2 15,-5 2-5-15,0 0-1 0,6 0 0 0,-6 0-1 16,0 0 1-16,8 1 2 0,-8-1 2 0,5 4-5 16,-2-2 0-16,-3-2-3 0,6 4-2 0,-5-2-2 15,-1-2-4-15,6 5 0 0,-4-2-2 0,-2-3-1 16,0 6 4-16,0-6-1 0,0 7 0 0,0-7-3 15,-4 6-3-15,0-3-2 0,1 0 3 0,3-3 1 16,-7 6-2-16,1-3-1 0,0 1-3 0,1-2 0 0,0 1-2 16,-2-1-1-16,-1 1-1 0,1 0 0 15,0-1-4-15,1 2-1 0,-1-2 3 0,0 2 1 16,1-2 1-16,0 1-3 0,1 0 2 0,1 0-5 0,0 0 0 16,1 0-1-16,-2 1-1 0,3 1 3 0,0-1 3 15,1 3 5-15,0-1 1 0,1-6 1 0,0 10-4 16,2-3 3-16,-2 2 2 0,2-1-4 0,0 1 2 15,1-1-3-15,1 1-3 0,0 0-2 0,-1 3-2 16,1 0-2-16,-1-2-1 0,-2-1-4 0,0 2-15 16,0-2-17-16,-1 0-26 0,0 0-35 0,-1-1-55 15,0-1-58-15,0 0-214 0,0-2-445 0,1-5 196 16</inkml:trace>
        </inkml:traceGroup>
        <inkml:traceGroup>
          <inkml:annotationXML>
            <emma:emma xmlns:emma="http://www.w3.org/2003/04/emma" version="1.0">
              <emma:interpretation id="{653F1B69-DFBA-4502-ADBE-A2FF8C890405}" emma:medium="tactile" emma:mode="ink">
                <msink:context xmlns:msink="http://schemas.microsoft.com/ink/2010/main" type="inkWord" rotatedBoundingBox="3719,10219 2829,10220 2828,9676 3718,9675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1" timeOffset="46935.0948">-11303 9155 122 0,'0'0'165'0,"0"0"-16"0,0 0-11 0,0 0-11 16,0 0-11-16,0 0-10 0,0 0-5 0,0 0-8 0,-2 15-12 16,2-15-3-16,-2 8-6 0,2-8-7 0,-3 7 0 15,2-2-8-15,-2-2-8 0,3-3-2 0,-4 9-9 16,4-6 0-16,0-3-3 0,-4 6-8 0,4-6 4 16,-5 5-9-16,5-5 4 0,-4 3-2 0,4-3-5 15,-4 2-4-15,4-2-1 0,0 0 2 0,-5 1-8 16,5-1 9-16,0 0-10 0,0 0 2 0,-8-7 0 15,7 3 4-15,1 4 7 0,-5-6-7 0,5 6 4 16,-1-8-1-16,1 8 2 0,-1-8-2 0,1 8 0 0,2-9 0 16,-2 9 2-16,0-7 3 0,0 7 0 0,0 0 5 15,0-8-1-15,0 8-3 0,0 0-2 16,0-7-4-16,0 7-1 0,0 0-2 0,0 0-4 0,0 0 1 16,0 0 1-16,0 0-7 0,0 0 3 0,0 0-3 15,0 0 2-15,0 0 0 0,0 0-2 0,0 0 1 16,0 0-3-16,0 0-2 0,-4 20 0 0,3-16 0 15,1-4-4-15,-4 8-4 0,2-4-5 0,0 0-4 16,2-4 2-16,-4 6-7 0,1-3-4 0,1 1-7 16,-3-2-9-16,5-2-6 0,-7 3-8 0,2-3-13 15,0 0 0-15,5 0-2 0,-9 0 4 0,9 0 5 0,-8-1 7 16,8 1 11-16,-7-4 5 0,3 2 1 0,4 2 14 16,-3-6-3-16,0 3 13 0,3 3 4 15,-4-7 5-15,2 3 4 0,2 4 8 0,0-8 14 0,-2 3 5 16,2 5-3-16,-1-6 9 0,1 6-2 0,-1-7 2 15,1 7 6-15,0 0 2 0,-2-7-2 0,2 7-4 16,0 0 2-16,0-7-3 0,0 7-3 0,0 0-2 16,0 0-5-16,0 0 0 0,0 0-5 0,0 0 2 15,0 0-5-15,0 0 0 0,0 0 0 0,0 0-1 16,0 0 1-16,0 0-6 0,0 0 2 0,0 0-1 16,-6 16-1-16,5-11-1 0,1-5-2 0,-2 7 2 15,1-3-2-15,1-4 1 0,-5 7-3 0,3-5 1 0,2-2-3 16,-4 5 1-16,1-2 1 0,3-3-5 0,-4 3-3 15,4-3-2-15,-8 2-3 0,4-2 1 16,4 0-2-16,-6 1 1 0,6-1 2 0,-7-2-3 0,4-1-1 16,3 3 6-16,-7-5-4 0,4 2 3 0,1 0-3 15,-1-2 4-15,-1 1 2 0,2 0-5 0,0-3 7 16,-1 0-2-16,1-1-1 0,0-1 0 0,2 2 4 16,-1-2 0-16,0 0 7 0,-1-2-2 0,2-1 3 15,-1 3 9-15,1 0 3 0,-1 0 5 0,0 3 0 16,2-3 4-16,-1 9 7 0,-1-8 2 0,1 8 0 15,1-8-5-15,-1 8-2 0,0 0-5 0,-2-6 2 0,2 6-5 16,0 0 2-16,0 0-2 0,0 0 2 0,0 0-3 16,-1 21-4-16,1-15 0 0,1 1-4 0,-1 1 1 15,0 0 0-15,1 2-3 0,-2-1 0 0,1 0-2 16,0-1 2-16,-1 0 0 0,0 0-1 0,-2 1-3 16,2-3 2-16,-1 1 0 0,-1 0 0 0,0-2-1 15,-2 2-4-15,1-2-2 0,-1 0 4 0,1 0-2 16,-3-2-1-16,1 1-3 0,0-1-2 0,-1 0-3 15,0-1 0-15,1-1-4 0,-1 0-1 0,1 0-2 0,-1-1 4 16,2 0 3-16,5 0-5 0,-8-1 3 16,8 1-2-16,-7-1 2 0,7 1 0 0,-6-1 4 15,6 1-1-15,0 0 3 0,-7-2 1 0,7 2 1 0,0 0 4 16,-5 0 1-16,5 0-1 0,0 0-3 0,0 0 3 16,0 0-1-16,0 0 0 0,0 0 2 0,-2 6 1 15,2-6 0-15,0 0-2 0,6 10 3 0,-6-10 0 16,3 7 0-16,-3-2 4 0,0 0-1 0,1 2 3 15,-1-2 3-15,-1 3 4 0,-1-2 4 0,1 1 2 16,-1-1-3-16,-2 2 6 0,1-2-8 0,-3 2 0 16,1-2-1-16,0 2-3 0,0-1-2 0,-2-2 2 15,1 1-10-15,0-2-6 0,0 0-19 0,0 1-22 16,-1-2-20-16,3-2-29 0,-1 0-31 0,0 0-29 16,5-1-25-16,-8-1-31 0,8 1-178 0,-8-4-412 15,5 2 182-15</inkml:trace>
          <inkml:trace contextRef="#ctx0" brushRef="#br1" timeOffset="47371.5547">-11389 8834 40 0,'0'0'237'15,"0"0"-20"-15,4-2-11 0,-4 2-9 0,0 0-12 0,0 0-10 16,0 0-9-16,3 10-8 0,-3-10-10 0,0 0-7 16,-6 13-11-16,1-5-10 0,0-1-8 15,-1 1-8-15,-2 3-9 0,1-1-6 0,-1 1-13 0,0-2-8 16,2 1-6-16,-3-1 0 0,1 0-12 0,3-2-10 16,-4 0-17-16,2-1-16 0,1 0-24 0,-3 1-31 15,1-2-27-15,5-3-35 0,-3 2-41 0,2-2-32 16,0-1-41-16,-1-1-126 0,5 0-380 0,0 0 169 15</inkml:trace>
          <inkml:trace contextRef="#ctx0" brushRef="#br1" timeOffset="47543.4176">-11508 8887 74 0,'0'0'156'0,"-4"15"-14"16,1-11-19-16,0 0-10 0,-2 2-23 0,0 0-32 0,1 0-34 16,-3-1-50-16,0 2-100 0,-2 2-136 0,0-4 60 15</inkml:trace>
          <inkml:trace contextRef="#ctx0" brushRef="#br1" timeOffset="47121.5718">-11671 9053 219 0,'0'0'238'0,"5"-6"-23"15,-5 6-21-15,1-4-21 0,-1 4-13 0,0 0-20 16,3-5-30-16,-3 5-27 0,0 0-40 0,4-4-39 0,-4 4-49 16,3-1-55-16,-3 1-139 0,4-3-260 0,-4 3 116 15</inkml:trace>
          <inkml:trace contextRef="#ctx0" brushRef="#br1" timeOffset="45215.476">-10875 9098 32 0,'0'0'185'0,"0"0"-18"0,0 0-12 16,0 0-4-16,0 0-10 0,0 15-8 0,0-15 2 0,0 0-8 16,0 6-2-16,0-6-6 0,1 4-6 0,-1-4-7 15,0 0-5-15,-1 9-11 0,1-9-8 0,-2 6-8 16,2-6-2-16,0 8-10 0,0-8-1 0,-2 6-6 15,2-6-7-15,-2 6-3 0,2-6-1 0,-2 5-7 0,2-5-5 16,-3 3-4-16,3-3-3 0,0 0-5 16,-5 4-9-16,5-4-5 0,-5 3-4 0,5-3-7 15,-6 0-4-15,6 0-3 0,-6 0-2 0,6 0-2 0,0 0 2 16,-9-3-3-16,9 3-3 0,-4-4 4 0,4 4-1 16,-5-2 0-16,5 2-3 0,-4-6 5 0,4 6 2 15,0 0 3-15,-3-4-1 0,3 4-2 0,0 0 6 16,-2-7-8-16,2 7 11 0,0 0-2 0,0-6 7 15,0 6-4-15,0 0 0 0,0 0 7 0,0 0-3 16,0 0-1-16,0 0-2 0,0 0 0 0,0 0-1 16,2-7 0-16,-2 7 3 0,0 0 3 0,0 0-6 0,0 0 5 15,0 0-2-15,0 0 1 0,0 0-4 16,0 0 6-16,0 0-3 0,0 0-1 0,0 0-1 16,-3 18 2-16,3-18-3 0,-3 4 4 0,3-4 0 0,-4 7-4 15,4-7-6-15,-4 4-2 0,2-3 0 0,2-1-16 16,-5 5-2-16,5-5-2 0,-5 3-5 0,5-3-6 15,-5 0 12-15,5 0 0 0,-4 2-5 0,4-2 9 16,0 0 6-16,0 0 1 0,-8-5 1 0,8 5 0 16,-2-5 2-16,2 5 5 0,-2-4 5 0,2 4 1 15,-2-6 2-15,2 6 7 0,-1-6-1 0,1 6 6 16,-2-6 6-16,2 6 5 0,0 0 6 0,0-9 2 0,0 9-1 16,0 0 4-16,-2-5-2 0,2 5-3 0,0 0-2 15,0 0-6-15,-1-5 0 0,1 5-5 0,0 0 3 16,0 0 0-16,0 0-6 0,0 0 0 0,0 0-1 15,0 0-1-15,0 0-4 0,0 0 1 0,-4 16-5 16,4-16 3-16,-2 6 3 0,2-6-8 0,-3 6 9 16,2-3-4-16,1-3-3 0,-3 7-3 0,1-5 1 15,2-2-3-15,-4 3 2 0,4-3-5 0,-4 5-5 0,4-5-1 16,-5 1 2-16,5-1-7 0,-6 2-2 16,6-2 2-16,-5 1 3 0,5-1-4 0,-7-3 6 15,7 3 2-15,-4-4 1 0,0 0 4 0,4 4-7 0,-5-4 0 16,2-2 7-16,0 3 2 0,3 3 2 0,-4-8 11 15,0 4 3-15,2 1 7 0,2 3 1 0,-3-9 0 16,3 9 4-16,-3-5 3 0,3 5-1 0,-3-4 5 16,3 4 2-16,-3-4 6 0,3 4 3 0,0 0-8 15,0 0 1-15,-2-6-2 0,2 6 0 0,0 0-6 16,0 0 1-16,0 0-5 0,0 0-3 0,0 0-3 16,0 0 2-16,0 0-5 0,0 0 2 0,0 0-7 0,0 0 5 15,0 0-1-15,0 0-17 0,0 0 2 16,0 0 1-16,3 20 1 0,-3-20 1 0,-1 8-2 0,1-8 1 15,0 9-1-15,0-9-1 0,-2 7 3 0,-1-2 0 16,2-1 1-16,-2-1 3 0,3-3-3 0,-7 10-1 16,3-5 0-16,-1 0-2 0,1-3 0 0,-1 2-2 15,-1 0-2-15,1 0-2 0,-1-2 1 0,0 0-1 16,1-1 0-16,-1 1 2 0,-1-2 1 0,7 0-1 16,-10-1-2-16,6 0 5 0,0-2-1 0,4 3 4 15,-9-4 2-15,7 0 0 0,-1-1 2 0,2 1 3 16,0-4 6-16,-1 1 1 0,2-1 6 0,0 0 1 0,1-1 1 15,1 1 1-15,-1-5 1 0,1 0-1 16,1-1 0-16,1 1 0 0,-1 2-1 0,0-1 1 16,0 3-3-16,-1 1-4 0,0 0-2 0,1 1-1 0,-1 0 0 15,-1 2-2-15,-1 5-10 0,3-7-18 0,-3 7-17 16,1-5-26-16,-1 5-30 0,0 0-36 0,0 0-32 16,0 0-47-16,0 0-161 0,0 0-396 0,1 15 175 15</inkml:trace>
          <inkml:trace contextRef="#ctx0" brushRef="#br1" timeOffset="45465.4595">-11083 9291 97 0,'0'0'224'0,"0"0"-17"0,-9 4-14 0,9-4-10 16,-6 0-20-16,6 0-14 0,-9 2-11 0,4-2-19 15,-1 0-10-15,2 1-10 0,-3 1-15 0,2-2-16 16,-2 0-19-16,2 1-27 0,0 1-31 0,1-1-39 16,-1 1-47-16,5-2-40 0,-8 2-135 0,8-2-292 15,-5 1 130-15</inkml:trace>
          <inkml:trace contextRef="#ctx0" brushRef="#br1" timeOffset="45621.6849">-11182 9377 221 0,'0'0'275'0,"0"0"-27"16,0 0-24-16,0 0-21 0,0 0-20 0,0 0-20 15,9-10-15-15,-9 10-28 0,3-5-36 0,-3 5-60 16,0-8-79-16,0 8-94 0,0-9-133 0,0 9-305 15,-7-11 136-15</inkml:trace>
        </inkml:traceGroup>
        <inkml:traceGroup>
          <inkml:annotationXML>
            <emma:emma xmlns:emma="http://www.w3.org/2003/04/emma" version="1.0">
              <emma:interpretation id="{54380793-DB3E-4062-BCA0-D8689DB4B03A}" emma:medium="tactile" emma:mode="ink">
                <msink:context xmlns:msink="http://schemas.microsoft.com/ink/2010/main" type="inkWord" rotatedBoundingBox="2778,10238 2423,10239 2422,9856 2777,9855"/>
              </emma:interpretation>
              <emma:one-of disjunction-type="recognition" id="oneOf9">
                <emma:interpretation id="interp9" emma:lang="" emma:confidence="0">
                  <emma:literal>is.</emma:literal>
                </emma:interpretation>
                <emma:interpretation id="interp10" emma:lang="" emma:confidence="0">
                  <emma:literal>is</emma:literal>
                </emma:interpretation>
                <emma:interpretation id="interp11" emma:lang="" emma:confidence="0">
                  <emma:literal>I's.</emma:literal>
                </emma:interpretation>
                <emma:interpretation id="interp12" emma:lang="" emma:confidence="0">
                  <emma:literal>if.</emma:literal>
                </emma:interpretation>
                <emma:interpretation id="interp13" emma:lang="" emma:confidence="0">
                  <emma:literal>i's.</emma:literal>
                </emma:interpretation>
              </emma:one-of>
            </emma:emma>
          </inkml:annotationXML>
          <inkml:trace contextRef="#ctx0" brushRef="#br1" timeOffset="48466.2248">-11831 9013 120 0,'0'0'212'16,"0"0"-17"-16,0 0-13 0,0 0-7 0,0 0-9 16,0 0-9-16,0 0 1 0,0 0-9 0,0 0-11 15,3 20-9-15,-2-14-3 0,1 2-6 0,-1 1-4 16,2 2-7-16,-2 0-10 0,0 1-11 0,1 0-3 16,-1 0-22-16,0-1-8 0,-1-2-7 0,-1 3-20 15,0 0-28-15,-1-2-40 0,0-1-58 0,-1-1-69 16,0 0-236-16,-2 0-435 0,2-3 193 0</inkml:trace>
          <inkml:trace contextRef="#ctx0" brushRef="#br1" timeOffset="48467.2248">-11916 9198 216 0,'0'0'212'16,"0"0"0"-16,6 14-11 0,-5-10-6 0,-1-4-14 0,1 11-8 15,-1-5-9-15,-1 1-10 0,1 1-12 0,-1 0-10 16,-1 0-16-16,-3 1-7 0,4 0-11 0,-4-2-10 16,2 2-9-16,-1-1-8 0,0-2-9 0,-1 2-17 15,1-1-26-15,-1-1-35 0,2-1-44 0,-2-1-67 16,1-1-62-16,1 0-191 0,-1 0-411 0,4-3 182 15</inkml:trace>
          <inkml:trace contextRef="#ctx0" brushRef="#br1" timeOffset="48871.4436">-12023 9122 32 0,'0'0'159'16,"1"-6"-6"-16,1 2-11 0,-2 4-13 15,3-6-7-15,-3 6-10 0,4-5-7 0,-4 5-15 0,4-3-5 16,-4 3-9-16,4-4-3 0,-4 4-10 0,5-2-3 15,-5 2-4-15,4 0 1 0,-4 0-3 0,0 0-3 16,7 0-4-16,-7 0 1 0,0 0-2 0,6 1-1 0,-6-1-1 16,4 3-2-16,-4-3-1 0,3 4 0 15,-3-4-5-15,3 5-1 0,-3-5-2 0,0 6 1 16,0-6-3-16,0 8 0 0,0-8 0 0,-5 8-3 0,3-4 1 16,-3 0-4-16,-2 1-1 0,1-1-3 0,1-1-2 15,-2 1-2-15,0 0 1 0,1-1-2 0,-2 0-3 16,2 1-4-16,-1-1 3 0,0 1-4 0,1-1 0 15,0 0 1-15,1 0-3 0,0-1 1 0,1 0 0 16,0 1 1-16,4-3-4 0,-5 5 1 0,2-2 1 16,3-3 5-16,-4 7 6 0,4-3 1 0,0-4-1 15,-2 10 6-15,2-1 0 0,0 0 3 0,0-1-1 16,0 1 6-16,2 0-1 0,0 4 1 0,0-1 2 0,1 0-2 16,-1-3 2-16,-1 2-1 0,1-2-6 15,0 0-2-15,-1 1-2 0,0-1-3 0,0-1-10 0,0 0-19 16,-1-2-27-16,0 0-46 0,0-6-60 0,-1 7-70 15,-2-4-204-15,3-3-451 0,-4 3 200 0</inkml:trace>
          <inkml:trace contextRef="#ctx0" brushRef="#br1" timeOffset="48996.4356">-12169 9176 133 0,'0'0'315'0,"3"-6"-17"0,-3 6-24 0,3-3-22 16,-3 3-25-16,0 0-24 0,3-3-19 0,-3 3-30 15,0 0-46-15,0 0-80 0,0 0-110 0,0 0-267 16,-6 17-379-16,2-14 168 0</inkml:trace>
        </inkml:traceGroup>
      </inkml:traceGroup>
      <inkml:traceGroup>
        <inkml:annotationXML>
          <emma:emma xmlns:emma="http://www.w3.org/2003/04/emma" version="1.0">
            <emma:interpretation id="{D151CD44-C697-4B0B-B6DA-1A92964DD0A4}" emma:medium="tactile" emma:mode="ink">
              <msink:context xmlns:msink="http://schemas.microsoft.com/ink/2010/main" type="line" rotatedBoundingBox="14589,9084 11286,9094 11285,8649 14588,8639"/>
            </emma:interpretation>
          </emma:emma>
        </inkml:annotationXML>
        <inkml:traceGroup>
          <inkml:annotationXML>
            <emma:emma xmlns:emma="http://www.w3.org/2003/04/emma" version="1.0">
              <emma:interpretation id="{0B05C7F8-41D4-4BF4-99C7-384822023951}" emma:medium="tactile" emma:mode="ink">
                <msink:context xmlns:msink="http://schemas.microsoft.com/ink/2010/main" type="inkWord" rotatedBoundingBox="14589,9031 12231,9038 12230,8646 14588,8639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1" timeOffset="-44995.8343">-1268 7977 173 0,'0'0'169'0,"0"0"-11"15,0 0-18-15,0 0-12 0,0 0-19 0,0 0-1 16,0 0-6-16,0 0-8 0,-18 2-14 0,18-2-7 0,-7 2-2 15,3 0-19-15,4-2 6 0,-6 4-4 0,3-2-7 16,-2 1-3-16,2 1-9 0,3-4-2 16,-5 6 1-16,2-2-8 0,0-1-3 0,3-3-1 0,-5 6-5 15,3-3-1-15,2-3-1 0,-2 6-4 0,2-6-4 16,-1 4-4-16,1-4 3 0,0 0-1 0,0 0-4 16,2 9-1-16,-2-9 0 0,0 0-2 0,6 5 6 15,-3-3-3-15,-3-2 4 0,6 0-4 0,-6 0-1 16,6 1-3-16,-6-1 2 0,6 1-1 0,-6-1 2 15,3 2 4-15,-3-2-4 0,0 0-1 0,0 0 4 16,7-1 4-16,-7 1 0 0,0 0 1 0,0 0 3 16,0 0 3-16,0 0-7 0,0 0 1 0,0 0-2 15,0 0 1-15,0 0-1 0,0 0-2 0,0 0 5 16,0 0-16-16,-17-2 14 0,17 2-2 0,-9 0 0 16,4 0 2-16,5 0 0 0,-10 1 2 0,3 0-3 15,2-1-1-15,-1 2-4 0,0 0 4 0,1-1 3 0,0-1-5 16,-2 0 4-16,7 0 1 0,-9 0-3 0,4-3 0 15,-1 2-1-15,6 1 1 0,-9-2 0 0,5 0 1 16,1 0-4-16,3 2-2 0,-6-6 5 0,3 1 3 16,3 5 3-16,-3-7-6 0,2 2 10 0,1 5 0 15,0-9 6-15,0 9 1 0,4-9-1 0,-3 1 6 16,2 0 0-16,0-1-1 0,-1 2 5 0,2 0 1 16,-1-2-4-16,1 0 1 0,-1 1-2 0,0 1 1 15,1-1-3-15,-1 2 2 0,-1 1-3 0,0 2-4 16,-1-1-1-16,-1 4-6 0,2-5-2 0,-2 5-12 15,0 0-13-15,0 0-23 0,3-5-25 0,-3 5-37 16,0 0-46-16,0 0-42 0,0 0-163 0,0 0-379 0,-9 12 168 16</inkml:trace>
          <inkml:trace contextRef="#ctx0" brushRef="#br1" timeOffset="-46480.0911">-1047 7943 90 0,'0'0'220'0,"0"0"-14"0,0 0-15 16,0 0-17-16,0 0-8 0,0 0-8 0,-4 15-13 15,4-15-11-15,-1 7-8 0,-1-2-8 0,0 2-8 16,-1 0-7-16,1-1-8 0,-2 1-3 16,0 0-2-16,1 2-7 0,1-3-5 0,-1 0-4 0,-1 0-3 15,3-2-6-15,-2 1 0 0,0 0-5 0,3-5-5 16,-4 4-5-16,2-1-3 0,2-3-2 0,-5 2-7 16,5-2-3-16,0 0-4 0,-6 2-6 0,6-2-2 15,0 0 2-15,-6-2-4 0,6 2-5 0,-5-5-1 16,5 5-2-16,-4-4-1 0,4 4-1 0,-3-8 1 15,1 6-2-15,2 2 1 0,-3-5-5 0,3 5 1 16,-3-6-2-16,3 6-3 0,-3-4 2 0,3 4 3 16,0 0-6-16,-6-4 3 0,6 4-2 0,-5 0 2 15,5 0-2-15,0 0 0 0,-8 2 2 0,8-2 0 0,-7 5-4 16,4-3-4-16,-1 0-1 0,4-2 0 16,-6 4-7-16,3-1-12 0,-1 0-15 0,4-3-23 15,-5 8-33-15,5-8-40 0,-2 0-44 0,2 0-50 0,-4 3-184 16,4-3-446-16,0 0 197 0</inkml:trace>
          <inkml:trace contextRef="#ctx0" brushRef="#br1" timeOffset="-46277.9908">-874 7799 42 0,'0'0'187'0,"0"0"-4"16,0 0-7-16,-13 11-3 0,7-5-8 0,-1-1-3 15,-1 3-9-15,-2 1-6 0,0-1-11 0,-1 0-10 16,1 0-12-16,0-1-12 0,0-2-7 0,-1 4-23 0,2-3-35 15,-1 0-58-15,3-2-88 0,0 0-215 0,1 0-350 16,0-4 155-16</inkml:trace>
          <inkml:trace contextRef="#ctx0" brushRef="#br1" timeOffset="-47074.7911">-759 8023 154 0,'0'0'161'15,"0"0"-11"-15,0 0-10 0,0 0-15 0,0 0-5 16,-18 5-12-16,14-3-13 0,0 1-5 0,4-3-8 16,-7 4-6-16,3-1-7 0,0-1-3 0,-1 2-7 15,1-1-1-15,1 0-9 0,-1-1 0 0,1 1-5 16,3-3-4-16,-4 7-2 0,1-4 0 0,0 0-8 15,3-3-1-15,-2 7-2 0,2-7-1 0,-1 7-6 16,1-7 0-16,0 0-4 0,2 8 2 0,-2-8-2 16,3 4-1-16,-3-4 2 0,5 4-3 0,-5-4-1 15,5 2 3-15,-2 0-4 0,-3-2 1 0,0 0 1 16,7 3-1-16,-5-2-1 0,-2-1-5 0,0 0 1 16,4 6 1-16,-4-6-1 0,3 2 1 0,-3-2-3 0,0 0 3 15,0 0 2-15,-1 7 6 0,1-7-1 16,0 0 3-16,-5 7 2 0,5-7-7 0,-5 4 4 15,2-1 4-15,-1-2 2 0,4-1-1 0,-6 4 1 16,1-3 3-16,1 0 0 0,4-1 4 0,-9 3-2 0,2-2 1 16,1 0 1-16,-1-1-5 0,-1 0-1 0,0 0-2 15,-1-1 0-15,1 0-6 0,0-1-1 0,0 0 1 16,-1 1-5-16,3-1 4 0,-1 2-3 16,-1-3-2-16,4 1 4 0,0-1-2 0,4 3-3 0,-7-5 0 15,7 5 1-15,-5-6-1 0,3 3-2 0,1-2-3 16,1 5 2-16,0 0-4 0,0 0 3 0,3-18-7 15,0 8-4-15,-1 6-1 0,2-4-9 0,0 2-20 16,-1-2-20-16,1 0-23 0,-2 2-32 0,2-3-47 16,-2 3-54-16,0 0-159 0,-2 6-400 0,1-9 178 15</inkml:trace>
          <inkml:trace contextRef="#ctx0" brushRef="#br1" timeOffset="-47637.2512">-460 7997 168 0,'0'0'167'0,"0"0"-13"0,0 0-12 0,0 0-11 16,0 0-9-16,14 4-8 0,-14-4-8 0,2 7-11 15,-2-7-7-15,3 5-10 0,-3 0-2 0,2-1-2 16,-1 1-3-16,-1-5-5 0,-1 12-4 16,1-6-8-16,0-6-6 0,-2 7 0 0,1 0-5 0,0-3-7 15,-1 2-3-15,2-6-1 0,-3 8-7 0,1-4 3 16,2-4-4-16,-4 6-2 0,1-4-3 0,3-2-1 15,-7 4 2-15,4-2-5 0,3-2-1 0,-6 1-8 16,6-1-1-16,-7 0 1 0,7 0-6 0,-8-3-1 16,8 3-8-16,-12-5 2 0,8 2 0 0,-2-1-8 15,-2-3-3-15,1 3-9 0,1-2 1 0,0 1-5 16,1 0-3-16,2-1 1 0,-1 0 2 0,4 6-2 16,-6-12 5-16,6 7 1 0,0 5 2 0,-1-12-3 15,1 12 3-15,3-9 2 0,-3 9 1 0,1-9 0 16,-1 9 10-16,3-6-4 0,-3 6 1 0,0 0 2 15,4-6 6-15,-4 6-7 0,6-4 8 0,-3 2 0 16,-3 2-1-16,6-1 1 0,-6 1 0 0,0 0 7 16,8 1-5-16,-8-1 6 0,6 3-2 0,-2-2 3 0,-4-1 1 15,4 4 0-15,0-1 3 0,-4-3-2 0,5 4 4 16,-2-1-3-16,-3-3 2 0,3 6-5 16,-2-3 2-16,-1-3 4 0,1 6-4 0,-1-6 4 0,0 0 3 15,0 0 1-15,-6 11-1 0,6-11-3 0,-9 4 6 16,3-2-5-16,-1-1 2 0,-1 1 1 0,1-2 3 15,-1 1-8-15,-3-1 4 0,0 0 3 0,2 2-12 16,2-1 2-16,-1-2-1 0,1 1 3 0,1 0-2 16,6 0 2-16,-10 0-2 0,4 0-2 0,6 0 5 15,-10-2 6-15,6 1 4 0,4 1 4 0,-7 0 10 16,7 0 0-16,0 0 6 0,-8 0 3 0,8 0 4 16,0 0 0-16,-5 3 0 0,5-3 3 0,-3 2 3 15,3-2-4-15,0 0-1 0,-3 5 7 0,3-5 1 16,0 0-1-16,0 7 1 0,0-7-2 0,0 0-2 15,4 9 7-15,-4-9-8 0,0 8-3 0,2-2-2 16,-1-2-1-16,-1 3-10 0,0 1 4 0,0-1-1 16,-1 1-7-16,-1-1-1 0,-1 2 0 0,2-1-3 15,-2-1-2-15,-1 0-4 0,0 0 1 0,0 0-5 0,-1-1 0 16,0 1-8-16,0-2-15 0,0 1-15 16,0-3-33-16,1 0-35 0,-1-1-40 0,1 0-40 15,4-2-39-15,-9 1-224 0,5-1-471 0,4 0 209 16</inkml:trace>
          <inkml:trace contextRef="#ctx0" brushRef="#br1" timeOffset="-47979.9922">-338 7877 171 0,'0'0'250'0,"0"0"-10"0,0 0-20 16,0 0-9-16,0 0-6 0,0 0-1 0,0 0-11 16,5 21-16-16,-5-16-13 0,2 0-3 0,-2 2-14 15,0 2-9-15,1-3-12 0,-2 2-16 0,1 0-8 16,0-1-11-16,-2 2-8 0,0-2-13 0,0 0-13 16,0 1-24-16,1 0-32 0,-1 0-46 0,0-4-64 15,0 2-67-15,2 0-69 0,-2 1-186 0,-1-3-464 16,3-4 205-16</inkml:trace>
          <inkml:trace contextRef="#ctx0" brushRef="#br1" timeOffset="-48684.066">-53 7879 12 0,'3'-5'285'0,"-3"5"-17"16,3-3-23-16,-3 3-19 0,0 0-28 0,5-3-16 16,-5 3-20-16,0 0-23 0,0 0-19 0,0 0-44 15,0 0-54-15,0 0-59 0,0 0-76 0,-15 13-185 0,10-9-323 16,0 0 144-16</inkml:trace>
          <inkml:trace contextRef="#ctx0" brushRef="#br1" timeOffset="-48918.4215">-87 7988 150 0,'0'0'154'0,"0"0"-10"15,0 0-10-15,0 0 2 0,0 0-9 0,0 0-7 0,0 0-4 16,0 0-6-16,11-9-5 0,-11 9-12 0,0 0-5 16,0 0-11-16,6-2-7 0,-6 2-1 0,0 0-13 15,0 0-6-15,7-1-8 0,-7 1 2 0,0 0-15 16,5 0 4-16,-5 0-7 0,5 3-9 0,-5-3-3 16,0 0-8-16,5 2-3 0,-5-2-2 0,3 2-9 15,-3-2-7-15,0 0-8 0,1 5 3 0,-1-5-5 16,0 0-7-16,0 7 0 0,0-7 6 0,0 0-12 15,-1 8 0-15,1-8-11 0,-1 6 6 0,1-6-6 16,-2 6-2-16,2-6 1 0,0 0 1 0,2 10 0 16,-2-10-10-16,2 3 16 0,0 2-6 0,-2-5 2 15,0 0 4-15,1 4-5 0,-1-4 11 0,2 5 4 16,-2-5 1-16,4 3 5 0,-4-3 1 0,3 4 12 16,-3-4-10-16,3 3 8 0,-3-3 9 0,5 4 7 0,-5-4-9 15,5 3 12-15,-2-3 3 0,-3 0 0 16,6 2 1-16,-6-2-1 0,3 3 0 0,-3-3 5 15,0 0-2-15,3 3-4 0,-3-3 4 0,0 0 13 0,0 0 0 16,0 0-1-16,0 0 10 0,0 0-2 0,0 0 11 16,-9 6-1-16,4-5 2 0,-3-1 2 0,2 0 0 15,-1 1 0-15,-4-2-5 0,1 0-2 0,0 2 2 16,-2-1-3-16,1-1-4 0,-1 0-6 0,1 0-2 16,-1 0-1-16,1-2 1 0,2 2-5 0,-2-2-4 15,0-1 4-15,3 4-4 0,0-3-2 0,1 1 0 16,2-1-2-16,-2 1-7 0,3-1 3 0,4 3-1 15,-5-4-2-15,5 4 0 0,-4-5-6 0,4 5 6 16,0 0-6-16,0-6-5 0,0 6 0 0,0 0 2 16,6-7-3-16,-6 7 4 0,5-4 0 0,-3 2 11 15,-2 2-1-15,6-2-1 0,-6 2 11 0,6-3 8 16,-6 3 4-16,6 0 6 0,-6 0-2 0,7-2-4 16,-7 2 1-16,0 0 3 0,6 4 3 0,-3-1 2 0,-3-3 0 15,4 6 4-15,-2-3 5 0,0 3 0 0,-1-2 1 16,0 1 2-16,-1-5 5 0,0 14-3 15,0-7 6-15,-1 1-3 0,-1-1-1 0,-3 0 1 16,2 0 0-16,-4 3-11 0,2-4-3 0,-2 0-1 0,0-1-6 16,-2 1-2-16,2-1-7 0,-1-2-1 0,1 1-12 15,-1-1-23-15,1-1-20 0,1 1-34 0,0-2-35 16,2 0-45-16,4-1-39 0,-7-1-199 0,7 1-417 16,-6-4 185-16</inkml:trace>
          <inkml:trace contextRef="#ctx0" brushRef="#br1" timeOffset="-43403.1996">-1591 7915 103 0,'0'0'203'0,"0"0"-6"16,0 0-13-16,0 0-7 0,-18-3-7 0,18 3-14 15,-8-2-13-15,8 2-10 0,-6-3-11 0,3 3-12 16,3 0-12-16,-7-4-9 0,7 4-7 0,-7-3-5 16,4 2-8-16,3 1-5 0,0 0-9 0,-5-5-5 15,5 5-8-15,-2-4-1 0,2 4-10 0,0 0-6 16,0 0-21-16,5-12-4 0,-3 8-11 0,1 1-9 16,2-3 1-16,-1 4-3 0,-1-2 2 0,2-1-2 15,-2 2 5-15,0-1-3 0,-3 4-4 0,6-3-13 16,-6 3-19-16,2-3-22 0,-2 3-31 0,0 0-15 15,0 0-50-15,0 0-105 0,0 0-302 0,0 0 134 16</inkml:trace>
          <inkml:trace contextRef="#ctx0" brushRef="#br1" timeOffset="-37981.719">-1543 7992 62 0,'0'0'202'0,"0"0"-10"15,0 0-12-15,0 0-11 0,0 0-15 0,0 0-9 16,0 0-9-16,0 0-12 0,9 3-9 0,-9-3-9 15,0 0-7-15,0 0-5 0,0 0-8 0,0 0-5 16,0 0-6-16,0 0-3 0,0 0-5 0,-3 14-9 16,3-14-3-16,-3 6-7 0,3-6-3 0,-5 6-6 15,3-2-3-15,0-1-4 0,2-3-5 0,-6 7-4 16,2-5-5-16,-1 1-3 0,1-1-7 0,1 1-7 0,-1 0-9 16,4-3-3-16,-5 4-6 0,0-4-5 15,5 0-4-15,-6 2-8 0,6-2 2 0,-7 0-6 16,7 0 3-16,-6 0-1 0,6 0 0 0,0 0 1 0,-7-5 3 15,4 3 4-15,0 0 0 0,3 2 5 0,-5-8-3 16,4 5 3-16,1 3 5 0,-5-7 3 0,4 4 4 16,1 3-3-16,-3-6 6 0,3 6 4 0,-3-5 9 15,3 5-1-15,-1-6 6 0,1 6 1 0,0 0 1 16,0 0 1-16,-2-6-1 0,2 6-2 0,0 0 2 16,0 0-2-16,0 0 4 0,0 0-3 0,0 0 3 15,0 0-11-15,0 0 8 0,0 0-5 0,0 0 2 16,0 0-2-16,0 0 0 0,0 0-3 0,0 0 3 0,0 0-4 15,0 0 2-15,0 0 0 0,0 0-4 16,-3 14-4-16,3-14 1 0,-4 4-6 0,1-1 1 0,3-3-7 16,-6 5 4-16,3-4 0 0,0 4-8 0,3-5 0 15,-6 4 3-15,3-4-10 0,3 0 2 0,-7 0-4 16,7 0 0-16,0 0-1 0,-11-2 2 0,11 2-2 16,-5-2 14-16,1-1-8 0,4 3 7 0,-5-5 0 15,3 2 4-15,2 3 1 0,-4-6 11 0,4 6-6 16,-2-7 7-16,2 7 4 0,-2-7 3 0,2 7 5 15,-1-6 6-15,1 6 5 0,0 0 5 0,0-7 1 16,0 7-1-16,0 0 0 0,0 0-2 0,-3-6 0 0,3 6-3 16,0 0-5-16,0 0 2 0,0 0-2 15,0 0-1-15,0 0-5 0,0 0-6 0,0 0 5 16,0 0-4-16,0 0-1 0,0 0 4 0,0 0-6 0,0 0 4 16,0 0-1-16,-8 10 0 0,8-10-2 0,-2 6-3 15,2-6 3-15,-3 3-2 0,3-3-3 0,-2 6 3 16,2-6 1-16,-3 7 1 0,2-4-5 0,1-3 0 15,-7 4 1-15,5 1 1 0,0-2 0 0,-2 0 2 16,4-3-2-16,-7 4-2 0,2-1 4 0,1-1-1 16,4-2-3-16,-9 3 1 0,4-2-1 0,-1-2-5 15,0 2-4-15,-1 0-2 0,1-1-6 0,6 0-5 0,-11 0-1 16,6-1-6-16,-2 1-5 0,0-2 0 0,2 0 4 16,0 0-2-16,1 1-3 0,4 1 0 15,-10-6-2-15,6 3 11 0,0 0-5 0,4 3 4 0,-5-5 3 16,3 2 8-16,2 3-4 0,-4-6 4 0,4 6-2 15,-3-6 4-15,3 6 1 0,-1-6 5 0,1 6-1 16,0 0 4-16,2-8 0 0,-2 8 1 0,3-5 3 16,-3 5 4-16,3-4-4 0,-3 4 11 0,4-3-2 15,-4 3-1-15,4-2 4 0,-4 2 2 0,5-2 0 16,-5 2 3-16,0 0 4 0,7 0 0 0,-7 0-6 16,6 0 3-16,-6 0-4 0,3 4 7 0,-3-4 1 15,4 4-3-15,-4-4 1 0,3 5 2 0,-3-5-5 0,2 6 6 16,-2-6-4-16,0 6 1 0,0-6 1 0,0 8 1 15,0-8-1-15,-4 10 0 0,1-5-4 16,0 1 1-16,-1 0 0 0,0-3-1 0,-1 2-2 0,0-1 1 16,-1-1-2-16,0 1-1 0,1-1-2 0,-2-1-1 15,1 1 1-15,0-2-5 0,0 1 4 0,-1 0-7 16,-1-1-5-16,0-2-3 0,1 1 1 0,0-2 2 16,-1 1-4-16,1 0-3 0,-1-1 4 0,1-1-3 15,0 0 3-15,2 2 2 0,0-3 2 0,2 1 3 16,0 0-5-16,3 3 1 0,-7-6 3 0,6 3-1 15,-2-1 3-15,3 4 2 0,-3-6 0 0,3 6 3 16,-2-4-1-16,2 4 5 0,0 0 1 0,-1-7-4 0,1 7 1 16,0 0 2-16,0 0 2 0,0 0-2 15,0 0-1-15,2-7-1 0,-2 7 0 0,0 0-2 0,0 0 3 16,0 0-2-16,0 0-4 0,5-1 0 0,-5 1 1 16,0 0-2-16,0 0 0 0,0 0-2 0,0 0 2 15,0 0-3-15,1 13 1 0,-1-13-2 0,0 0-3 16,-4 9-2-16,4-9-1 0,-2 7-5 0,-2-4-3 15,4-3-2-15,-5 5 1 0,3-3-5 0,2-2-4 16,-7 5-2-16,3-5-3 0,0 2-5 0,4-2 0 16,-8 2-8-16,4-2 3 0,4 0-3 0,-9 0 2 15,9 0 4-15,-7-2 5 0,3 0 6 0,-2-1 0 0,2 0 1 16,1-1 5-16,3 4 1 0,-7-5-5 0,7 5 8 16,-2-7 2-16,2 7 3 0,-2-5 0 15,2 5 7-15,-1-7-1 0,1 7-1 0,0 0 6 0,-1-7 9 16,1 7-2-16,0 0 1 0,0 0-2 0,0 0 0 15,4-5-2-15,-4 5 2 0,0 0 0 0,0 0 2 16,0 0-5-16,6 0 3 0,-6 0-5 0,0 0-1 16,0 0-1-16,0 0 4 0,3 9-2 0,-3-9-2 15,0 0 4-15,-1 9-2 0,1-9-5 0,-5 6 3 16,5-6-6-16,-6 3-3 0,3 0 1 0,-1 0-7 16,1 0-5-16,3-3 1 0,-7 2-2 0,7-2-8 15,-6 1-4-15,0-1 0 0,6 0-3 0,-8 0 5 16,8 0-8-16,-7-1 1 0,2-3 6 0,1 3 6 15,-1-3-5-15,1 2 9 0,4 2-2 0,-7-6 10 0,4 4 11 16,-1-1 1-16,4 3 5 0,-4-4 9 0,4 4 0 16,-4-3 4-16,4 3 8 0,0 0 1 0,-5-4 0 15,5 4 4-15,0 0-3 0,0 0 5 0,0 0 4 16,0 0 6-16,0 0 1 0,0 0-4 0,0 0 0 16,0 0 2-16,0 0 2 0,0 0 9 0,0 0 0 15,0 0-6-15,0 0 2 0,0 0-1 0,0 0-1 16,0 0 0-16,9 14-3 0,-9-14 0 0,2 5 0 15,-2-5-1-15,2 7-1 0,-1-2 1 0,0-1-2 0,-1-4 0 16,3 10-5-16,-3-6-2 0,2 2-2 0,-1-2 1 16,1 1 0-16,-1 0-4 0,1-1 5 15,1 1-2-15,-1-1-5 0,-2-4 1 0,3 8-6 0,-1-4 0 16,-1-1 0-16,-1-3-1 0,2 8-3 0,-2-8 0 16,-1 7-1-16,1-7 0 0,0 0-1 0,-2 9-2 15,2-9 2-15,-3 6 0 0,1-2 2 0,-2-1-4 16,1 1 2-16,1-1-3 0,-2 0 4 0,-1-1 0 15,1 2-4-15,-3-1-3 0,1 0 3 0,0-1-4 16,0-2-2-16,0 2 5 0,-2 0-3 0,0-1 0 16,0 0-1-16,-3-2 2 0,0 0-4 0,1-1 1 15,-1 1 0-15,0-3 1 0,0 0 0 0,1 0-2 0,2 1 0 16,0 0-1-16,0-4 0 0,1 2-3 0,0-1 3 16,0 0-3-16,3-1 1 0,0 2 0 15,2-3-8-15,-1 2-6 0,2 0-17 0,1-3-15 0,0 2-16 16,1-2-30-16,1 5-32 0,0-4-45 0,1 0-28 15,-1 2-41-15,1-3-149 0,3 1-418 0,-1 1 185 16</inkml:trace>
          <inkml:trace contextRef="#ctx0" brushRef="#br1" timeOffset="-37121.407">-1869 7853 3 0,'0'0'228'0,"0"0"-3"0,0 0-9 0,0 0-17 16,0 0-6-16,0 0-17 0,-13 6-17 0,7-6-17 15,-3 2-14-15,1 0-10 0,0-1-22 0,-1 0-33 16,3-1-44-16,-2 1-67 0,4-1-80 0,-2 1-171 15,6-1-323-15,-9-1 144 0</inkml:trace>
          <inkml:trace contextRef="#ctx0" brushRef="#br1" timeOffset="-37622.3696">-2081 7910 37 0,'0'0'202'0,"0"0"-11"0,0 0-10 16,0 0-28-16,0 0 1 0,0 0-14 0,0 0-4 0,0 0-14 15,0 0-11-15,0 0-11 0,-22 4-9 0,19-3-7 16,-4-1-12-16,2 0-4 0,-2 0-9 0,1 0-8 15,6 0-8-15,-8 0-11 0,3 0-7 0,5 0-14 16,-7-3-5-16,4 0-7 0,3 3-4 0,-5-4-5 16,5 4-8-16,-2-5 7 0,2 5-9 0,-1-6 6 15,1 6-1-15,0-8 8 0,0 8-2 0,3-9 1 16,-2 6 1-16,-1 3 3 0,3-9 0 0,-1 6-4 16,-2 3 3-16,5-7 2 0,-4 4 2 0,-1 3-6 0,4-6-15 15,-4 6-21-15,3-3-30 0,-3 3-26 0,0 0-42 16,6-2-115-16,-6 2-277 0,6 0 123 15</inkml:trace>
        </inkml:traceGroup>
        <inkml:traceGroup>
          <inkml:annotationXML>
            <emma:emma xmlns:emma="http://www.w3.org/2003/04/emma" version="1.0">
              <emma:interpretation id="{382971C0-79DA-4924-B195-9B1B8A880002}" emma:medium="tactile" emma:mode="ink">
                <msink:context xmlns:msink="http://schemas.microsoft.com/ink/2010/main" type="inkWord" rotatedBoundingBox="12082,9092 11286,9094 11285,8708 12081,8705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1" timeOffset="-34935.0369">-2539 7994 138 0,'0'0'157'0,"0"0"-13"0,8 13-5 16,-8-13-9-16,5 6-15 0,-3-3-6 0,-1 3-5 15,0-1-14-15,1-1-7 0,0 2-11 16,0-1-1-16,0 1-2 0,-1 0-4 0,0-1-4 0,0 0-15 15,-1-5 3-15,-1 8-5 0,1-8-1 0,0 8-5 16,0-8 0-16,-1 5-5 0,1-5-4 0,0 0 1 16,-2 7-2-16,2-7-3 0,-3 4-2 0,3-4 2 15,-3 3-10-15,3-3 3 0,-5 2-1 0,5-2-1 16,-7 0-3-16,7 0 0 0,-7-2-2 0,7 2-2 16,-8-3-6-16,3 2 3 0,0-1-3 0,1-1 1 15,-1 1-3-15,1-3-6 0,-2 2-3 0,3-1 2 0,-2-2-5 16,1 1-3-16,0-1-11 0,-1-1 9 0,1 1-5 15,2 2 0-15,0-1-3 0,0-1 6 0,2 6-7 16,-2-9 3-16,2 9 0 0,1-9-1 0,-1 9-2 16,4-9 0-16,-1 6 4 0,-1-1 2 0,3 1 3 15,-5 3-1-15,5-5 7 0,-1 3-4 0,-1-1 4 16,-3 3 4-16,6-3-5 0,-2 1 4 0,-4 2-2 16,5-3 7-16,-5 3-3 0,6-1 7 0,-6 1-5 15,4-1 9-15,-4 1-1 0,7 1 1 0,-7-1 0 16,3 4-4-16,-3-4-1 0,4 3 7 0,-4-3-1 15,2 4-3-15,0 0-1 0,-2-4 4 0,0 8-4 0,0-8-4 16,0 8 7-16,0-8 0 0,-2 7-3 0,0-2 5 16,0-2-1-16,2-3-5 0,-7 4 8 0,2-2-1 15,1 1 0-15,-4 0 5 0,1 0-2 0,-1-2-1 16,1-1-4-16,-2 2 3 0,1-1-9 0,0 1 2 16,1-2-1-16,0 2 5 0,0-2-7 0,1-2 0 15,2 2-3-15,-2-2 0 0,0-1-2 0,1 2 5 16,5 1-3-16,-7-3 2 0,3 0 2 0,4 3-1 15,-7-3-2-15,7 3 3 0,-4-5 2 0,4 5 6 0,-4-3-5 16,4 3 4-16,-2-4 0 0,2 4 1 0,0 0 2 16,0 0 7-16,-1-6 0 0,1 6 4 0,0 0 5 15,0 0-8-15,0 0 10 0,0 0-2 0,3-8-1 16,-3 8-1-16,0 0-8 0,0 0 0 0,0 0 5 16,0 0-7-16,0 0 2 0,0 0-3 0,0 0-6 15,0 0 3-15,0 0 0 0,0 0-2 0,3 17-1 16,-3-17-2-16,0 0 0 0,-4 9 2 0,4-9-7 15,-2 6 1-15,2-6-1 0,-2 7-1 0,-1-5-7 16,3-2-1-16,-4 5 2 0,4-5 0 0,-3 2-6 16,3-2 2-16,-5 5-4 0,5-5 0 0,-4 2 0 0,4-2 0 15,0 0 1-15,-10-5 1 0,7 3 2 0,3 2-3 16,-9-4-2-16,6-1 4 0,1 2-5 0,2 3 3 16,-7-4 2-16,4 1 6 0,3 3-2 0,-3-7-11 15,3 7-3-15,-3-5 4 0,3 5 4 0,-3-5-4 16,3 5 6-16,0 0 3 0,0-6 3 0,0 6 3 15,0 0 0-15,0 0-1 0,0 0 2 0,-2-6-3 16,2 6 1-16,0 0 6 0,0 0-2 0,0 0 1 0,0 0-2 16,0 0-1-16,0 0 4 0,7-3 3 15,-7 3-9-15,0 0-2 0,0 0 4 0,0 0-1 16,0 0 2-16,0 0 1 0,0 0-6 0,0 0 5 0,-5 17 0 16,5-17 0-16,-3 6-7 0,2-2 1 0,1-4 0 15,-5 6-3-15,3-3 1 0,-2 0-8 0,0 0-4 16,1-1-6-16,3-2-5 0,-9 2-1 0,3-1-6 15,6-1 6-15,-10-3-2 0,4 0 5 0,2 1-2 16,0 1 5-16,-3-2 4 0,7 3 6 0,-4-5 9 16,1 2 2-16,3 3 0 0,-2-6 8 0,2 6-7 15,-3-6 12-15,3 6 3 0,0-6 3 0,0 6-5 16,0 0 5-16,0-7 5 0,0 7-7 0,0 0 3 0,1-7 9 16,-1 7 2-16,0 0 1 0,0 0-6 15,0 0 1-15,0 0-6 0,2-4 2 0,-2 4 1 0,0 0 4 16,0 0-6-16,0 0 0 0,0 0-3 0,0 0 0 15,0 0-4-15,0 0-1 0,-7 13-1 0,7-13 1 16,-3 6 2-16,0-4-4 0,3-2-3 0,-3 8 6 16,0-6-5-16,3-2-2 0,-5 7-3 0,2-3 0 15,0 0-5-15,-1-2-3 0,4-2 1 0,-7 5 2 16,2-3-1-16,5-2-5 0,-7 0-5 0,7 0 1 16,-8 0-5-16,3-4 3 0,1 1-1 0,-1 1 6 15,5 2-4-15,-8-5 3 0,5 2 3 0,0-1 3 0,3 4 2 16,-4-7-1-16,1 4 7 0,3 3 2 0,-3-7 0 15,2 2 0-15,1 5 3 0,-2-7 4 16,2 7 1-16,0-6 6 0,0 6-1 0,0-8 7 0,0 8 8 16,0 0 5-16,-1-7-2 0,1 7 6 0,0 0 2 15,0 0 0-15,1-7-1 0,-1 7-4 0,0 0-5 16,0 0-1-16,0 0-6 0,0 0 0 0,0 0-3 16,0 0 2-16,0 0-5 0,0 0 1 0,0 0-6 15,0 0 1-15,3 17-2 0,-3-17 1 0,3 6 1 16,-3-1-4-16,0-5-2 0,0 8 1 0,1-2-2 15,-1-6 1-15,-2 10-3 0,0-6 0 0,-1-1 2 16,0 0 1-16,0 2-3 0,-1-4-1 0,1 2-2 16,-2 0 2-16,0-1 0 0,-2 1-1 0,2-3-1 15,-2 0 0-15,1 0-3 0,0 0 0 0,1 1 0 0,-1-1 2 16,6 0-2-16,-9 1 0 0,5-1-2 0,4 0 4 16,-5-1 2-16,5 1-4 0,-7-2 3 0,7 2-1 15,-4-2-3-15,4 2 2 0,-5-2-3 0,5 2 3 16,0 0-4-16,0 0 0 0,-6-1 0 0,6 1 5 15,0 0-2-15,0 0 1 0,0 0 2 0,0 0-3 16,-1 8 1-16,1-8-2 0,0 0 3 0,3 9-2 16,-3-9 2-16,4 5 0 0,-3 1-1 0,-1-2-4 15,0-4 6-15,6 7-1 0,-5-4-4 0,1 1-1 0,-2-4-3 16,4 8 3-16,-4-8 0 0,2 6-7 16,-2-6 2-16,0 5 1 0,0-5-1 0,0 0-3 15,0 5 2-15,0-5-2 0,0 0-5 0,0 0-2 0,-4 5-5 16,4-5-5-16,0 0 0 0,-7 0 0 0,7 0 1 15,0 0-6-15,-10-6 3 0,10 6 1 0,-7-2 0 16,4 0 8-16,0-1-4 0,3 3 2 0,-5-5-1 16,2 2 3-16,3 3 0 0,-4-6 5 0,4 6-2 15,-3-6 7-15,3 6-4 0,-3-7 4 0,3 7-2 16,-1-6 0-16,1 6-6 0,-2-7 7 0,2 7-6 16,-1-4 10-16,1 4-4 0,0 0 7 0,-2-8-3 15,2 8 0-15,-2-4 3 0,2 4 1 0,0 0-1 16,-4-3 2-16,4 3-2 0,0 0 2 0,-7-2-1 15,7 2 2-15,-6-3 7 0,2 3-5 0,4 0 4 0,-10 0 4 16,3 0-2-16,7 0 0 0,-10 2 2 0,4 1 8 16,3-3-2-16,3 0 3 0,-11 5-1 0,7-3 3 15,0 1 0-15,1 1 3 0,-2-1 3 0,2-1-2 16,0 4 5-16,0-3 9 0,2 3-1 0,1-6-1 16,-2 11 2-16,1-6 1 0,2 3 0 0,-1-2-1 15,1 2 2-15,0-2 0 0,0 3 4 0,0 0-8 16,1 0-1-16,0-1 2 0,-1 2 4 0,1-2-2 15,-1 0-2-15,0 2-3 0,0-1-4 0,-1-1-2 0,1 1-1 16,-1-2-7-16,0-2-7 0,0-5-20 16,0 12-20-16,0-8-29 0,0-4-37 0,-1 6-32 15,1-6-44-15,0 0-56 0,0 0-123 0,0 0-376 0,0 0 167 16</inkml:trace>
          <inkml:trace contextRef="#ctx0" brushRef="#br1" timeOffset="-34622.5894">-2921 7864 20 0,'0'0'236'0,"0"0"-14"16,0 0-13-16,0 0-13 0,0 0-14 0,0 0-22 16,-11 9-11-16,7-8-17 0,4-1-15 0,-9 4-9 15,2-3-21-15,0 1-17 0,0 0-30 0,-1 0-48 0,0-1-57 16,0-1-53-16,-1 0-172 0,1-1-314 15,1 2 139-15</inkml:trace>
          <inkml:trace contextRef="#ctx0" brushRef="#br1" timeOffset="-32982.0838">-3307 8071 150 0,'0'0'280'0,"4"-4"-16"16,-4 4-20-16,0 0-16 0,4-6-20 0,-4 6-12 16,0 0-28-16,5-2-7 0,-5 2-15 0,0 0-17 15,1-3-17-15,-1 3-24 0,0 0-17 0,0 0-31 16,0 0-36-16,0 0-34 0,0 0-36 0,0 0-47 15,0 0-47-15,0 0-194 0,0 0-383 0,0 0 170 0</inkml:trace>
        </inkml:traceGroup>
      </inkml:traceGroup>
    </inkml:traceGroup>
    <inkml:traceGroup>
      <inkml:annotationXML>
        <emma:emma xmlns:emma="http://www.w3.org/2003/04/emma" version="1.0">
          <emma:interpretation id="{699C94A8-F800-4676-81BD-1F6C68838C3D}" emma:medium="tactile" emma:mode="ink">
            <msink:context xmlns:msink="http://schemas.microsoft.com/ink/2010/main" type="paragraph" rotatedBoundingBox="14728,7940 755,7979 750,6354 14724,63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9AAAE31-3891-41BF-BA17-92EE4E8A24F6}" emma:medium="tactile" emma:mode="ink">
              <msink:context xmlns:msink="http://schemas.microsoft.com/ink/2010/main" type="line" rotatedBoundingBox="14728,7940 755,7979 753,7413 14727,7374"/>
            </emma:interpretation>
          </emma:emma>
        </inkml:annotationXML>
        <inkml:traceGroup>
          <inkml:annotationXML>
            <emma:emma xmlns:emma="http://www.w3.org/2003/04/emma" version="1.0">
              <emma:interpretation id="{E755D646-8CF0-44E0-AA6D-754F53923DBC}" emma:medium="tactile" emma:mode="ink">
                <msink:context xmlns:msink="http://schemas.microsoft.com/ink/2010/main" type="inkWord" rotatedBoundingBox="14728,7881 14400,7882 14399,7560 14727,7559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-113163.7315">44 6716 56 0,'0'0'175'0,"0"0"-7"0,0 0-5 0,0 0-10 15,0 0-8-15,0 0-6 0,-8 10-7 0,8-10-7 16,-3 5-9-16,3-5-2 0,-4 7-3 0,2-3-5 16,-2 0-7-16,4-4-6 0,-6 10-3 0,2-5-4 0,0 3-6 15,0-4-4-15,-1 1-3 0,1 1-7 0,-1 0-4 16,1-1-7-16,0 0-7 0,1 0 0 16,-1 0-5-16,0 0-5 0,1 0-1 0,0-2-6 15,0 1 0-15,1 0-3 0,2-4-5 0,-3 4-1 0,3-4-2 16,-3 5 0-16,3-5 1 0,0 0-4 0,0 0 7 15,-2 4-5-15,2-4 3 0,0 0 1 0,0 0-1 16,9 3 1-16,-4-3-8 0,1 0 1 0,0 0-3 16,1 1 1-16,0-1 1 0,2 1-6 0,0 0-1 15,-2 0 0-15,4 0-4 0,1 0-5 0,-2-1-12 16,1 1-18-16,-3 1-23 0,3-3-28 0,-4 2-41 16,3-1-35-16,-2 0-36 0,1-2-54 0,-3 2-126 15,2 0-405-15,-2-1 180 0</inkml:trace>
          <inkml:trace contextRef="#ctx0" brushRef="#br0" timeOffset="-112695.0311">115 6722 49 0,'0'0'210'0,"0"0"-12"0,0 0-13 0,0 0-7 16,0 0 1-16,0 0-10 0,0 0-6 0,0 0-2 0,0 0-9 16,0 0 4-16,0 0-9 0,-9 12-8 0,8-7-7 15,1-5-10-15,-3 12-10 0,1-4-6 0,0-1-6 16,-1 1-3-16,2 2-11 0,-2-1-5 0,-1 3-12 15,1 0-5-15,-2 0-6 0,2 3-5 0,0-3-8 16,-1 2-11-16,2-2-19 0,-1 1-23 0,3 0-35 16,-1-3-47-16,0 2-59 0,1-4-55 0,-1 0-67 15,0-1-146-15,0 1-450 0,0-3 200 0</inkml:trace>
          <inkml:trace contextRef="#ctx0" brushRef="#br0" timeOffset="-111491.9934">-111 6718 109 0,'0'0'170'0,"0"0"-2"0,0 0-13 0,0 0-2 15,0 0-3-15,0 0-4 0,0 0-2 0,-10 10-6 16,10-10-9-16,-3 6-6 0,3-6-2 0,-2 7-6 15,2-7-2-15,-4 6-6 0,2-1 0 0,0-1-2 16,-1 1-7-16,1 0-6 0,-2 0-9 0,1 2 4 16,-1-1-3-16,1 1-7 0,-2-1-5 0,2 2-4 15,-1-1-4-15,-1 1-6 0,1 1-3 0,0 0-1 16,0 2-10-16,1-2-3 0,1-1-3 0,-1 1-3 16,1 0-4-16,2 0-1 0,-1 1 0 0,2-1-7 15,1 0-2-15,1 0-2 0,2 3-9 0,1-1-14 16,0 0-5-16,3-2-22 0,0 0-28 0,2 1-22 0,0-1-29 15,0 1-63-15,3-1-60 0,-3-1-229 0,-1-1-499 16,-1-4 221-16</inkml:trace>
        </inkml:traceGroup>
        <inkml:traceGroup>
          <inkml:annotationXML>
            <emma:emma xmlns:emma="http://www.w3.org/2003/04/emma" version="1.0">
              <emma:interpretation id="{6083B1B4-05D6-44B9-8EB1-5512B49F3B71}" emma:medium="tactile" emma:mode="ink">
                <msink:context xmlns:msink="http://schemas.microsoft.com/ink/2010/main" type="inkWord" rotatedBoundingBox="14203,7844 13705,7846 13704,7560 14202,7558"/>
              </emma:interpretation>
              <emma:one-of disjunction-type="recognition" id="oneOf13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1" timeOffset="-106616.3492">-737 6742 132 0,'0'0'262'0,"0"0"-17"0,0 0-16 0,0 0-16 0,0 0-18 16,0 0-9-16,0 0-10 0,0 0-6 15,0 0-10-15,0 0-8 0,0 0-5 0,0 0-11 0,0 18-10 16,0-18-7-16,0 12-10 0,0-6-11 0,0 3-8 15,0-2-6-15,0 1-10 0,0 2-7 0,0-1-8 16,-2 1 0-16,1-1-25 0,0 1-29 0,-1-1-37 16,2 0-51-16,-3-2-60 0,1-1-75 0,1 0-258 15,-1-1-515-15,0-1 229 0</inkml:trace>
          <inkml:trace contextRef="#ctx0" brushRef="#br1" timeOffset="-106414.2377">-826 6872 106 0,'0'0'181'0,"0"0"-17"0,0 0-14 16,4 5-14-16,-4-5-11 0,2 4-19 0,-2-4-4 0,0 0-12 15,0 7-7-15,0-7-9 0,0 0-6 0,-3 8-7 16,3-8-7-16,-3 5-7 0,0-2-6 0,3-3-3 16,-3 6 0-16,3-6-5 0,-6 5-6 15,4-2-2-15,2-3-3 0,-7 2 0 0,4 0-2 0,3-2-3 16,-6 3 0-16,3-1-3 0,3-2 4 0,-6 0-8 16,6 0 1-16,0 0 0 0,-8-2 3 0,8 2 1 15,-4-3 10-15,4 3 20 0,-4-4 14 0,4 4 3 16,-3-8 6-16,3 8 6 0,0-7 8 0,0 0-5 15,0 7-1-15,2-8 0 0,-2 1-5 0,2-2-7 16,0-1 1-16,0-1 0 0,1 3-10 0,1-3-5 16,-1 3-5-16,-1-1-4 0,0-1-2 0,1 2-7 15,0 1-5-15,-2 2-4 0,0 1-21 0,-1 4-18 16,2-9-34-16,-2 9-43 0,0 0-43 0,0-6-58 16,0 6-57-16,0 0-154 0,0 0-437 0,0 0 195 15</inkml:trace>
          <inkml:trace contextRef="#ctx0" brushRef="#br1" timeOffset="-106148.6167">-839 6999 17 0,'0'0'227'0,"-6"2"-17"16,6-2-15-16,-6 0-21 0,6 0-15 0,-6 1-17 16,1-1-13-16,5 0-17 0,0 0-28 0,-11-1-42 15,7-1-51-15,4 2-58 0,-7-2-170 0,3-1-255 16,4 3 114-16</inkml:trace>
          <inkml:trace contextRef="#ctx0" brushRef="#br1" timeOffset="-107367.2421">-498 6861 163 0,'0'0'223'0,"0"0"-12"0,0 0-4 0,0 0-8 16,0 0-16-16,0 0-11 0,0 0-7 0,0 0-10 15,0 0-17-15,0 0-6 0,11-8-11 0,-11 8-10 16,0 0-8-16,6-1-13 0,-6 1-7 0,4-2-11 16,-4 2-7-16,0 0-1 0,7 0-8 0,-7 0-7 15,5 0-6-15,-5 0-10 0,0 0-4 0,8 0-5 16,-8 0-6-16,5 0-5 0,-5 0-5 0,5 3-4 15,-5-3 0-15,5 1-3 0,-5-1-3 0,4 2-4 16,-4-2-5-16,0 0-3 0,4 3 1 0,-4-3-6 16,2 4-6-16,-2-4-2 0,1 5-5 0,-1-5-2 0,0 0 0 15,0 9-8-15,0-9-3 0,0 0-4 16,0 9-6-16,0-9-6 0,1 6 4 0,-1-6 3 16,1 9 3-16,-1-9-5 0,0 5-15 0,0-5 3 0,1 7 6 15,-1-7-1-15,1 5 9 0,-1-5-6 0,2 6 7 16,-1-2 10-16,-1-4-8 0,2 6 15 0,-2-6-5 15,3 5 12-15,-3-5 4 0,2 5 2 0,-2-5-1 16,3 6-3-16,-3-6 6 0,3 4-1 0,-1-2 5 16,-2-2 5-16,5 4-5 0,-2-2-2 0,-3-2 5 15,6 2-12-15,-6-2 3 0,5 2 1 0,-5-2 10 16,0 0-11-16,0 0 0 0,0 0 14 0,0 0 6 16,0 0-3-16,0 0 8 0,0 0-5 0,0 0-2 15,0 0 6-15,0 0-8 0,-20-5-8 0,16 4 21 16,-4-1-7-16,1 1 4 0,-2 0-1 0,2-1-1 15,-2 0-2-15,1 0 9 0,1 0-8 0,-2-1 2 16,-1 0-3-16,-2-3 1 0,0 1 5 0,2 1 1 0,0-1 5 16,4 2-3-16,0-1 9 0,1 1 3 0,-1-1 6 15,2 1 4-15,1 1-8 0,0-3 0 16,3 5 13-16,-6-6 7 0,4 2 5 0,2 4 8 16,-3-5 2-16,3 5 4 0,-2-4 3 0,2 4 7 0,0 0-4 15,0 0-2-15,-2-7 3 0,2 7-1 0,0 0 1 16,0 0 1-16,-1-5-7 0,1 5-1 0,0 0-1 15,0 0-5-15,0 0-5 0,0 0-1 0,-1-7-5 16,1 7-4-16,0 0-3 0,0 0-5 0,0 0 1 16,0 0-4-16,0 0-1 0,-1 18-4 0,1-18-3 15,1 9 3-15,-1-9-7 0,1 11-1 0,-2-5-1 16,0 2-3-16,0-2 0 0,-1 0 2 0,0 0-5 16,-1 0 0-16,0 0 0 0,-1 2 0 0,0-4-4 15,-1 2 0-15,1-1-14 0,-3 0-8 0,0-1-22 16,2 0-11-16,-2 0-21 0,0-1-36 0,2-2-25 15,0 0-43-15,0 0-65 0,5-1-126 0,-7 0-395 16,7 0 176-16</inkml:trace>
          <inkml:trace contextRef="#ctx0" brushRef="#br1" timeOffset="-107132.9207">-448 6729 215 0,'0'0'271'0,"6"-5"-19"0,-3 3-17 0,-3 2-21 0,3-3-25 16,-3 3-20-16,0 0-22 0,4-3-35 0,-4 3-35 15,0 0-47-15,0 0-61 0,0 0-62 0,0 0-69 16,0 0-110-16,0 0-292 0,-14 10 129 0</inkml:trace>
        </inkml:traceGroup>
        <inkml:traceGroup>
          <inkml:annotationXML>
            <emma:emma xmlns:emma="http://www.w3.org/2003/04/emma" version="1.0">
              <emma:interpretation id="{D5AAF0C0-84C3-4788-B6BB-578FF14F0EF8}" emma:medium="tactile" emma:mode="ink">
                <msink:context xmlns:msink="http://schemas.microsoft.com/ink/2010/main" type="inkWord" rotatedBoundingBox="13549,7935 11230,7941 11229,7548 13548,7541"/>
              </emma:interpretation>
              <emma:one-of disjunction-type="recognition" id="oneOf14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1" timeOffset="-99539.7371">-2569 6905 216 0,'0'0'209'0,"0"0"-8"0,9 11-28 0,-9-11-11 15,5 3-9-15,-5-3-9 0,5 3-1 0,-1 1-12 16,-2-2-1-16,0 2-1 0,1 0-12 0,0-1-10 16,-1 2-8-16,-1-1-10 0,-1-4-9 0,4 8-6 15,-2-5-10-15,-2-3-5 0,2 6-5 0,-2-6-5 16,1 5-6-16,-1-5 0 0,0 0-10 0,0 6-4 16,0-6-11-16,0 0-7 0,0 0-9 0,-5 6-8 15,5-6-12-15,-4 0-6 0,4 0-6 0,-7 0 4 16,7 0-8-16,-8-3 0 0,8 3 2 0,-7-6-6 15,4 3 11-15,1 1-3 0,2 2 6 0,-4-8 0 16,1 4 5-16,1-2-3 0,2 6 6 0,-1-10 1 0,0 5-3 16,1 5 7-16,2-13-3 0,-1 9 5 0,0-1 6 15,-1 5 4-15,3-8 4 0,-1 4 4 0,-2 4 2 16,0 0 6-16,2-8 4 0,-2 8-1 0,1-4 1 16,-1 4 1-16,0 0-2 0,0 0 1 0,0 0-5 15,0 0 0-15,1-7-2 0,-1 7 4 0,0 0-2 16,0 0-1-16,0 0-1 0,0 0-1 0,0 0-1 15,0 0-1-15,0 0 1 0,-13 7-2 0,9-5-1 16,0 1-3-16,-2-1 2 0,1 0-2 0,0 1 0 16,-2-1-1-16,0 0 0 0,2 0-3 0,-1-2 2 15,0 2-1-15,6-2 0 0,-7 3 0 0,2-2 2 0,5-1-3 16,-6-1 1-16,6 1-2 0,-5 1-1 0,5-1 1 16,0 0 2-16,-7 0 0 0,7 0-2 0,0 0 0 15,-7-3-1-15,7 3 0 0,-7-3 2 0,4 2-2 16,3 1-2-16,-6-5 6 0,3 2-4 0,3 3-1 15,-5-4 1-15,1 1 2 0,1 0-3 0,3 3 0 16,-5-7 6-16,3 4-5 0,2 3 2 0,-4-6 0 16,4 6 0-16,-3-5 0 0,3 5-1 0,0 0 0 15,-3-5 3-15,3 5-1 0,-2-3 8 0,2 3-5 0,0 0-1 16,0 0 1-16,0 0 0 0,-2-5 1 16,2 5 1-16,0 0 0 0,0 0 2 0,0 0 2 15,0 0-2-15,0 0 1 0,0 0-3 0,0 0-1 0,0 0-1 16,0 0 1-16,0 0-3 0,4 20 1 0,-3-17-1 15,-1-3 4-15,2 7-2 0,-2-3 1 0,0-4 0 16,4 7-4-16,-3-2 0 0,-1-5 2 0,3 8 1 16,-2-6 1-16,0 3-1 0,-1-5-1 0,1 9 1 15,-1-9 1-15,0 6-3 0,0-6 3 0,-3 8-2 16,0-6 0-16,3-2-1 0,-5 6 0 0,4-3 2 16,-2 0-2-16,3-3-1 0,-7 4-3 0,4-2 5 15,3-2-4-15,-5 3 3 0,1-2-8 0,4-1-6 0,-8 1-1 16,8-1-5-16,-9-3-3 0,4 1-1 15,-1 0 0-15,0 0-1 0,0 0 0 0,0-2 0 16,0 0 2-16,0-1-3 0,0 1-1 0,2-1-4 0,-2 1 4 16,3-2-2-16,-2 1 0 0,3 0 2 0,-2-2-8 15,3 2 2-15,-1-2 2 0,1 2 3 16,-1 0 2-16,2 5-1 0,2-10 1 0,-2 10-2 0,3-10 2 16,-2 5 0-16,1-1 0 0,0 2 5 0,0-3 1 15,2 4 1-15,-2-1 3 0,-2 4 0 0,5-5 3 16,-3 2-3-16,-2 3 2 0,4-4 1 0,-4 4 2 15,3-3 3-15,-3 3-1 0,0 0 4 0,0 0-2 16,8 3 5-16,-8-3-2 0,4 2 0 0,-4-2 1 16,3 6 2-16,-1-3 0 0,0 1 5 0,-1 1 0 15,0 1 8-15,-1-6-6 0,1 9-1 0,0-5 0 16,-1-4 0-16,-2 9 0 0,1-3 1 0,1-6 2 0,-5 7-3 16,2-2 0-16,-1-3 1 0,-2 2-3 0,0-1 2 15,0 0-2-15,-1 0 0 0,-1-1-3 0,1-1-1 16,-1 1-2-16,1-1-1 0,-1-1-4 0,0 0-6 15,0 0 1-15,1 0 0 0,0 0-2 0,1 0 2 16,6 0 4-16,-7 0-1 0,2 0 1 0,5 0-1 16,-7-1 0-16,7 1 3 0,-5 1-1 0,5-1-3 15,0 0 6-15,-5 0 2 0,5 0 7 0,0 0-5 16,0 0 6-16,0 0 2 0,0 0 5 0,-6 1 2 16,6-1-2-16,0 0 9 0,0 0 3 0,0 0 2 15,0 0 0-15,6 14 0 0,-5-9-1 0,-1-5-1 16,2 7 2-16,0-2 0 0,-1 0 1 0,-1 2-3 0,1 0-4 15,-1 1 3-15,0-2-5 0,-2 2-2 16,2-2 0-16,-3 2-2 0,1 0-4 0,-2 1-2 16,2-1 2-16,0-2-2 0,-3 2 0 0,2-1-2 0,-2-1-12 15,1 0-3-15,-2-1-16 0,2-1-16 0,-1-1-21 16,2-1-32-16,-2 1-28 0,1-2-30 0,4-1-48 16,-11 0-181-16,8 0-407 0,3 0 180 0</inkml:trace>
          <inkml:trace contextRef="#ctx0" brushRef="#br1" timeOffset="-99102.2554">-3048 6855 78 0,'0'0'197'0,"7"7"-16"15,-7-7-11-15,0 6-13 0,0-6-11 0,0 6 0 16,0-6-5-16,3 6-13 0,-3-6-11 0,3 6-11 16,-2-1-8-16,-1-5-12 0,0 5-4 0,0-5-7 15,-2 9-5-15,2-9-7 0,-3 5-6 0,3-5-5 16,-5 6-6-16,2-3-3 0,3-3-4 0,-7 3-6 15,4-1-6-15,3-2-3 0,-7 3-12 0,7-3 7 16,-6 0-1-16,6 0-7 0,-9 0-1 0,9 0 0 16,-6-1-2-16,3-3 0 0,3 4 0 0,-5-3 2 0,5 3-4 15,-3-6-2-15,3 6 5 0,-2-7 0 16,2 7 12-16,-2-10-3 0,2 10-2 0,2-10 5 16,0 3 1-16,1-1-1 0,0-1 2 0,-1 1-3 0,1 0 1 15,0-2-5-15,0-2-2 0,0 3 3 0,-2 2-1 16,2-2-5-16,-1 1 1 0,0 2-1 0,-1 2-1 15,0-1-5-15,-1 5-18 0,3-7-24 0,-3 7-29 16,0 0-34-16,1-5-35 0,-1 5-38 0,0 0-207 16,0 0-411-16,0 0 183 0</inkml:trace>
          <inkml:trace contextRef="#ctx0" brushRef="#br1" timeOffset="-105711.15">-1044 6864 48 0,'0'0'174'0,"0"0"-9"0,0 0-10 16,0 0-13-16,0 13-11 0,0-13 0 16,0 7-8-16,0-7-1 0,-2 7-7 0,2-7-9 15,-3 7-8-15,0-4-9 0,-1 1-9 0,1 0-4 0,1 0-11 16,-2-1-5-16,1 1-2 0,0-2-5 0,3-2-6 15,-5 5-7-15,2-2-2 0,3-3-6 0,-5 2-4 16,5-2 0-16,-6 0-3 0,6 0-3 0,0 0-1 16,-7-2-6-16,7 2 1 0,-3-4-1 0,3 4-1 15,-4-6-4-15,4 6 2 0,-3-7 0 0,3 7 3 16,-2-6 2-16,1 2 2 0,1 4 3 0,-2-5 1 16,2 5 1-16,-2-5-2 0,2 5 0 0,0 0-4 15,-4-6-1-15,4 6 0 0,0 0-1 0,-6-1-1 16,6 1-3-16,-6-2-3 0,6 2 2 0,-6 0-1 15,6 0 2-15,-7 0-6 0,7 0-1 0,-8 3-5 16,5-2-6-16,3-1-6 0,-7 3-13 0,3-1-20 16,4-2-28-16,-7 3-40 0,5-1-42 0,2-2-67 15,-6 5-117-15,4-2-365 0,2-3 162 0</inkml:trace>
          <inkml:trace contextRef="#ctx0" brushRef="#br1" timeOffset="-105508.0434">-1159 7057 135 0,'7'0'306'0,"-7"0"-15"0,0 0-20 0,8-3-27 16,-8 3-25-16,5-4-26 0,-5 4-20 0,5-4-42 15,-5 4-51-15,3-4-73 0,-3 4-91 0,2-5-99 16,-2 5-115-16,-1-8-321 0,1 8 142 0</inkml:trace>
          <inkml:trace contextRef="#ctx0" brushRef="#br1" timeOffset="-104554.9834">-1253 6735 59 0,'6'-4'277'16,"-4"2"-19"-16,-2 2-23 0,3-3-17 0,-3 3-27 16,3-4-21-16,-3 4-20 0,0 0-36 15,0 0-42-15,0 0-54 0,0 0-49 0,0 0-67 0,0 0-59 16,0 0-89-16,0 0-267 0,0 0 118 0</inkml:trace>
          <inkml:trace contextRef="#ctx0" brushRef="#br1" timeOffset="-104789.3569">-1345 6880 97 0,'3'-9'195'0,"-3"9"-9"15,0 0-8-15,0 0-15 0,7-3-10 0,-7 3-18 16,4-1-8-16,-4 1-13 0,4-2-12 0,-4 2-8 15,0 0-11-15,0 0-6 0,8 1-7 0,-8-1-11 16,0 0-4-16,7 0-7 0,-7 0-6 0,4 2-11 16,-4-2-7-16,5 2-9 0,-5-2-2 0,5 2-8 15,-5-2 4-15,3 3-5 0,-3-3-2 0,4 4 0 16,-4-4-5-16,3 5-3 0,-3-5 1 0,0 5-1 16,0-5 4-16,0 0-1 0,1 7 1 0,-1-7 2 15,0 0-3-15,-1 7-4 0,1-7 2 0,0 0-13 16,0 0 0-16,0 10-4 0,0-10 4 0,-1 5-4 15,1-5 6-15,0 0-2 0,0 0 6 0,1 8-2 0,-1-8 0 16,0 0 0-16,1 4-4 0,-1-4 4 0,3 4-1 16,-3-4 3-16,0 0 2 0,3 4-5 15,-3-4 4-15,0 0 2 0,4 2 0 0,-4-2-3 0,0 0 3 16,5 2 2-16,-5-2 2 0,4 0 1 0,-4 0-1 16,0 0-2-16,0 0 0 0,6 0 7 0,-6 0 0 15,0 0-3-15,0 0 2 0,0 0 8 0,0 0-2 16,0 0 2-16,0 0 2 0,0 0 7 0,0 0 0 15,0 0-1-15,0 0-1 0,-17 2 2 0,17-2-2 16,-9 0-1-16,4-2 0 0,5 2 2 0,-12 0-2 16,5 0-1-16,1-2 2 0,-1 2 1 0,-1-1 0 15,4 1-8-15,-3-1 3 0,7 1-3 0,-12-1 3 16,6-1 0-16,0 0-2 0,1 1 1 0,1-1-3 16,4 2 3-16,-8-2 1 0,8 2 6 0,-7-2 1 15,4-2 3-15,3 4 11 0,-5-4-1 0,5 4 2 16,-5-5 0-16,3 2 0 0,2 3 3 0,-1-7 1 15,1 7 0-15,-2-7-2 0,2 7 5 0,0-10 1 16,2 0-3-16,-1 2 1 0,1 0-5 0,2-1-4 16,-1 1-2-16,0-2-1 0,0 1-4 0,1 2-1 15,2-5-1-15,-3 4-6 0,2-1-1 0,-2 0-10 0,0 2-17 16,-1-2-19-16,0 0-13 0,0 1-22 0,-1 0-22 16,1 1-30-16,-1 2-29 0,-1 5-41 0,0-8-144 15,0 8-361-15,0 0 160 0</inkml:trace>
          <inkml:trace contextRef="#ctx0" brushRef="#br1" timeOffset="-103961.2767">-1580 6905 12 0,'2'-11'183'0,"0"6"-12"16,1 2-5-16,-3 3-7 0,5-9-12 0,-3 4-9 15,0 1-12-15,1 2-9 0,0-2-10 0,0 0-8 0,-3 4-2 16,6-6-3-16,-2 3-3 0,-1 0-7 0,-3 3-2 16,5-5-10-16,-3 4 0 0,-2 1-2 0,0 0-6 15,8 1-7-15,-8-1-2 0,5 2-4 0,-5-2 0 16,6 4-6-16,-4-2-1 0,-2-2-4 0,6 6 0 15,-4-2-6-15,-1 0-3 0,-1-4-2 0,1 7-2 16,-1-7-2-16,1 7-2 0,-1-1-6 0,0-6-2 16,-2 8 0-16,2-8 0 0,-5 7-2 0,2-2 2 15,0-3-6-15,-3 2 1 0,1 0-3 0,-2-2 1 16,1 1-6-16,-2-2-1 0,1-1-6 0,1 2-4 0,-3-1 2 16,2-1-1-16,0 0 0 0,-1 0-1 15,1 0 6-15,-1 0-1 0,2-1-6 0,1 0 4 16,5 1 4-16,-10-2-1 0,6 2 0 0,4 0 4 0,-6-3 4 15,6 3 3-15,0 0-1 0,-7 0 6 0,7 0-2 16,0 0 1-16,-5 0-3 0,5 0 1 0,0 0 0 16,0 0 1-16,0 0-1 0,0 0 2 0,-4 3 0 15,4-3 5-15,0 0-3 0,0 7-2 0,-3-4 1 16,3-3 2-16,-2 8-3 0,1-4-3 0,-2 2 1 16,2 2 0-16,-2-1 1 0,-1 0 0 0,1 1-4 15,-2 0 2-15,1-1-5 0,0 0 1 0,1-1 2 16,-3 1-1-16,3-1-5 0,-3 0-1 0,2-1-9 15,-2 0-10-15,2 0-1 0,-1 0-11 0,1-2-13 16,1 0-10-16,0 0-22 0,-2-1-27 0,5-2-40 16,-6 3-33-16,6-3-61 0,-6 2-121 0,6-2-388 15,-5 0 173-15</inkml:trace>
          <inkml:trace contextRef="#ctx0" brushRef="#br1" timeOffset="-103585.305">-1565 6886 5 0,'2'-3'209'0,"1"-2"0"0,-1-1-5 0,0-2-6 15,1 0-4-15,0 1-7 0,-2-1-8 0,0-1-10 16,1-4-14-16,0 0-4 0,-1 4-11 0,1 0-12 0,-1-1-11 16,-1 3-10-16,0-1-10 0,0 3-12 15,0 5-9-15,0-9-28 0,0 9-37 0,0-7-56 16,0 7-71-16,0 0-73 0,-1-8-198 0,1 8-418 0,0 0 184 15</inkml:trace>
          <inkml:trace contextRef="#ctx0" brushRef="#br1" timeOffset="-102430.1548">-1915 6875 1 0,'0'0'189'16,"4"-3"-2"-16,-4 3-8 0,4-2-12 0,-4 2-7 16,5-4-15-16,-5 4-1 0,6-4-13 0,-1 2-10 0,-5 2-4 15,7-1-8-15,-7 1-13 0,5-3-6 0,-2 1-6 16,-3 2-11-16,6-3-10 0,-6 3-5 16,4-1-9-16,-4 1-2 0,0 0-10 0,0 0-4 0,6 2-12 15,-6-2-11-15,0 0-13 0,4 4-5 0,-4-4-11 16,3 3-5-16,-3-3-7 0,1 5-4 0,-1-5-5 15,3 7-1-15,-3-7-5 0,2 4 0 0,-2-4 1 16,0 7 8-16,0-7-7 0,2 4 7 0,-2-4-2 16,1 5 3-16,-1-5 6 0,0 0 3 0,2 7-1 15,-2-7 0-15,0 0 3 0,0 7 4 0,0-7-1 16,0 0 5-16,0 0-3 0,0 5 1 0,0-5-4 16,0 0 10-16,2 5-3 0,-2-5 8 0,0 0-5 0,3 3 7 15,-3-3-8-15,0 0-3 0,4 2 8 0,-4-2 4 16,0 0-1-16,0 0-2 0,4 2 4 15,-4-2-2-15,0 0-2 0,0 0 9 0,0 0-4 0,0 0 1 16,3 3 8-16,-3-3 0 0,0 0 1 0,0 0 4 16,0 0-5-16,0 0 5 0,0 0-2 0,0 0 4 15,-16 1 2-15,10 0-8 0,-1-1 3 0,1 0-4 16,-2 1 2-16,1-2-6 0,-1 1-1 0,-4 0-1 16,2 0-7-16,-1 0-7 0,0-1-2 0,1 0-3 15,-2 1 0-15,1-3-4 0,4 2-3 0,-2 0-4 16,3 0 10-16,-1 0 2 0,2-2 4 0,-1 3-6 15,2-2 4-15,4 2 9 0,-6-4-3 0,3 1 0 0,3 3 10 16,-4-3 9-16,4 3-8 0,-2-5 7 16,2 5 3-16,0 0 14 0,-1-9-7 0,1 9 4 15,0 0 2-15,0 0 8 0,5-8-2 0,-5 8 10 0,5-3 5 16,-5 3 7-16,3-4 0 0,-3 4 5 0,0 0 0 16,0 0-1-16,6 1-3 0,-6-1 2 0,0 0 3 15,6 4 0-15,-6-4 2 0,3 5-3 0,-2-1-1 16,1 1 1-16,-2-5 0 0,1 10-2 0,-1-4-4 15,0 1-1-15,0 1 2 0,-1 0 0 0,-1-1-1 16,0 4-2-16,0-2-6 0,-3-2-2 0,2 2-4 16,-1 1-4-16,-1-3-2 0,0-1-3 0,0 0-3 15,1 0-5-15,-1-2-15 0,2 0-16 0,0-1-26 16,0 0-33-16,-1-1-45 0,4-2-54 0,0 0-249 16,0 0-451-16,0 0 200 0</inkml:trace>
          <inkml:trace contextRef="#ctx0" brushRef="#br1" timeOffset="-102180.173">-1857 6726 88 0,'2'-4'266'16,"0"1"-18"-16,-2 3-20 0,4-5-19 0,-4 5-21 16,4-4-22-16,-4 4-16 0,3-6-14 0,-3 6-27 15,0 0-31-15,0 0-47 0,0 0-45 0,0 0-42 0,-10-4-49 16,10 4-182-16,-12 4-312 0,6-2 139 16</inkml:trace>
          <inkml:trace contextRef="#ctx0" brushRef="#br1" timeOffset="-101616.7128">-2140 6757 183 0,'0'0'216'0,"0"0"-3"15,-6 9-3-15,6-9-3 0,0 0-7 0,0 8-10 16,0-8-13-16,0 8-8 0,0-2-11 0,0 2-5 16,-1-2-8-16,2 2-15 0,-2-1-10 0,2 3-10 15,-3-1-8-15,2 1-6 0,1-1-12 0,0 0-12 0,-1 1-11 16,0 0-22-16,0-1-38 0,1 1-52 16,-1-1-61-16,-1-2-64 0,2 1-78 0,-2 0-154 15,1-3-441-15,-3 0 196 0</inkml:trace>
          <inkml:trace contextRef="#ctx0" brushRef="#br1" timeOffset="-101148.9801">-2248 6898 45 0,'0'0'163'0,"0"0"-9"0,0 0-11 16,0 0-4-16,0 0-12 0,0 0-10 0,10 10-8 16,-10-10-16-16,4 5-1 0,-3 0-14 0,-1-5-1 15,2 4 2-15,-2-4 1 0,3 6-5 0,-2-1-5 0,-1-5-6 16,1 7 2-16,-1-7-10 0,0 10-5 16,0-10-2-16,0 7-8 0,0-7-1 0,0 8-4 15,0-8-4-15,0 5-3 0,0-5-1 0,0 0-5 0,0 0 2 16,-1 7-5-16,1-7 0 0,0 0 0 0,-5 4-6 15,5-4 3-15,-6 0-2 0,6 0-3 0,-7 0 0 16,7 0-5-16,-8 0 3 0,8 0-4 0,-9-2-1 16,3 0-8-16,2 0-8 0,-1 0-2 0,0-1 1 15,2-1-5-15,-2 1-6 0,0-3 4 0,3 3-9 16,0-1 3-16,-1-1-1 0,3 5-2 0,-4-12 3 16,3 6 1-16,1 1 2 0,0 5 0 0,1-12-1 15,1 5 6-15,-1 0 2 0,-1 7 0 0,2-9 1 0,-1 4 1 16,-1 5 4-16,3-8-1 0,-2 5-1 15,1-1 1-15,-2 4 2 0,4-6-1 0,-4 6 0 16,6-3 7-16,-6 3-2 0,4-3 1 0,-4 3 1 0,6-2 1 16,-6 2 1-16,0 0 3 0,6 1 0 0,-6-1 2 15,4 4 1-15,-4-4 3 0,4 6 2 0,-3-2-1 16,-1-4-1-16,0 9 6 0,0-9-3 0,-2 9 0 16,0-4 0-16,2-5-1 0,-3 10-2 0,-1-5-12 15,2-1 12-15,-3-1 5 0,1 2-1 0,1-2 0 16,-3 1-8-16,1-2-5 0,1 1 8 0,0-2-5 15,-3 1-2-15,1 0 0 0,-1 0-6 0,3-1 3 16,-1 0-1-16,5-1 3 0,-9 0-3 0,4 0 3 16,5 0-5-16,-11-1 6 0,11 1 0 0,-7-1 2 15,7 1 4-15,-6-1-1 0,6 1-4 0,-7-1 6 16,7 1 3-16,-6-1 3 0,6 1 0 0,0 0 3 16,-5-1-3-16,5 1 3 0,0 0-7 0,0 0 3 0,-7 0 2 15,7 0-1-15,0 0 1 0,0 0-2 0,0 0 3 16,-3 6-1-16,3-6 0 0,0 0 2 15,1 10 0-15,-1-10-1 0,1 7 2 0,-1-7 1 0,2 9 1 16,-1-4-1-16,-1 0 4 0,1 2 0 0,-1-1 0 16,0 0-1-16,0 2-6 0,0 0-1 0,0-8 1 15,-3 13-2-15,1-5 1 0,0-1-4 0,-1 0-2 16,-2 0-1-16,3-1-11 0,-2 0-15 0,0 1-22 16,-1-1-15-16,2-1-47 0,-2-2-33 0,2 1-60 15,-2 0-148-15,2-1-370 0,3-3 164 0</inkml:trace>
          <inkml:trace contextRef="#ctx0" brushRef="#br1" timeOffset="-98616.9319">-3137 7066 159 0,'0'0'310'0,"8"-5"-17"0,-8 5-23 0,4-4-30 16,-4 4-21-16,4-3-23 0,-4 3-16 0,3-4-17 15,-3 4-30-15,0 0-30 0,5-5-41 0,-5 5-57 16,0 0-66-16,0-7-62 0,0 7-88 0,0 0-112 15,-5-7-351-15,3 2 156 0</inkml:trace>
          <inkml:trace contextRef="#ctx0" brushRef="#br1" timeOffset="-98477.3159">-3216 6910 43 0,'0'0'223'0,"0"0"-9"0,4 16-10 0,-4-16-10 15,4 4-11-15,-4-4-11 0,2 6-19 0,0-3-12 16,-2-3-11-16,3 7-7 0,0-3-9 0,-2 0-6 16,-1-4-8-16,0 10-6 0,0-6-11 0,0-4-2 15,-1 11-6-15,0-5-7 0,0-1-1 0,-1 2-5 16,0-2-6-16,0 1-6 0,0-1-3 0,-1 1 3 15,0-1-10-15,1-1-3 0,-1 1-4 0,0-1-1 16,-1-1-5-16,0 0 0 0,-1-1-3 0,1-1 0 16,-3 0-8-16,2 0 1 0,-1 1-1 0,-1-2 3 15,-2 1-7-15,3-1 2 0,-2-1-2 0,1-1 0 16,-5-1-2-16,4 1 1 0,1-1-5 0,0 0 5 0,1 0-2 16,0 0 1-16,1-2-3 0,-1 1-1 0,2-1 0 15,1 1 0-15,2 0 1 0,-2-1-8 0,2-1-14 16,1 6-10-16,0-13-15 0,1 7-15 0,0-1-21 15,1 0-27-15,1-1-14 0,1 1-37 0,-1-1-14 16,0 0-33-16,0 1-188 0,-1 2-421 0,1-2 187 16</inkml:trace>
          <inkml:trace contextRef="#ctx0" brushRef="#br1" timeOffset="-98242.9586">-3281 6823 137 0,'0'0'220'0,"3"-3"-12"0,-3 3-15 0,0 0-21 15,0 0-15-15,0 0-17 0,2-5-21 0,-2 5-10 0,0 0-31 16,0 0-34-16,0 0-33 0,0 0-45 0,0 0-45 16,0 0-168-16,0 0-265 0,0 0 118 0</inkml:trace>
        </inkml:traceGroup>
        <inkml:traceGroup>
          <inkml:annotationXML>
            <emma:emma xmlns:emma="http://www.w3.org/2003/04/emma" version="1.0">
              <emma:interpretation id="{94BAA002-80FB-4449-A523-348721E3D381}" emma:medium="tactile" emma:mode="ink">
                <msink:context xmlns:msink="http://schemas.microsoft.com/ink/2010/main" type="inkWord" rotatedBoundingBox="11133,7950 9147,7956 9145,7472 11132,7466"/>
              </emma:interpretation>
              <emma:one-of disjunction-type="recognition" id="oneOf15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1" timeOffset="-95243.1768">-3769 6776 176 0,'-8'8'173'0,"8"-8"-10"0,0 0 0 15,-1 9-12-15,1-9-7 0,2 7-15 0,-2-7-9 16,1 8-2-16,-1-8-3 0,-1 12-4 0,1-4-1 16,-1-1-4-16,1 1-9 0,0-3-8 0,-1 3-5 15,-1 0-2-15,2 0-11 0,-2-3-7 0,1 0-2 16,-1 2-6-16,0-2-4 0,1 1-4 0,1-6-10 15,-3 8-1-15,1-4-4 0,0 0-2 0,-1 0-5 0,3-4-1 16,-4 7-4-16,1-4-2 0,3-3-5 0,-6 3-3 16,6-3-4-16,-6 3-8 0,3-2-8 0,3-1 4 15,-7-1-6-15,7 1-6 0,-9-1-6 0,5-1 1 16,-1-1-4-16,1 1 6 0,0 0 1 0,4 2-3 16,-7-5 7-16,5 2-3 0,-2 0 3 0,4 3 1 15,-5-5 3-15,5 5-2 0,0-7 0 0,0 7 4 16,-2-7-1-16,2 7 1 0,0 0 3 0,0-7 0 15,0 7 7-15,0 0 1 0,0 0 3 0,1-8 1 0,-1 8 4 16,1-5-1-16,-1 5-1 0,0 0 3 16,0 0 1-16,4-4-5 0,-4 4 3 0,0 0-3 15,0 0 0-15,3-2-1 0,-3 2-1 0,0 0-2 0,0 0-1 16,0 0 4-16,0 0-1 0,0 0 0 0,4 9 1 16,-4-9-1-16,0 0-2 0,-2 10 1 15,2-10-2-15,-3 9 1 0,2-4-1 0,-2-2 1 0,1 1 0 16,-1 1 0-16,0-1-1 0,-1-1-2 0,1 2-1 15,-1-2-7-15,1 0-8 0,-3 0-3 0,3-1-6 16,-1 0-4-16,-1 0-13 0,-1 0-1 0,2-2 1 16,-2 0 1-16,6 0-2 0,-11-2 3 0,7 2-2 15,-2-2 4-15,6 2 8 0,-8-3 2 0,5 0 1 16,-1 0 7-16,4 3-4 0,-4-6 5 0,1 2 1 16,3 4 3-16,-3-8 13 0,2 5 9 0,1 3 3 0,-1-7 0 15,1 7 4-15,0-8 0 0,0 8 6 0,0 0 3 16,1-9 5-16,-1 9 0 0,0 0 0 0,1-4-5 15,-1 4 2-15,0 0-3 0,0 0-4 0,0 0-1 16,0 0-5-16,0 0 0 0,0 0 0 0,0 0-4 16,0 0 3-16,0 0-1 0,0 0 0 0,0 0-2 15,0 0-4-15,-3 19 1 0,3-19-2 0,-3 8 0 16,1-4 0-16,2-4-6 0,-4 6 0 0,2-3-1 16,-2 1-2-16,1-3-7 0,-1 2-1 0,4-3-4 15,-6 4 0-15,1-2-6 0,5-2 0 0,-7 2-2 16,2-1-4-16,5-1-6 0,-8 0 4 0,8 0-6 15,-6-2 2-15,1 0-4 0,5 2 2 0,-6-5 2 0,2 2 4 16,1 0-3-16,3 3 0 0,-5-6 7 0,2 3-1 16,3 3 3-16,-3-6 3 0,3 6 7 0,-3-6 3 15,3 6 7-15,0 0 9 0,-1-7 2 0,1 7 9 16,0 0 3-16,0 0 3 0,-3-5 0 0,3 5 5 16,0 0 4-16,0 0 2 0,-2-5-1 0,2 5-4 15,0 0 1-15,0 0 4 0,0 0-5 0,0 0 1 16,0 0 2-16,0 0-3 0,0 0 0 0,0-8-2 15,0 8 2-15,0 0-4 0,0 0 0 0,0 0-2 0,0 0-2 16,0 0 5-16,0 0-1 0,0 0 0 16,0 0 2-16,0 0-3 0,0 0 1 0,0 0 0 0,0 0 2 15,0 0-1-15,0 0 1 0,0-6 2 0,0 6 1 16,0 0-1-16,0 0 2 0,0 0-2 0,0 0-4 16,0 0-2-16,0 0-1 0,0 0-2 0,0 0-2 15,0 0 3-15,0 0 1 0,0 0-7 0,0 0-1 16,0 0-1-16,0 0-4 0,0 0 0 0,0 0-1 15,0 0-2-15,0 0 3 0,0 0-1 0,0 0 1 16,0 0-2-16,0 0 0 0,0 0 0 0,0 0 2 16,0 0-2-16,0 0 1 0,0 0-4 0,0 0 5 15,0 0-6-15,0 0 4 0,0 0-3 0,0 0 2 16,0 0 0-16,0 0 0 0,0 0-1 0,0 0 3 16,0 0-2-16,0 0 3 0,0 0-2 0,0 0 0 0,0 0 2 15,0 0-3-15,0 0 0 0,0 0 2 0,0 0-1 16,0 0-1-16,0 0 0 0,0 0 2 15,0 0-4-15,0 0 1 0,0 0-2 0,0 0 3 0,7 12-1 16,-7-12 0-16,0 0-1 0,0 0 1 0,0 0-1 16,0 0 0-16,0 7 1 0,0-7 1 0,2 4-5 15,-2-4 6-15,0 0-4 0,1 6 1 0,-1-6-1 16,0 0 0-16,1 6 1 0,-1-6-3 0,0 0 2 0,0 6 0 16,0-6 3-16,0 0-3 0,-3 5 2 0,3-5-3 15,0 0 3-15,0 0 1 0,-2 4-1 16,2-4 0-16,0 0 0 0,0 0 2 0,0 0-2 0,-3 5 0 15,3-5 0-15,0 0 2 0,0 0-4 0,0 0 0 16,0 0 4-16,0 0 0 0,0 0-5 0,0 0 1 16,0 0 1-16,0 0-1 0,0 0 2 0,0 0-1 15,0 0 0-15,0 0 1 0,0 0-3 0,0 0-1 16,0 0-1-16,0 0 0 0,0 0 0 0,0 0 1 16,0 0 2-16,0 0 0 0,0 0-3 0,0 0 4 15,-7-1 0-15,7 1 0 0,0 0-4 0,0 0 3 16,-7 4 1-16,7-4 1 0,0 0-3 0,-3 1-1 0,3-1 0 15,0 0 2-15,0 0-1 0,-6 2 0 16,6-2-2-16,0 0 1 0,-5 3-2 0,5-3 2 16,-7 1-4-16,4 1 0 0,3-2 2 0,-8 0-2 0,4 1-4 15,-3-2 0-15,-1 2-3 0,1 1-2 0,1-2-8 16,-1 2-4-16,1-4-1 0,-1 4-3 0,2-2 1 16,0 0-4-16,5 0-4 0,-7 0 0 0,7 0 0 15,-9-2-1-15,9 2 2 0,-6-2-2 0,6 2 3 16,-6-1 5-16,2-1-5 0,4 2 1 0,-5-5-1 15,5 5-5-15,-5-4-1 0,3 1-4 0,2 3 11 16,-4-5-5-16,4 5 2 0,-3-5 7 0,3 5-1 0,-3-5 9 16,3 5-9-16,0 0 6 0,-2-4 12 0,2 4-4 15,0 0 2-15,0 0-2 0,-2-5 4 16,2 5 2-16,0 0-1 0,0 0 3 0,0 0 2 0,0 0 0 16,0 0 2-16,0 0-1 0,0 0 10 0,0 0-9 15,8-5 10-15,-8 5-1 0,0 0 6 0,6 0-4 16,-6 0 4-16,0 0 0 0,7 2 1 0,-7-2 1 15,0 0 4-15,8 0-2 0,-5 3 3 0,-3-3 4 16,3 3 2-16,-3-3 2 0,5 5 3 0,-3-2 0 16,-2-3 2-16,1 6 5 0,1-2 0 0,-2-4 0 15,1 8 2-15,-1-8 3 0,-1 10 0 0,-1-5 1 16,1 3 0-16,-1-4 1 0,0 3-2 0,-1-1-2 0,1-1-5 16,-1 2-4-16,-1-1 0 0,1 0-5 0,-1-1 0 15,0 1-1-15,-1-2-4 0,0 0-2 0,0 1-16 16,-1-1-12-16,0-1-21 0,0 0-35 0,-1 0-22 15,0-2-38-15,1 1-51 0,-1 0-171 0,-1-1-379 16,2-2 168-16</inkml:trace>
          <inkml:trace contextRef="#ctx0" brushRef="#br1" timeOffset="-94727.5743">-4347 6811 126 0,'4'-5'275'15,"-2"2"-19"-15,-2 3-15 0,5-3-19 0,-5 3-20 16,4-3-18-16,-4 3-22 0,2-4-15 0,-2 4-18 15,0 0-19-15,3-3-26 0,-3 3-32 0,0 0-50 16,0 0-59-16,0 0-64 0,0 0-77 0,0 0-105 0,0 0-328 16,0 0 145-16</inkml:trace>
          <inkml:trace contextRef="#ctx0" brushRef="#br1" timeOffset="-94961.9311">-4354 6921 70 0,'0'0'200'0,"0"0"-3"0,5 14-11 16,-5-14-10-16,2 7-9 0,-2-7-7 0,0 9-5 16,0-4-14-16,0-5-11 0,0 10-1 0,0-3-5 15,-2-1-6-15,1 0-5 0,-1 1-8 0,0 0-5 16,0 0-13-16,-3 0-9 0,2 0-6 0,0 1-5 15,-1-3-8-15,-2 0-6 0,1 2-6 0,2-1-12 16,-2-2-18-16,2-1-22 0,-2 0-31 0,1 0-34 16,-1-3-32-16,5 0-47 0,-9 0-43 0,5 0-180 15,-2-1-403-15,6 1 178 0</inkml:trace>
          <inkml:trace contextRef="#ctx0" brushRef="#br1" timeOffset="-97899.2326">-3471 6942 11 0,'0'0'156'0,"-6"0"-15"0,6 0-13 0,0 0-8 16,0 0-14-16,-7-3-11 0,7 3-2 16,0 0-16-16,-5-2-5 0,5 2 1 0,-5-3-4 0,5 3 2 15,-3-4-14-15,3 4-1 0,-4-3-13 0,4 3 2 16,-4-5-5-16,4 5 1 0,-1-6-9 0,1 6-4 16,0 0-2-16,0-9-5 0,0 9-9 0,3-6 10 15,-3 6-3-15,4-5-5 0,-4 5-3 0,4-5 2 16,0 3-2-16,-4 2-3 0,5-5 1 15,-5 5 0-15,5-1 7 0,-5 1-2 0,6-1 3 0,-6 1-6 16,6 1 6-16,-6-1 1 0,4 3 2 0,-4-3 2 16,3 6-1-16,-3-6-3 0,2 6 3 0,-2-6 2 15,-1 10 2-15,1-10 2 0,-2 12 2 0,-2-5-2 16,1 1-3-16,-2-1 2 0,0 1 0 0,-1-1-1 16,-1 2-2-16,0 0-3 0,-2-2-4 0,5 0-19 0,-4-2-26 15,0 3-38-15,3-4-61 0,-2 0-204 0,0-1-358 16,0 0 158-16</inkml:trace>
          <inkml:trace contextRef="#ctx0" brushRef="#br1" timeOffset="-97055.5341">-3634 6858 101 0,'0'0'197'0,"0"0"-14"0,0 0-10 0,-7-2-17 0,7 2-17 16,0 0-7-16,0 0-19 0,0 0-7 0,0 0-10 15,0 0-9-15,0 0-4 0,0 0-2 0,0 0-8 16,0 0 0-16,0 0-3 0,0 0-2 0,0 0 0 16,0 0-5-16,0 0 0 0,8 15-1 0,-5-12-4 15,-3-3-8-15,5 4-3 0,-5-4-4 0,3 6-3 16,-2-3-5-16,1 1-4 0,-2-4-3 0,5 5-2 15,-4 0-4-15,-1-5-4 0,2 7-1 0,-2-7 3 0,0 7-1 16,0-7-4-16,-2 7 1 0,2-7 1 16,-3 8 2-16,0-6-5 0,1 2 3 0,2-4-5 15,-11 6-2-15,5-3-17 0,-1-1-22 0,-2 0-30 0,2-1-48 16,0 0-55-16,0-1-238 0,-1 1-433 0,-3-1 192 16</inkml:trace>
          <inkml:trace contextRef="#ctx0" brushRef="#br1" timeOffset="-93305.8027">-3776 6821 139 0,'0'0'150'0,"0"0"0"0,0 0-14 0,0 0-2 0,0 0 1 15,0 0-2-15,0 0-9 0,0 0-4 16,0 0-4-16,0 0 2 0,5-16-2 0,-5 16-8 0,2-6-7 15,-2 6-3-15,0 0-20 0,1-11-4 0,-1 11-5 16,1-5-10-16,-1 5-2 0,0-7-10 0,0 7-3 16,2-6-6-16,-2 6-7 0,0 0-19 0,-2-7-28 15,2 7-31-15,0 0-47 0,0 0-39 0,0 0-50 16,2-4-136-16,-2 4-347 0,0 0 154 0</inkml:trace>
          <inkml:trace contextRef="#ctx0" brushRef="#br1" timeOffset="-94070.387">-4476 6895 154 0,'-3'1'164'16,"3"-1"-9"-16,-5 4-15 0,1-1-11 0,1-1-10 15,3-2-15-15,-8 5-7 0,5-3-8 0,-1 1-13 16,1 0-5-16,0 0-7 0,0 1-7 0,3-4-10 15,-4 5-4-15,1-3-5 0,3-2-4 0,-3 6-2 0,3-6-3 16,-2 6-2-16,2-6-2 0,-1 4 1 0,1-4 1 16,0 0-4-16,0 0-2 0,3 9-4 15,-3-9 4-15,4 4-3 0,-1-1-3 0,-3-3-1 0,6 2 3 16,-2 0 1-16,0 0 6 0,-4-2 5 0,7 3 3 16,-5-2 3-16,-2-1 3 0,5 3 1 0,-5-3-5 15,4 3 2-15,-4-3 1 0,4 4-6 0,-4-4 0 16,0 0 1-16,1 3 0 0,-1-3 5 0,0 0-2 15,1 6 2-15,-1-6-1 0,0 0 2 0,0 0-2 16,0 0 2-16,-4 8-4 0,4-8 2 0,-4 3 4 16,4-3-2-16,0 0 3 0,-5 2-4 0,5-2 8 15,-7 2-3-15,2-1-2 0,0 0 0 0,-1-1-7 16,0 1-1-16,0-1-6 0,-2 0 0 0,1 0-1 0,0 0 1 16,-1 0-7-16,0 0-2 0,0 2-1 0,0-2-3 15,1-2 1-15,0 1 4 0,1 0-8 0,0-1-2 16,-1 0-2-16,3-1 0 0,0-1 1 0,-2 0-3 15,2 1 4-15,0-1-1 0,1-1-1 0,1 1 1 16,-1-2-7-16,1-1 3 0,1-1-6 0,1 0-8 16,3-1-27-16,-3 1-27 0,2-2-36 0,0 1-41 15,2-3-52-15,3 0-55 0,-2 1-173 0,3 0-455 16,-1 0 202-16</inkml:trace>
          <inkml:trace contextRef="#ctx0" brushRef="#br1" timeOffset="-91759.0552">-4562 6626 226 0,'0'0'217'0,"-10"12"-7"16,6-7-12-16,-1 1-16 0,0 1-12 0,-3 0-16 16,0 2-18-16,-2-1-13 0,2 1-9 0,-1-1-20 15,-6 4-35-15,0-3-34 0,2 0-54 0,3-2-60 16,-1 0-82-16,-1 1-100 0,0-2-291 0,1 0 129 0</inkml:trace>
          <inkml:trace contextRef="#ctx0" brushRef="#br1" timeOffset="-92024.6608">-4748 6796 95 0,'0'0'183'0,"0"0"-17"16,0 0-19-16,0 0 2 0,0 0-14 0,0 0-11 15,0 0-3-15,0 0-4 0,0 0 6 0,0 0-4 16,0 0-3-16,0 0-4 0,-1 19-3 0,1-19-8 0,0 13-11 15,-2-6-3-15,1 1-1 0,-1 0-7 0,0 0-9 16,0 1-3-16,0-1-8 0,-1 0 0 0,1 0-8 16,-1 1-6-16,1-2-15 0,-1 0-3 0,0-1-4 15,0-1-1-15,0-1 0 0,-1 0-4 0,1 0-3 16,0-2 2-16,3-2-1 0,-6 5-1 0,2-4-1 16,4-1-3-16,-6 1-2 0,6-1 8 0,-6-5-11 15,6 5 0-15,-6-5 0 0,4 0 2 0,2 5-2 16,-3-7-3-16,2 2 4 0,1 5 4 0,-3-10 0 0,2 6-2 15,1 4 3-15,-2-10 1 0,2 5 2 16,0 5 1-16,-2-7 1 0,2 7-3 0,0 0-2 0,-3-5 0 16,3 5-2-16,0 0-2 0,-7-1-2 0,7 1 1 15,0 0-2-15,-7 6-2 0,4-4 1 0,0 3-6 16,-1-2-7-16,1 1-8 0,0 1-10 0,0-1-9 16,-1-1-18-16,0 2-26 0,0-1-29 0,1 1-34 15,3-5-35-15,-5 4-54 0,1-1-136 0,4-3-399 16,-3 5 177-16</inkml:trace>
          <inkml:trace contextRef="#ctx0" brushRef="#br1" timeOffset="-91086.2291">-5025 6865 92 0,'0'0'192'15,"0"0"-9"-15,0 0-14 0,0 0-12 0,0 0-7 16,0 0-7-16,0 0-7 0,0 0-8 0,0 0-3 16,9 16-4-16,-8-14-9 0,1 2-5 0,-2-4-13 15,5 6-2-15,-3-3-7 0,-2-3-6 0,4 7-4 0,-1-3-4 16,-2-1-2-16,-1-3-2 0,5 8 0 15,-4-5 0-15,2 0-5 0,-3-3-3 0,4 4-9 16,-4-4-6-16,2 4-1 0,-2-4-3 0,2 4-6 0,-2-4-4 16,0 0-5-16,0 0 0 0,0 0-12 0,-6 6-13 15,1-6-14-15,1 2-14 0,-2-2-23 0,-1 1-21 16,0 0-27-16,0-1-39 0,1 0-33 0,0-1-36 16,-1 0-164-16,7 1-403 0,-9-2 179 0</inkml:trace>
          <inkml:trace contextRef="#ctx0" brushRef="#br1" timeOffset="-90977.8615">-5105 6748 143 0,'0'0'240'0,"0"0"-14"0,0 0-8 0,0 0-11 16,0 0-14-16,0 0-10 0,-4 19-11 0,1-12-17 15,1-2-11-15,1 3-14 0,0 0-8 0,-1 2-11 16,1-3-10-16,-1 5-9 0,1 1-9 0,-2-3-10 16,0 2-3-16,1 0-8 0,0-2-8 0,0 0-15 15,-1-1-26-15,0 0-38 0,0 0-49 0,0-1-55 16,-1-1-57-16,1 0-218 0,0 1-435 0,-2-2 192 15</inkml:trace>
          <inkml:trace contextRef="#ctx0" brushRef="#br1" timeOffset="-90743.4904">-5256 6922 127 0,'0'0'219'0,"0"0"-10"0,5 17-3 0,-4-12-7 0,-1-5-14 0,0 12-11 0,0-4-5 0,0 0-12 15,-3-1-9-15,2 0-14 0,-1 1-9 0,0 1-4 16,0-1-11-16,-1-1-10 0,0 0-10 16,0 0-11-16,-2-1-6 0,2-1-10 0,-1 0-23 0,0-1-26 15,2-1-31-15,-2 1-44 0,1-1-63 0,3-3-57 16,-6 2-213-16,6-2-425 0,-7 2 188 0</inkml:trace>
          <inkml:trace contextRef="#ctx0" brushRef="#br1" timeOffset="-90212.277">-5369 6893 34 0,'0'0'161'0,"5"-6"-7"0,-3 3-12 0,-2 3-5 16,4-7-2-16,-1 4-7 0,-3 3-9 0,3-2-8 16,-3 2-10-16,3-4-9 0,-3 4-6 0,0 0-8 15,4-3-5-15,-4 3-4 0,0 0-7 0,0 0-1 16,6-1-2-16,-6 1-5 0,0 0-1 0,6 3-6 15,-6-3-1-15,6 1-7 0,-6-1-2 0,6 3 1 16,-3-2-3-16,-3-1-3 0,4 3-2 0,-4-3-2 16,4 4 2-16,-4-4-4 0,1 5 0 0,-1-5 0 15,0 0-1-15,2 7 0 0,-2-7-3 0,0 5 3 16,0-5 1-16,0 0 2 0,-5 7 1 0,5-7-2 0,-3 4 1 16,3-4-2-16,-5 5-3 0,2-4 1 0,3-1-4 15,-7 3-2-15,3-1 1 0,4-2 3 0,-8 1-5 16,2 0-5-16,1 0 0 0,5-1 0 0,-9 1 0 15,3-1 1-15,1 3-4 0,-2-2 3 0,2 0-2 16,-1 2 5-16,1-2 4 0,-1 2-9 0,2-1 1 16,0 1 1-16,0 0-2 0,4-3-1 0,-8 4-1 15,6-1 3-15,-1 1 1 0,1-1 1 0,-1 2-5 16,0 0 8-16,1 1-9 0,-1 0 1 0,1 1 2 16,0-3 1-16,2 5-5 0,-2-1 6 0,2-1-5 15,1 2 2-15,-2 0-1 0,1 0 9 0,0-1-7 0,0 1 0 16,1-2-2-16,0 1-2 0,-1-2-1 0,0-6-6 15,0 10-20-15,3-4-24 0,-2-3-34 0,0 2-42 16,-1-5-42-16,4 6-59 0,-4-6-192 0,1 4-448 16,-1-4 199-16</inkml:trace>
        </inkml:traceGroup>
        <inkml:traceGroup>
          <inkml:annotationXML>
            <emma:emma xmlns:emma="http://www.w3.org/2003/04/emma" version="1.0">
              <emma:interpretation id="{D1BAE0D9-EA26-4B93-A979-445A869A06D8}" emma:medium="tactile" emma:mode="ink">
                <msink:context xmlns:msink="http://schemas.microsoft.com/ink/2010/main" type="inkWord" rotatedBoundingBox="9044,7943 7728,7947 7726,7444 9043,7440"/>
              </emma:interpretation>
              <emma:one-of disjunction-type="recognition" id="oneOf16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1" timeOffset="-81884.7574">-6559 6752 213 0,'0'0'237'0,"1"-3"-17"16,-1 3-13-16,0 0-17 0,0 0-24 0,0 0-3 15,0 0-5-15,0 0-6 0,0 0-8 0,0 0-2 16,7 12-14-16,-5-7-1 0,-1 0-13 0,-1 2-4 16,1 2-11-16,0-2-12 0,-1 2-10 0,0 2 5 15,0-1-18-15,0 1-5 0,-2 2-8 0,1-3-4 16,1 0-11-16,-2 2-18 0,1 0-21 0,-1-3-23 0,1 0-28 16,-1-1-35-16,1 0-53 0,-1-1-48 15,0-1-60-15,0-1-140 0,-1-2-422 0,3-3 187 16</inkml:trace>
          <inkml:trace contextRef="#ctx0" brushRef="#br1" timeOffset="-81634.7919">-6650 6931 145 0,'2'8'178'0,"-2"-8"-6"16,1 8-11-16,0-3-5 0,-1-5-6 0,0 10-5 0,0-4-9 16,-1 2-5-16,1-2-8 0,-3 3-3 0,2-1-9 15,-2 1-7-15,0-1-13 0,1-1-7 0,-2 1-6 16,-1-1-7-16,1 2-12 0,-1-2-6 0,2 0-22 16,-1-2-22-16,0-1-28 0,1 0-42 0,3-4-51 15,-6 4-54-15,3-3-159 0,3-1-353 0,0 0 156 16</inkml:trace>
          <inkml:trace contextRef="#ctx0" brushRef="#br1" timeOffset="-82353.4761">-6247 6674 123 0,'-3'3'133'16,"0"0"-13"-16,3-3-8 0,-7 5-15 0,4-2-15 16,-1 1-30-16,4-4-33 0,-5 5-64 0,1-3-71 15,0 0-125-15,4-2 56 0</inkml:trace>
          <inkml:trace contextRef="#ctx0" brushRef="#br1" timeOffset="-82884.6906">-6391 6788 11 0,'5'-5'278'0,"-5"5"-19"0,4-4-19 16,-2 1-16-16,-2 3-19 0,0 0-21 0,3-4-20 16,-3 4-19-16,0 0-26 0,0 0-29 0,0 0-41 15,0 0-51-15,0 0-68 0,0 0-58 0,0 0-167 16,0 0-319-16,0 0 140 0</inkml:trace>
          <inkml:trace contextRef="#ctx0" brushRef="#br1" timeOffset="-79916.1515">-6246 6661 90 0,'0'0'113'0,"-3"4"-2"0,3-4-9 15,-3 7-19-15,-1-4-8 0,1-1-5 0,-1 1-25 16,0 0-40-16,0-1-52 0,-3 1-62 0,1 0-116 16,-1 0 52-16</inkml:trace>
          <inkml:trace contextRef="#ctx0" brushRef="#br1" timeOffset="-80993.2141">-6797 6863 56 0,'0'0'107'0,"2"-5"-9"16,-2 5-5-16,3-5-7 0,-3 5-15 0,0 0-5 0,3-4-9 15,-3 4 6-15,3-2-3 0,-3 2-9 0,0 0-1 16,5-3 2-16,-5 3-2 0,0 0 10 0,6-1-5 16,-6 1-4-16,0 0-8 0,0 0 7 0,0 0-2 15,7 3 4-15,-7-3-8 0,2 3 8 0,-2-3-6 16,2 5-4-16,-2-5-2 0,2 5-3 0,-2-5 2 16,1 6-5-16,-1-6-4 0,0 0 2 0,0 6-1 15,0-6 3-15,0 0-7 0,0 0 4 0,-3 6-3 0,3-6-8 16,-4 5 5-16,4-5-5 0,-4 4-3 0,4-4 0 15,-5 3-3-15,1 0 1 0,0-1-2 0,4-2-2 16,-7 4 1-16,2-1-4 0,0 0 1 0,-1 0-3 16,0 0 3-16,1-1-2 0,1-1-4 0,1 2 3 15,3-3-4-15,-7 4-2 0,2-2 4 0,2 1 2 16,3-3-5-16,-7 2 1 0,5 1 1 0,2-3-1 16,-5 5 0-16,5-5 1 0,-4 5-2 0,3-1 4 15,1-4 3-15,-3 6-3 0,3-6 3 0,-2 6 2 16,2-6 6-16,0 10 5 0,0-2 0 0,0-8-1 15,2 12-1-15,-2-5 2 0,1 1 4 0,-1-1-3 0,2 2-3 16,-2 0-1-16,0 0 0 0,1-1-3 0,-2 1 2 16,1 0-5-16,0 0-1 0,0-1-20 0,0-1-31 15,-2-1-43-15,2-6-68 0,-1 8-205 0,-1-4-384 16,2-4 170-16</inkml:trace>
          <inkml:trace contextRef="#ctx0" brushRef="#br1" timeOffset="-84775.1732">-5563 6883 19 0,'7'3'194'15,"-7"-3"-16"-15,0 0-4 0,0 0-16 0,0 0-8 16,4 5-13-16,-4-5-6 0,1 3-16 0,-1-3 1 16,0 0-8-16,1 6-4 0,-1-6-8 0,0 0-8 15,1 6-1-15,-1-6-9 0,0 0-5 0,-3 9 0 16,3-9-1-16,-4 5-10 0,4-5-9 0,-4 5-2 15,1-3-5-15,3-2-6 0,-7 3-2 0,5 0-9 16,-2-1-3-16,4-2-11 0,-9 3-5 0,5-2-11 0,4-1-4 16,-9 0-4-16,4 0-6 0,5 0-4 15,-8 1-4-15,3-2 7 0,5 1-6 0,-9-3-9 16,5 2 6-16,4 1 4 0,-6-4-4 0,6 4 7 0,-3-4 3 16,3 4-2-16,-3-6 4 0,3 6 2 0,-2-6 1 15,2 6 4-15,-2-6-2 0,2 6 8 0,0-6 6 16,0 6 4-16,0 0-1 0,1-9 7 0,-1 9 3 15,1-6-1-15,-1 6-4 0,0 0 0 0,0 0-1 16,0 0-1-16,0 0-1 0,2-6-8 0,-2 6 9 16,0 0-4-16,0 0 1 0,0 0-6 0,0 0 5 15,0 0-5-15,0 0-1 0,0 0 1 0,0 0 1 0,0 0-2 16,0 0 2-16,0 0-3 0,0 0-3 0,-3 21-6 16,3-21 3-16,-3 5-3 0,3-5-8 15,-4 5-2-15,4-5-15 0,-5 3-3 0,3 0-4 0,2-3-13 16,-6 3-12-16,6-3 1 0,-6 2-9 0,6-2-3 15,-8 0-7-15,8 0-14 0,-7-2 4 0,7 2 8 16,-8-2 11-16,3 1 9 0,1 0-6 0,0-2 19 16,4 3 2-16,-5-5 7 0,5 5 3 0,-4-6 14 15,2 3 11-15,2 3-2 0,-3-7 17 0,3 7 8 16,-3-3-2-16,3 3 11 0,0 0 5 0,-3-5 3 16,3 5-5-16,0 0 11 0,-2-6 5 0,2 6-2 0,0 0 10 15,0 0-6-15,-1-6-11 0,1 6 9 0,0 0-6 16,0 0-2-16,0 0-3 0,0 0 2 0,0 0-5 15,0 0 1-15,0 0-6 0,0 0-6 0,0 0 7 16,0 0-4-16,0 0-2 0,0 0 2 0,0 0-4 16,0 0 4-16,0 0-2 0,-2 17-4 0,2-17 1 15,-5 5-6-15,2-3-3 0,3-2 5 0,-3 5-10 16,0-2 7-16,3-3-9 0,-5 3 2 0,5-3-4 16,-6 4 1-16,6-4-3 0,-6 0-10 0,6 0-7 15,-7 2 3-15,7-2-7 0,-8 0 5 0,8 0-7 16,-8-2 0-16,8 2 0 0,-7-3-5 0,3 2 13 0,-1-1-5 15,5 2-3-15,-6-4 18 0,3 2-5 0,3 2 10 16,-6-6-2-16,5 2 5 0,1 4-2 0,-4-5 9 16,4 5 5-16,-2-7 11 0,2 7-17 0,-1-5 23 15,1 5-2-15,-1-6 6 0,1 6 1 0,0 0 10 16,0 0-7-16,0 0 10 0,0-8 0 0,0 8-10 16,0 0 5-16,0 0-4 0,2-6-9 0,-2 6 5 15,0 0-7-15,0 0-2 0,0 0 0 0,0 0 0 16,0 0 2-16,0 0-7 0,0 0-4 0,0 0 0 0,0 0-2 15,0 18 10-15,0-18-7 0,-2 7-3 16,2-7 5-16,-3 7-3 0,2-4-5 0,-2 1-2 0,3-4 7 16,-5 7-2-16,2-4 0 0,-1 0 0 0,1 0-1 15,3-3-5-15,-6 4 0 0,2-2 3 0,4-2-4 16,-8 3 3-16,3-2-4 0,5-1-1 0,-9-1 2 16,5 2 4-16,4-1-4 0,-7-1 4 0,7 1 2 15,-7-3 7-15,4 0 8 0,3 3 9 0,-5-4 3 16,5 4 2-16,0-8 10 0,0 8 7 0,0-9 3 15,0 2-3-15,2 1-4 0,-1 0 4 0,2-4 5 16,0 2-6-16,1-5-3 0,0 0-6 0,0 0-4 0,1 0-3 16,-1-1-8-16,1 2-12 0,-1 0-3 0,-1 4 0 15,0 0-3-15,-2 1 0 0,2 2-5 0,-1 0-8 16,-2 5-14-16,2-6-20 0,-2 6-31 0,0 0-38 16,0 0-36-16,0 0-45 0,0 0-157 0,0 0-373 15,0 0 166-15</inkml:trace>
          <inkml:trace contextRef="#ctx0" brushRef="#br1" timeOffset="-84493.9426">-5845 6998 168 0,'0'0'201'0,"0"0"-20"0,0 0-15 0,0 0-15 16,0 0-15-16,-17-2-11 0,17 2-14 0,-8-2-16 16,8 2-5-16,-9 0-14 0,4 0-15 0,-1 0-26 15,6 0-26-15,-10 2-38 0,5-2-39 0,5 0-52 16,-7 0-112-16,7 0-250 0,-9 0 110 0</inkml:trace>
          <inkml:trace contextRef="#ctx0" brushRef="#br1" timeOffset="-84024.2431">-5960 7085 62 0,'0'0'278'0,"0"0"-17"0,11-7-23 0,-11 7-22 15,4-5-21-15,-4 5-19 0,3-4-21 0,-3 4-27 16,2-6-42-16,-2 6-56 0,0 0-70 0,1-9-73 16,-1 9-166-16,-3-8-302 0,3 8 134 0</inkml:trace>
          <inkml:trace contextRef="#ctx0" brushRef="#br1" timeOffset="-83119.0487">-6034 6884 113 0,'1'7'139'16,"-1"-7"-12"-16,0 0-8 0,-2 9-13 0,2-9 0 16,0 6-11-16,0-6-2 0,-1 7-9 0,1-7-5 15,-4 6-5-15,4-6-6 0,-1 5-10 0,1-5-1 16,-3 6-5-16,3-6 3 0,-4 3-13 0,4-3-4 16,-5 5-3-16,5-5 0 0,-4 1-6 0,4-1-4 15,-5 3 0-15,5-3-7 0,0 0 0 0,-7 0-1 16,7 0-4-16,0 0 2 0,-7-3 3 0,7 3-10 0,-4-2 2 15,4 2-5-15,-2-6 3 0,2 6 1 16,-2-5 0-16,2 5 5 0,0-7 2 0,0 7 1 16,0 0 4-16,0-9 3 0,0 9 2 0,0 0 2 0,1-9 7 15,-1 9-2-15,1-6 4 0,-1 6 1 0,0 0-6 16,0 0-1-16,0-7-5 0,0 7-2 0,0 0-4 16,0 0-3-16,0 0-1 0,0 0-1 0,0 0-2 15,0 0-2-15,0 0 1 0,0 0-5 0,0 0 3 16,0 0-4-16,0 0 0 0,0 0-4 0,0 0 2 15,-1 22-2-15,1-22-2 0,-3 8-1 0,2-5-2 16,1-3-3-16,-3 6 1 0,3-6 0 0,-4 6-6 16,1-4 0-16,3-2-8 0,-6 4-4 0,3-3-1 0,3-1-3 15,-7 2-8-15,7-2-1 0,-7 2-5 16,7-2-1-16,-8-2-3 0,8 2 4 0,-6-2 2 0,6 2-2 16,-7-2 1-16,3 1 4 0,4 1 0 0,-5-5 7 15,1 3 2-15,0-1 5 0,4 3-5 0,-4-6 11 16,1 3 6-16,3 3 2 0,-3-6 6 0,3 6 10 15,-2-5-1-15,2 5 8 0,-2-4 3 0,2 4 6 16,0 0 4-16,-2-7 2 0,2 7-1 0,0 0 2 16,0 0-1-16,-2-5-3 0,2 5-3 0,0 0-4 15,0 0-3-15,0 0 0 0,0 0-3 0,0 0 0 16,0 0-3-16,0 0 1 0,0 0-1 0,0 0-2 0,0 0 0 16,0 0-1-16,0 0-3 0,0 0-1 15,0 0 2-15,0 0-2 0,-2 17 4 0,1-13-1 16,-2-1-3-16,3-3 2 0,-3 9 1 0,0-6-2 0,0 1-4 15,0-1 3-15,3-3-1 0,-7 5-1 0,1-2-2 16,3-1-2-16,-2-1-6 0,-2 1-1 0,4-1-5 16,3-1 2-16,-9 1-5 0,9-1 2 0,-8-1 0 15,8 1 4-15,-7-3 0 0,4 2 4 0,-1-3-2 16,0 1 3-16,1-2-1 0,-1 0 5 0,2 0-10 16,2 5 7-16,-4-9-4 0,1 3 5 0,1 0-3 15,0-1 2-15,0 1 1 0,0-1 4 0,2-2 1 16,0 2 0-16,-1 0 2 0,0 0 6 0,0 0 7 15,1 7 4-15,0-9 1 0,0 9 2 0,0-9 7 16,0 9 1-16,-1-7 0 0,1 7 1 0,0 0-2 16,-1-7-5-16,1 7-2 0,0 0-4 0,0 0 3 0,0 0-1 15,0 0 0-15,0 0-5 0,0 0-2 0,0 0 1 16,0 0-2-16,-2 20 1 0,2-20-3 0,1 12 1 16,-2-7-3-16,1 1 0 0,-2 0 1 0,1 0 0 15,0 1-1-15,0 2 0 0,-1-4-4 0,0 1 3 16,-2 0-4-16,1-1 0 0,-1 0 2 0,2 1-1 15,-1-3-1-15,0 0 1 0,-3 2-7 0,2-2 2 16,-2 1-4-16,-1-2-3 0,1 1-5 0,1 0 3 16,-2-1-5-16,1-2 0 0,1 0 1 0,-1 1 3 15,-1-2-2-15,7 1 4 0,-8 0 1 0,8 0-2 16,-7 0 7-16,7 0-3 0,-5-4 1 0,5 4 0 0,-5-1 4 16,5 1 5-16,0 0 1 0,-5-1 2 0,5 1-2 15,0 0 3-15,0 0-2 0,0 0 2 0,0 0-4 16,0 0-3-16,0 0 6 0,-6 2-1 0,6-2 2 15,0 0 0-15,0 0-1 0,0 10 2 0,0-10-2 16,0 7-3-16,0-7 8 0,-1 9-6 0,1-2 0 16,-2 0-1-16,2-1-1 0,-2 2 0 0,1 0-1 15,-2 0-2-15,0 0 2 0,0-1-2 0,0 2 1 16,-1-1 2-16,-2 0-1 0,1-1-1 0,-1 0-2 0,0-1 4 16,0 0-5-16,-1 0-9 0,0-1-4 15,0-1-18-15,0-1-15 0,1 0-22 0,2-3-34 16,-1 0-39-16,5 0-44 0,-8-1-142 0,3-2-355 0,3-2 157 15</inkml:trace>
          <inkml:trace contextRef="#ctx0" brushRef="#br1" timeOffset="-82446.2334">-6109 6599 180 0,'0'0'176'0,"0"0"-5"16,0 0-11-16,0 0-3 0,-6 19-7 0,2-12-10 15,-1 0-7-15,-1 2-10 0,-1 1-13 0,-2-1-3 16,3 1-10-16,-3 0-8 0,0-1-10 0,-1 0-8 15,1 0-3-15,-2 0-10 0,1-2-4 0,4 0-11 0,-3-2-17 16,2 1-25-16,1-4-26 0,1 3-25 0,-1-2-30 16,2 0-32-16,0-2-24 0,4-1-38 0,-8 1-96 15,8-1-292-15,-8-3 130 0</inkml:trace>
          <inkml:trace contextRef="#ctx0" brushRef="#br1" timeOffset="-78431.9013">-6216 6637 115 0,'0'0'132'0,"0"0"-4"0,0 0 3 0,0 0-7 0,0 0-6 15,0 0-7-15,0 0-8 0,0 0-1 0,0 0-9 16,6 0 0-16,-6 0-6 0,0 0-8 0,0 0-6 16,0 0-8-16,0 0-3 0,0 0-5 0,0 0-1 15,0 0-6-15,0 0-1 0,0 0-1 0,0 0-1 16,0 0 0-16,0 0-4 0,0 0 1 0,0 0 0 15,-10 11-8-15,7-8 1 0,-2 0-4 0,2 0-5 16,-1 1 0-16,-2 0-5 0,1-1-3 0,0 2-20 0,-1-1-23 16,0 0-35-16,0 0-42 0,1-2-32 0,-1 1-201 15,0-1-359-15,1 1 159 0</inkml:trace>
          <inkml:trace contextRef="#ctx0" brushRef="#br1" timeOffset="-77025.7371">-6807 6904 64 0,'0'0'127'0,"0"0"-8"0,0 0-2 0,0 0-3 0,0 0-2 16,0 0-7-16,0 0 1 0,0 0 3 0,0 0-10 15,0 0-1-15,0 0 2 0,0 0-4 16,0 0-4-16,0 0-6 0,-7 0-1 0,7 0 0 0,0 0-8 16,0 0-1-16,0 0-4 0,0 0-8 0,0 0-9 15,0 0-4-15,7-11-10 0,-7 11 0 0,5-4-12 16,-1 1 0-16,-4 3-14 0,6-2-21 0,-3 0-26 16,-3 2-33-16,6-4-47 0,-4 1-60 0,-2 3-142 15,0 0-338-15,4-4 150 0</inkml:trace>
        </inkml:traceGroup>
        <inkml:traceGroup>
          <inkml:annotationXML>
            <emma:emma xmlns:emma="http://www.w3.org/2003/04/emma" version="1.0">
              <emma:interpretation id="{E90F31EC-1B71-48DA-AB0C-0D1F75060AAF}" emma:medium="tactile" emma:mode="ink">
                <msink:context xmlns:msink="http://schemas.microsoft.com/ink/2010/main" type="inkWord" rotatedBoundingBox="7605,7930 6168,7934 6166,7446 7604,7441"/>
              </emma:interpretation>
              <emma:one-of disjunction-type="recognition" id="oneOf17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1" timeOffset="-73117.774">-8051 6601 188 0,'-8'7'209'0,"-2"3"-17"0,1 0-13 16,-6 3-15-16,2 0-14 0,-2 1-8 0,0-2-13 16,2 0-13-16,0 0-11 0,0 0-11 0,5-2-13 15,-2-3-23-15,3 1-41 0,1-1-66 0,0-3-65 16,1 4-164-16,0-5-299 0,1 0 133 0</inkml:trace>
          <inkml:trace contextRef="#ctx0" brushRef="#br1" timeOffset="-73118.774">-8273 6790 152 0,'0'0'199'0,"0"0"-15"0,0 0-7 0,0 0-12 16,0 0-6-16,0 0-10 0,5 15-6 0,-3-8-9 16,-4 1-11-16,2-1-9 0,0 1-6 0,-1 1-7 0,-1-1-8 15,0 0-5-15,0 2-4 0,0-3-6 0,1 2-4 16,-2 0-2-16,-1-1-10 0,-1-1-1 0,1-1-10 15,0 0-4-15,0-1-3 0,0-1-3 0,1-1-5 16,0 1-1-16,0-3-4 0,3-1-4 0,-6 3-2 16,2-1-3-16,4-2-2 0,-6-2-3 0,6 2-2 15,-6-3 2-15,6 3-6 0,-6-4 2 0,1 0-2 16,3 1-1-16,0-3-4 0,2 6 1 0,-5-7-1 16,3 4 1-16,2 3-2 0,-4-7 0 0,1 3 0 0,3 4-1 15,-4-5-1-15,4 5-1 0,-3-2-2 16,3 2 0-16,0 0 2 0,0 0-1 0,-8 4-2 0,4 1 1 15,2-2-4-15,0 1 6 0,-1 2-6 0,0-1-3 16,-1 1-5-16,2 0-7 0,-1 0-5 0,0-1-9 16,0-1-8-16,2 1-15 0,-3-2-13 0,2 1-15 15,2-4-14-15,-6 6-16 0,6-6-18 0,-2 2-25 16,2-2-29-16,0 0-149 0,0 0-362 0,0 0 160 16</inkml:trace>
          <inkml:trace contextRef="#ctx0" brushRef="#br1" timeOffset="-76650.7637">-7014 6898 65 0,'0'0'260'16,"0"0"-16"-16,0 0-5 0,0 0-8 0,14-10-4 16,-14 10-12-16,5-1-10 0,-5 1-16 0,3-3-20 15,-3 3-14-15,0 0-15 0,0 0-23 0,0 0-16 0,4-2-31 16,-4 2-39-16,0 0-65 0,0 0-79 16,0 0-92-16,0 0-180 0,0 0-416 0,-12 6 185 0</inkml:trace>
          <inkml:trace contextRef="#ctx0" brushRef="#br1" timeOffset="-75635.2288">-7225 6841 203 0,'0'0'219'0,"5"-3"-8"16,-5 3-15-16,3-3-12 0,-3 3-10 0,4-3-13 15,-4 3-12-15,4-3-10 0,-4 3-10 0,5-2-14 16,-5 2-10-16,5-3-10 0,-5 3-12 0,6-1-5 16,-6 1-10-16,6 0-6 0,-6 0-5 0,0 0-10 15,8 3-5-15,-8-3 0 0,6 0-6 0,-6 0-3 16,3 3-2-16,-3-3-9 0,5 3-11 0,-5-3 4 0,1 4-4 15,1 1-10-15,-2-5 2 0,4 7 1 16,-4-3-4-16,0-4-4 0,2 7-8 0,0-4-1 0,-2-3-1 16,1 9 3-16,-1-9-3 0,0 7-4 0,0-7 0 15,1 8 0-15,-1-8 1 0,0 5 1 0,0-5 3 16,0 0 0-16,0 7 2 0,0-7 1 0,0 0 0 16,0 6-1-16,0-6-6 0,0 0 6 0,0 0-1 15,0 6 0-15,0-6 4 0,0 0 0 0,4 2 1 16,-4-2-2-16,0 0-3 0,6 3 6 0,-6-3 2 15,0 0 0-15,4 1-4 0,-4-1 7 0,0 0-6 16,0 0 0-16,0 0 1 0,7 2-1 0,-7-2 1 0,0 0-3 16,0 0 5-16,0 0 0 0,0 0 1 0,0 0-5 15,0 0 6-15,0 0 1 0,0 0-2 0,0 0 0 16,0 0 6-16,-16 4-3 0,11-2 3 0,-2-2-1 16,-1 0-2-16,1 0 3 0,-4 0-6 0,3 0 1 15,-4 0 2-15,-1 0-1 0,0 0 1 0,1-2-1 16,1 2-3-16,-1-1-4 0,2 1 5 0,2-2-9 15,1 1 2-15,3-1 4 0,-2 1-6 0,1-1 4 16,2-1-1-16,3 3 1 0,-6-4 3 0,6 4-5 16,-4-5 5-16,4 5-1 0,-2-3-2 0,2 3 3 15,0 0 1-15,0 0-3 0,4-11 6 0,-4 11-4 0,2-3 6 16,-2 3-1-16,5-4 2 0,-5 4 1 0,6-4 4 16,-2 2 2-16,-4 2 5 0,7 0 0 0,-3 0 5 15,-4 0 2-15,5-2-1 0,-5 2 2 0,0 0 3 16,8 2-4-16,-4 0 3 0,-1 0 0 0,-3-2-2 15,6 6 2-15,-3-3-1 0,-1 2 0 0,-1-1 1 16,-1-4 1-16,0 11-1 0,-2-5 2 0,-1 1 3 16,-1 0-2-16,-1 0-3 0,0 1 3 0,0-1-1 15,-3 1 0-15,1 3-11 0,-1-4 5 0,-1 0-4 0,2-2 0 16,0 1-2-16,1-1-7 0,-1-2-14 16,1 1-22-16,0-2-30 0,1 0-34 0,-1 0-38 0,6-2-46 15,-7-1-215-15,7 1-425 0,-6-6 189 0</inkml:trace>
          <inkml:trace contextRef="#ctx0" brushRef="#br1" timeOffset="-75400.8602">-7150 6700 84 0,'2'-3'261'0,"-2"3"-16"16,5-5-13-16,-5 5-19 0,5-3-15 0,-3 0-20 15,-2 3-18-15,0 0-19 0,4-4-12 0,-4 4-23 16,0 0-29-16,0 0-40 0,0 0-49 0,0 0-64 16,0 0-54-16,-14 7-178 0,8-4-333 0,-4 2 148 15</inkml:trace>
          <inkml:trace contextRef="#ctx0" brushRef="#br1" timeOffset="-75135.2537">-7478 6745 167 0,'0'0'208'16,"0"0"-11"-16,0 0-6 0,0 0-2 0,0 0-10 16,0 0-11-16,1 16-3 0,-1-16-10 0,0 9-9 15,0-9-9-15,0 13-6 0,0-5-6 0,-1 1-10 16,1 1-5-16,0 0-10 0,-2-1-12 0,1 3-10 16,0-3-7-16,-1 0-7 0,1 0-8 0,-1 0-30 15,0 0-31-15,-2-3-52 0,1 0-57 0,1-1-63 16,-2 2-243-16,1-2-453 0,0-1 202 0</inkml:trace>
          <inkml:trace contextRef="#ctx0" brushRef="#br1" timeOffset="-74400.9425">-7626 6833 169 0,'7'17'163'16,"-6"-14"-5"-16,-1-3-12 0,3 6-15 0,-1-2 0 0,0 0-10 15,-1 1-4-15,-1-5-9 0,3 8-7 0,-1-2-8 16,-1-1-2-16,1 0-10 0,0 2-3 16,-1-2-8-16,0 0-10 0,-1-5-3 0,0 9-7 0,0-9-4 15,0 8-2-15,0-8-4 0,-2 7-3 0,-1-4-4 16,3-3-6-16,-4 5-1 0,1-2-3 0,0 0-4 15,3-3-3-15,-6 3-2 0,1-1-10 0,5-2-9 16,-8 1 0-16,3-1-3 0,5 0-6 0,-9-1 1 16,5-1-1-16,4 2-4 0,-9-2 4 0,3-1-4 15,2 0-3-15,0-1 3 0,1 1 2 0,-1-1 0 16,0-1-2-16,1 1-1 0,0-3 3 0,0 0-6 16,2 2 7-16,-1-2-4 0,2-1 5 0,-1 0-3 0,1 8 0 15,1-10 6-15,0 6-1 0,0-2 7 16,-1 6-1-16,2-8 0 0,-2 8 2 0,2-6-4 15,-2 6 4-15,4-3-4 0,-4 3 7 0,3-3-1 0,-3 3 6 16,0 0-1-16,7 0 2 0,-7 0 1 0,0 0 1 16,7 3 0-16,-7-3 5 0,4 4 0 0,-1-1 0 15,-3-3-1-15,3 5 1 0,-3-5 1 0,2 4 4 16,-2-4-7-16,0 8 5 0,0-8-2 0,-3 7 4 16,1-3-5-16,-1 0 5 0,-1 1-8 0,-1-2 1 15,1 1 1-15,-2-1 1 0,0 1-2 0,0-1 3 16,0 1-5-16,0-1-2 0,-1-2-3 0,3-1-1 15,-2 2-2-15,-1-2 5 0,7 0-10 0,-10 1 5 0,3-1-2 16,1-1-1-16,6 1 1 0,-9 0 1 16,5 0 1-16,4 0 0 0,-8 0 0 0,8 0-1 15,-5 0 6-15,5 0 3 0,0 0 0 0,-6 0 3 0,6 0-3 16,0 0 1-16,0 0 2 0,0 0 3 0,-5 3-1 16,5-3 5-16,0 0-1 0,-3 6 3 0,3-6 1 15,0 0 1-15,1 8 0 0,-2-4 1 0,1-4 6 16,0 11-3-16,-2-5 1 0,1 2 2 0,-2-2 0 15,1 3 2-15,0-2-5 0,-2 1 0 0,0 0-2 16,1 0-3-16,-1-1 1 0,0 1-3 0,-1 0 1 16,0-1-5-16,-1 0-4 0,2 1-4 0,-3-3-7 15,1 1-12-15,-2 1-13 0,2-3-25 0,-1 1-24 16,1-2-32-16,1 0-29 0,0-2-40 0,1 0-183 16,4-1-388-16,-10-1 173 0</inkml:trace>
          <inkml:trace contextRef="#ctx0" brushRef="#br1" timeOffset="-73900.9641">-7950 6919 86 0,'0'0'129'0,"-7"3"-11"0,3-1 2 0,1 0-8 16,-2-1-14-16,1 2-7 0,0-3-1 0,4 0-9 15,-9 5-6-15,4-3-10 0,1 0-1 0,2 1-9 16,2-3-3-16,-8 3-8 0,6 0-1 0,2-3-9 16,-5 4-1-16,5-4-2 0,-3 4-1 0,3-4-3 15,-1 4-2-15,1-4-2 0,0 0-1 0,0 8 4 16,0-8 6-16,3 6 0 0,-3-6 2 0,4 6-6 15,-2-4 3-15,-2-2-8 0,4 3 0 0,-1 0-1 16,-3-3 3-16,5 3-8 0,-5-3 3 0,4 3-4 16,-4-3-1-16,3 4-1 0,-3-4 3 0,3 3 2 15,-3-3 7-15,0 0-4 0,1 6 7 0,-1-6 4 16,0 0 4-16,0 0-5 0,-4 10 2 0,1-7 1 0,-1 0-1 16,4-3-3-16,-6 3 3 0,1 2-3 0,0-4 2 15,0 2 0-15,-1-1 0 0,0-1 0 16,-1 1 3-16,-1 1-5 0,1-3-1 0,-2 2-4 0,0-1-4 15,-1-1-1-15,1 0-1 0,2 0-6 0,-1-1 2 16,0-1-1-16,0 1-3 0,1-3-1 0,0 2-3 16,2-2 3-16,-1 0-2 0,3-1-2 0,-2 0 0 15,3 0-2-15,1-1 0 0,0 0 1 0,1-2-4 16,1 0-10-16,1 0-19 0,1-1-23 0,-1 2-44 16,1 0-61-16,-1-3-62 0,2 2-153 0,-2 0-399 15,1 4 177-15</inkml:trace>
        </inkml:traceGroup>
        <inkml:traceGroup>
          <inkml:annotationXML>
            <emma:emma xmlns:emma="http://www.w3.org/2003/04/emma" version="1.0">
              <emma:interpretation id="{5C019953-C06D-401F-91C7-A95CE7DBBEAB}" emma:medium="tactile" emma:mode="ink">
                <msink:context xmlns:msink="http://schemas.microsoft.com/ink/2010/main" type="inkWord" rotatedBoundingBox="6020,7902 4099,7908 4097,7404 6019,7398"/>
              </emma:interpretation>
              <emma:one-of disjunction-type="recognition" id="oneOf18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1" timeOffset="-70134.6194">-9069 6835 98 0,'0'0'194'0,"0"0"-13"0,0 0-11 0,7 0-8 16,-7 0-9-16,0 0-1 0,0 0-4 0,2 6-10 15,-2-6-11-15,0 0-3 0,0 0-12 0,-3 10-18 16,3-10-1-16,-2 8-9 0,2-8-8 0,-3 8-11 0,1-3-2 15,0-1-6-15,1 1-5 0,0 0-7 0,-1 0-3 16,0 0-4-16,2-5-5 0,-5 7-2 0,2-3-8 16,0-1-8-16,0 0-3 0,3-3-3 0,-8 3-5 15,4-1-3-15,-1-1-4 0,5-1 0 0,-9 1-8 16,3 0 6-16,6-1-2 0,-8-2-4 0,3 1 3 16,5 1-4-16,-5-5 1 0,2 2-5 0,3 3 1 15,-3-3 3-15,3 3 1 0,-2-7-3 0,2 7 4 16,0-8 0-16,0 8 2 0,0-8 0 0,0 8-2 15,2-7 2-15,-1 2 4 0,-1 5 2 0,1-7-1 16,-1 7 3-16,2-6 1 0,-2 6 3 0,2-3 0 0,-2 3-4 16,0 0 4-16,0 0-3 0,0 0 4 0,2-4-4 15,-2 4-1-15,0 0 2 0,0 0-3 0,0 0 1 16,0 0 0-16,1 14-5 0,-1-14 10 0,-1 8-1 16,1-8-2-16,-3 7 2 0,1-4-2 0,-1 1 1 15,3-4-3-15,-6 6 1 0,2-2 1 0,2-1-6 16,-2-1 2-16,-2 1-4 0,3-1 2 0,-3-1-3 15,6-1 0-15,-9 1 4 0,9-1-2 0,-8-1 0 16,4-1 1-16,4 2-1 0,-8-4-3 0,3 2 6 0,5 2-1 16,-5-6 0-16,3 2 1 0,-1 0 1 0,3 4 1 15,-5-7 0-15,5 2 3 0,-1 0-1 16,1 5 4-16,-1-10 0 0,1 5 6 0,0 5 4 0,0-8 2 16,0 8 2-16,1-6 4 0,-1 6 6 0,0 0-3 15,0-8 0-15,0 8 0 0,0 0-3 0,0 0-9 16,0 0 4-16,0 0-4 0,0 0 1 0,0 0-2 15,0 0-1-15,0 0-4 0,0 0 4 0,0 0-1 16,0 0 0-16,0 0-2 0,0 0 1 0,-3 22-3 16,0-17-1-16,2 0-2 0,1-5 5 0,-3 9-1 15,2-6 1-15,-2 2-1 0,3-5 2 0,-3 6-1 0,1-3 0 16,2-3-2-16,-6 5 0 0,4-3-1 0,2-2 2 16,-6 2-10-16,6-2 9 0,-7 1-2 15,4-1-4-15,3 0 3 0,-11-3-3 0,7 3 3 0,4 0 1 16,-10-4-4-16,4 1-1 0,0-2 2 0,0 0-1 15,-1 1 2-15,2-1 1 0,0-1 3 0,1 0-2 16,0 1-6-16,2 0 1 0,-1 2 7 0,-1-1 3 16,4 4 2-16,-5-7 2 0,5 7-1 0,-3-4-1 15,3 4-3-15,-4-3 1 0,4 3-3 0,0 0 3 16,-4-1-5-16,4 1 1 0,0 0 2 0,-9 5-3 16,6-1-6-16,0 0 3 0,0-1-2 0,0 1 3 0,-1 3-2 15,2-1-6-15,-2-1-17 0,2 0-14 0,0 0-32 16,-1 1-27-16,1-2-42 0,2-4-49 0,-2 8-48 15,-1-6-155-15,3-2-420 0,0 0 186 0</inkml:trace>
          <inkml:trace contextRef="#ctx0" brushRef="#br1" timeOffset="-69948.1331">-9109 6746 200 0,'0'0'229'0,"0"0"-15"0,0 0-14 15,0 0-19-15,0 0-13 0,0 0-23 0,0 0-8 16,0 0-11-16,0 0-8 0,-18 1-10 0,18-1-11 15,-10 1-11-15,5 0-9 0,-1-1-9 0,0 1-9 16,-1-1-10-16,0 0-4 0,1-1-17 0,-2 1-5 16,2 0-5-16,1 0-5 0,5 0-11 0,-8-2-2 15,4 1-8-15,4 1-10 0,-6-3-2 0,6 3-4 0,-3-5-5 16,3 5-3-16,-2-7-2 0,2 7 1 0,1-9-2 16,-1 9 0-16,2-10 6 0,1 5 0 0,0 1 5 15,-3-1 1-15,3 1 6 0,-3 4 3 0,3-9 8 16,0 5-5-16,-3 4 5 0,1-4-5 0,-1 4 7 15,3-4-17-15,-3 4-2 0,0 0-36 0,1-7-36 16,-1 7-44-16,0 0-130 0,2-5-292 0,-2 5 130 16</inkml:trace>
          <inkml:trace contextRef="#ctx0" brushRef="#br1" timeOffset="-71432.3995">-8586 6832 3 0,'0'0'164'0,"0"0"-9"16,0 0-11-16,0 0-5 0,0 0-11 0,0 0-8 15,0 0-3-15,7 14-7 0,-5-10-4 0,-2-4-11 16,2 9-8-16,-2-4-4 0,2 1 2 0,-2-1-6 16,0 2-4-16,-2 2-6 0,2-2-7 0,0 0-5 0,-2 1-4 15,-1-2-5-15,2 1-10 0,-1 0 5 16,0-1-6-16,-1-1 0 0,0-1-6 0,0 0-3 16,0 0 0-16,-1-1-5 0,1 1-1 0,0-1-5 0,3-3-6 15,-8 4 2-15,4-2 3 0,4-2-9 0,-8 1 3 16,4 0-2-16,4-1-1 0,-6-1 1 0,6 1-3 15,-8-5 0-15,3 1-5 0,1 1-5 0,-1-2-10 16,1 2 4-16,-1-2-5 0,1-1 1 0,-1 1-1 16,1-1 1-16,1 0-7 0,0-1 5 0,0 1 0 15,1-2-5-15,0 2-8 0,2 0 4 0,-1-2 0 16,2 1 3-16,-1 7-8 0,2-10 6 0,0 5 0 0,-2 5 8 16,2-8-3-16,0 4 3 0,-2 4-2 0,2-6 5 15,-2 6 2-15,5-3-2 0,-5 3 1 16,0 0 7-16,5-2-2 0,-5 2 8 0,0 0-3 0,6 0 7 15,-6 0-8-15,0 0 8 0,7 2-1 0,-7-2-3 16,4 6 9-16,-2-4-1 0,-2-2 1 0,3 7 5 16,-1-4 0-16,-2-3 0 0,2 6 3 0,-2-6 1 15,1 7 0-15,-1-7 8 0,-2 8-7 0,-1-4 8 16,3-4-1-16,-7 7 3 0,3-5-3 0,-1 1 1 16,-2-1-4-16,1 1-5 0,-2 0 2 0,0 0-4 15,0 0 0-15,1-1 2 0,-1-1-8 0,-2-1-1 0,1 2 2 16,0-2-1-16,-1 0-2 0,3 1 3 0,-1-1-7 15,-1 0 0-15,2 2-1 0,-1-2 3 16,1 0-5-16,2 0 3 0,5 0-1 0,-7 1 2 0,7-1-3 16,-7 0-1-16,7 0-1 0,0 0 6 0,-6 2-7 15,6-2 7-15,0 0-3 0,0 0 1 0,0 0-3 16,0 0-7-16,0 0 8 0,0 0-2 0,8 10 2 16,-4-8-2-16,-1 2 2 0,-3-4-3 0,5 5 3 15,-3-1 1-15,2-1-3 0,-1 2 3 0,-3-5-2 16,2 7 0-16,-1-3-1 0,-1-4 3 0,1 7-1 15,-1-7-4-15,-1 6 5 0,1-6-3 0,0 0 2 0,-1 7-1 16,1-7 0-16,-4 3-2 0,4-3-5 0,-8 2 0 16,8-2 1-16,-7 0-2 0,7 0-6 0,-9-3 5 15,5 1 1-15,0-1-5 0,4 3 3 0,-7-4 1 16,4 1-2-16,1 0 0 0,-1-3 1 0,1 2 1 16,2 4-3-16,-3-10 6 0,2 4-6 0,1 6-1 15,-1-10 9-15,1 4-8 0,0 6 8 0,1-10-3 16,-1 10 3-16,0-7-2 0,0 7 6 0,0-7 0 15,0 7-2-15,1-5 3 0,-1 5 2 0,0 0-3 0,0 0-1 16,1-6 0-16,-1 6-3 0,2-4 3 16,-2 4 1-16,0 0 1 0,0 0-4 0,0 0-1 15,0 0 4-15,0 0 1 0,0 0 0 0,0 0 1 0,0 0-4 16,0 0-1-16,0 0-1 0,0 0 3 0,0 0-1 16,-6 17 1-16,6-17-3 0,-4 5-1 0,4-5-3 15,-5 3-4-15,5-3-6 0,-5 4 1 0,1-2-9 16,4-2-4-16,-8 4 4 0,4-3-1 0,4-1 3 15,-9 0 1-15,3-1 5 0,0-1 1 0,6 2-7 16,-10-3 6-16,4 0 4 0,1 1 5 0,1 1 4 16,0-2 9-16,4 3 3 0,-7-6 6 0,4 3-1 0,1-2 6 15,2 5-2-15,-5-6 4 0,4 1 4 16,-1 1 7-16,2 4 8 0,-2-8 7 0,0 4 8 16,2 4 3-16,-2-7 1 0,2 7 2 0,0 0-3 0,-1-8 0 15,1 8-4-15,0 0-1 0,0-6-4 0,0 6-4 16,0 0-6-16,0 0-4 0,0 0-3 0,0 0-6 15,0 0-3-15,0 0 0 0,0 0-4 0,0 0-3 16,0 0-3-16,0 0 0 0,0 0 3 0,0 0-5 16,0 0 2-16,0 0-3 0,0 0-2 0,0 0-1 15,3 18 1-15,-3-18-4 0,2 6 4 0,-2-6-4 16,0 0-1-16,0 7 1 0,0-7 1 0,0 0-3 16,-2 6-3-16,2-6-5 0,-5 5 0 0,5-5-6 0,-6 3-1 15,3-2-8-15,-1 1-1 0,4-2-13 16,-9 2-9-16,5-1-10 0,4-1-8 0,-11 0-12 0,7 0-8 15,-3 2-12-15,7-2-11 0,-9-2-13 0,2 2-20 16,7 0-17-16,-8 0-42 0,8 0-108 0,-7 0-329 16,7 0 146-16</inkml:trace>
          <inkml:trace contextRef="#ctx0" brushRef="#br1" timeOffset="-71213.6593">-8980 7013 43 0,'0'0'224'0,"0"0"-10"0,0 0-11 16,0 0-12-16,0 0-19 0,0 0-11 0,0 0-15 15,-17 0-14-15,17 0-23 0,-9 1-1 0,2 1-13 16,4-2-10-16,-4 0-13 0,1 0-21 0,1 0-19 15,5 0-35-15,-12 0-45 0,8 0-22 0,0-3-38 16,4 3-194-16,-9-6-327 0,4 3 145 0</inkml:trace>
          <inkml:trace contextRef="#ctx0" brushRef="#br1" timeOffset="-69182.5735">-9511 6852 108 0,'0'0'170'0,"0"0"-15"0,0 0-8 0,0 0-21 16,0 0-7-16,0 0-10 0,0 0-8 0,-2 22 1 0,2-22-5 15,-3 9-3-15,2-5-3 0,-2 0 1 0,-1 0-1 16,3 1-2-16,-3-2-4 0,2 1-1 15,-2-1-8-15,0 0-5 0,4-3-9 0,-7 3-6 0,4-1-6 16,3-2-7-16,-9 2-3 0,9-2-4 0,-7 1-3 16,7-1-3-16,-7-3-2 0,7 3-6 0,-6-3-2 15,4 0-1-15,-2-1-2 0,4 4 0 0,-4-7-2 16,4 7-2-16,-2-6 0 0,1 2 0 0,1 4 3 16,-4-7-7-16,4 7 12 0,0-6-5 0,0 6 6 15,-3-4-2-15,3 4 2 0,0 0-5 0,0 0-2 16,-4-6 1-16,4 6-2 0,0 0-5 0,0 0-1 0,0 0-1 15,-10 6-1-15,10-6 1 0,-6 3-4 0,3 0-6 16,0 1-11-16,1-1-10 0,-1 1-17 0,-2 0-13 16,2 1-29-16,-1-1-27 0,2-1-36 0,2-3-50 15,-7 8-153-15,5-4-378 0,1-1 168 0</inkml:trace>
          <inkml:trace contextRef="#ctx0" brushRef="#br1" timeOffset="-68995.0601">-9658 7046 20 0,'0'0'272'0,"0"0"-13"0,0 0-13 0,0 0-16 16,0 0-21-16,0 0-18 0,0 0-14 0,0 0-18 16,0 0-18-16,0 0-16 0,0 0-21 0,0 0-33 15,0 0-42-15,0 0-54 0,5-15-49 0,-5 15-55 16,0 0-206-16,-6-8-362 0,6 8 161 0</inkml:trace>
          <inkml:trace contextRef="#ctx0" brushRef="#br1" timeOffset="-67588.9237">-9712 6558 79 0,'0'0'201'0,"0"0"-17"0,-8 14-7 0,5-7-19 15,-3 1-8-15,1-1-14 0,-3 4-11 0,-2-1-7 16,-3 5-13-16,-2-1-10 0,-2 0-11 0,-2-1-5 0,1-1-11 15,-1 2-16-15,0-2-23 0,3 0-30 16,1-2-46-16,4-1-39 0,1-1-199 0,1-1-308 16,-1-1 137-16</inkml:trace>
          <inkml:trace contextRef="#ctx0" brushRef="#br1" timeOffset="-67838.9023">-9751 6766 275 0,'3'-3'274'0,"-3"3"-7"0,5-3-16 15,-5 3-12-15,2-5-21 0,-2 5-16 0,3-3-20 16,-3 3-17-16,0 0-15 0,2-4-17 0,-2 4-15 15,0 0-27-15,2-5-35 0,-2 5-48 0,0 0-58 16,0 0-66-16,0 0-64 0,0 0-201 0,-6-7-412 16,6 7 182-16</inkml:trace>
          <inkml:trace contextRef="#ctx0" brushRef="#br1" timeOffset="-68166.996">-9795 6906 113 0,'0'0'143'0,"0"0"-5"16,-3-3-14-16,3 3-7 0,0 0-12 0,-4-3-12 15,4 3-6-15,-2-5-8 0,2 5-5 0,0 0-9 16,-1-6-10-16,1 6 0 0,0 0-8 0,0 0-8 0,0-7-5 15,0 7-2-15,0 0 0 0,4-5-6 0,-4 5-1 16,0 0 3-16,0 0-4 0,4-3-2 0,-4 3-5 16,0 0 1-16,0 0 6 0,8 0-5 0,-8 0 5 15,5 0-5-15,-5 0-5 0,0 0 3 0,5 3-3 16,-5-3-1-16,5 3-2 0,-2 0 1 0,1 0 8 16,-4-3-6-16,2 5-1 0,0-2-3 0,-2-3 1 15,3 7-5-15,-3-7 5 0,-1 7 5 0,1-7-6 16,0 0 13-16,-3 8 1 0,3-8-1 0,-5 5 3 0,5-5-5 15,-7 4-1-15,3-2-3 0,-1-2 1 16,-1 1-2-16,0 1 0 0,-1-2-5 0,0 0-10 0,-2 0-4 16,0 0 5-16,3 0-5 0,-1-2 1 0,0 0 4 15,1-2-7-15,1 2 6 0,0 0-8 0,1-3 7 16,-1 2-8-16,2 0 8 0,1-1 2 0,-3-3-2 16,2 2 1-16,1 0-1 0,1-4 1 0,-1 0 1 15,0 0 4-15,-1-3 8 0,1 2-2 0,2 1 6 16,0 0 7-16,0 1 1 0,-1 0 8 0,1 8-2 15,1-10 7-15,-1 10-3 0,0-7-3 0,0 7-3 16,0-5 0-16,0 5-3 0,0 0-4 0,0 0-5 0,2-7 2 16,-2 7-6-16,0 0-1 0,0 0-1 0,0 0 2 15,0 0-3-15,6 14 1 0,-6-14-1 16,0 10-1-16,-1-5-1 0,0 3 0 0,-1 0-1 0,1 0 1 16,0 0-5-16,-2 1 4 0,0-1-6 0,-1 0 3 15,2 0-3-15,-4-2-1 0,0 2 4 0,1-3-6 16,-1 1 1-16,1-1-4 0,-3 1 0 0,2-2 0 15,0 0-2-15,0-1 1 0,1-2-4 0,-3 1 0 16,2-2 0-16,0 1-3 0,2-1 8 0,4 0-5 16,-9-1 4-16,9 1 3 0,-6-2 0 0,6 2-2 15,-6-1 2-15,6 1 1 0,0 0-1 0,-6 0 4 0,6 0 1 16,0 0-3-16,-4-2 3 0,4 2 2 0,0 0 1 16,0 0 0-16,0 0 2 0,0 0 1 15,-5 5-3-15,5-5 2 0,0 8 8 0,0-8-1 0,0 9 1 16,0-9 1-16,-1 10 1 0,1-2-3 0,-1-2 2 15,0 1-5-15,-1 1-9 0,-1-1 0 0,1 0 0 16,-3 1 0-16,2-1-1 0,-3 1 3 0,-1-2-1 16,-2 2-1-16,1 0 2 0,0-1-5 0,1-2-4 15,1 0-11-15,1 0-14 0,-2-2-20 0,2 0-31 16,1-1-49-16,4-2-46 0,-6 0-207 0,6 0-414 16,0 0 184-16</inkml:trace>
          <inkml:trace contextRef="#ctx0" brushRef="#br1" timeOffset="-66635.8419">-10201 6884 168 0,'6'8'199'0,"-6"-8"-18"16,4 3-14-16,-1 0-15 0,-3-3-12 0,6 6 2 15,-4-2-10-15,1 0-7 0,-1-1-14 0,0 1-4 16,1 1-16-16,-3-5 1 0,1 6-12 0,0-1-8 16,-1-5-4-16,0 0-9 0,-1 9-2 0,1-9-9 15,0 0-11-15,-4 6-4 0,4-6-13 0,-4 2-15 16,4-2-8-16,-7 1-13 0,7-1-7 0,-7 0-6 16,7 0-4-16,-8-4-4 0,5 2-7 0,3 2 5 0,-8-3-4 15,5-1 8-15,-1 1 6 0,2-1 2 0,2 4 5 16,-4-7 5-16,1 1-6 0,2 1 12 0,1 5 1 15,0-10 0-15,-1 6 16 0,1 4 2 0,0-10-2 16,0 10 5-16,1-9-1 0,-1 4 10 0,0 5 0 16,0-6 1-16,0 6-2 0,1-7 1 0,-1 7-7 15,1-5 2-15,-1 5-2 0,0 0 0 0,1-5-7 16,-1 5 6-16,0 0-4 0,0 0 6 0,0 0 4 0,0 0 0 16,0 0-1-16,-7 13-4 0,7-13-1 15,-8 7-2-15,3-3 1 0,-1 2 2 0,1-3-4 16,-2 2-1-16,1-1 0 0,-1 1 2 0,1 0-3 0,-1-2 1 15,1 0-3-15,0 0-7 0,0 0 9 0,2-1-6 16,0 0 2-16,0 0 1 0,4-2-3 0,-8 3 0 16,6 0 0-16,2-3 0 0,-5 1-4 0,5-1 1 15,-4 3 2-15,4-3-5 0,0 0 6 0,-3 4-2 16,3-4 3-16,0 0 2 0,-3 4-5 0,3-4 6 16,0 0-2-16,0 0 1 0,0 0 4 0,0 0 0 15,6 9 5-15,-6-9 1 0,3 5-1 0,1-4 1 0,-4-1 4 16,5 6 1-16,-2-3-1 0,-3-3 0 15,4 4-1-15,-2-1 0 0,-2-3 0 0,4 6-2 16,-4-6 0-16,3 6-3 0,-3-6 9 0,1 4 0 0,-1-4 2 16,1 5-1-16,-1-5 7 0,0 0 4 0,-1 8 2 15,1-8-6-15,-4 6 9 0,2-3 4 0,2-3-4 16,-4 5-5-16,4-5 3 0,-7 5 1 0,4-3-6 16,-1 0-1-16,-1 1 0 0,-1-2-8 0,0 1 0 15,-2-1 2-15,-2 1-2 0,1-1-1 0,2 1-1 16,-4-1-3-16,2-1-1 0,-1 0-3 0,0 2-3 15,2-4 1-15,1 2 4 0,0-2-3 0,1 0-4 16,-1 1 2-16,2-1-1 0,0 0 0 0,0-1 1 0,1 1 1 16,4 2 6-16,-5-8-6 0,3 3 0 15,-1 1-5-15,1-2 3 0,2 6 0 0,-3-10-1 0,2 4-2 16,1 0 0-16,-1 0-9 0,1 6-3 0,0-12-20 16,0 5-12-16,0 7-27 0,1-14-23 0,-1 9-37 15,2 0-26-15,0-3-37 0,1 1-50 0,1 0-173 16,-1 2-445-16,-1 0 198 0</inkml:trace>
          <inkml:trace contextRef="#ctx0" brushRef="#br1" timeOffset="-66448.3821">-10422 6823 78 0,'0'0'251'0,"3"-3"1"0,-3 3-8 16,3-5-10-16,-3 5-10 0,3-3-17 0,-3 3-14 15,0 0-18-15,2-4-18 0,-2 4-16 0,0 0-28 16,0 0-47-16,0 0-66 0,0 0-88 0,0 0-104 16,0 0-151-16,0 0-371 0,0 0 164 0</inkml:trace>
        </inkml:traceGroup>
        <inkml:traceGroup>
          <inkml:annotationXML>
            <emma:emma xmlns:emma="http://www.w3.org/2003/04/emma" version="1.0">
              <emma:interpretation id="{ACAC34FA-67A1-4C09-BBCC-15EC73902698}" emma:medium="tactile" emma:mode="ink">
                <msink:context xmlns:msink="http://schemas.microsoft.com/ink/2010/main" type="inkWord" rotatedBoundingBox="3926,7918 2700,7922 2699,7656 3925,7653"/>
              </emma:interpretation>
              <emma:one-of disjunction-type="recognition" id="oneOf19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1" timeOffset="-65603.7083">-10676 6872 66 0,'4'-2'193'0,"-4"2"-10"16,0 0-12-16,0 0-10 0,0 0-10 0,2 9-4 15,-2-9-5-15,1 5-6 0,-1-5-15 0,0 8-10 16,0-8-8-16,1 9-10 0,-1-9-9 0,1 8-6 16,-2-4-7-16,1-4-4 0,0 9-8 0,0-9-3 0,-3 6-4 15,1-3-8-15,2-3-3 0,-5 3-3 0,1-1-5 16,4-2 0-16,-8 2-7 0,3-1-5 0,-2-1-1 15,7 0-4-15,-7-1 4 0,0 0-10 0,1 0 5 16,1 0-1-16,-2-2-3 0,3 2 0 0,4 1-2 16,-10-5-1-16,6 1-5 0,1 2 3 0,0 0-7 15,-1-3-1-15,4 5-2 0,-5-4-2 0,5 4 1 16,-2-5-7-16,2 5 2 0,0 0-3 0,0 0-2 16,0-6 3-16,0 6 0 0,0 0 2 0,0 0 2 15,4-7 2-15,-4 7-1 0,0 0-3 0,0 0-1 16,3-3 5-16,-3 3 1 0,0 0 2 0,0 0-5 0,0 0 13 15,0 0-5-15,11 5 0 0,-8-3 3 0,-3-2 3 16,3 5-4-16,0-2-3 0,-3-3 7 0,4 7 1 16,-3-4 0-16,0 2 0 0,-1-5 1 0,2 10-2 15,-2-5 4-15,0-5-2 0,-3 11-3 0,1-4 5 16,-1-2-3-16,0 1-1 0,-1-2 1 0,-2 3-1 16,1-1-5-16,0-1-5 0,0-2-7 0,-1 3-5 15,0-2-20-15,3-2-17 0,-1 1-11 0,1 0-22 16,0 0-14-16,3-3-28 0,-4 2-42 0,4-2-148 0,0 0-344 15,-7 1 152-15</inkml:trace>
          <inkml:trace contextRef="#ctx0" brushRef="#br1" timeOffset="-65323.4792">-10726 7075 112 0,'0'0'293'0,"0"0"-9"16,0 0-16-16,0 0-20 0,0 0-20 0,0 0-28 0,6-12-17 16,-6 12-16-16,3-5-16 0,-3 5-17 0,3-6-17 15,-3 6-27-15,2-6-44 0,-2 6-58 16,0-6-78-16,0 6-78 0,-4-9-208 0,1 6-406 0,0-1 180 16</inkml:trace>
          <inkml:trace contextRef="#ctx0" brushRef="#br1" timeOffset="-65089.1053">-10924 6810 9 0,'0'0'173'0,"0"0"-8"0,0 0-11 0,0 0-9 16,0 0-9-16,9 14-9 0,-6-11-5 0,-1 1-4 15,-2-4 0-15,2 8-4 0,1-4-3 0,0 2-5 16,2 0-5-16,-4-2-2 0,1-1-8 0,0 2-5 16,0 0-4-16,-1 0-6 0,1 1-2 0,-1-3-6 15,-1-3-2-15,0 10-8 0,0-10 1 0,-1 9-3 16,-2-5-4-16,1 2-8 0,-2-3-2 0,1 1-5 15,-2 0 1-15,0-2-18 0,-1 1-19 0,-1-1-24 16,1 1-37-16,-1-1-49 0,3-2-50 0,-2 1-68 0,6-1-135 16,-10-2-392-16,5 1 173 0</inkml:trace>
          <inkml:trace contextRef="#ctx0" brushRef="#br1" timeOffset="-64589.1419">-11066 6949 47 0,'0'0'156'0,"-5"3"-5"16,5-3-8-16,0 0-9 0,-4 1-14 0,4-1-6 16,0 0-4-16,0 0-11 0,-6 0-11 0,6 0-7 15,0 0-10-15,0 0 0 0,0 0-9 0,0 0-6 16,-6-4-9-16,6 4 2 0,0 0-5 0,0 0-2 0,1-10-5 15,-1 10-7-15,0 0-3 0,2-9 4 0,-2 9-12 16,3-5 3-16,-3 5-3 0,3-7 0 0,-3 7-5 16,4-3-1-16,-4 3-5 0,5-3 0 0,-5 3 2 15,3-2-2-15,-3 2 1 0,5-1 1 0,-5 1-2 16,0 0 5-16,7 3-2 0,-4 0 2 0,-3-3 5 16,5 4-1-16,-2-1 3 0,-1 1-2 0,-2-4 1 15,3 8 0-15,-2-3 7 0,0 1 3 0,-1-6-2 16,-2 12 4-16,-2-4 3 0,-1 0-6 0,-1 1-4 15,-4 2-1-15,-2 0-1 0,-3 2-21 0,-1-2-35 16,1 1-44-16,-1-4-68 0,4-1-206 0,1-1-382 16,4 0 169-16</inkml:trace>
          <inkml:trace contextRef="#ctx0" brushRef="#br1" timeOffset="-63761.0926">-11250 6876 178 0,'0'0'172'0,"0"0"-18"16,0 0-8-16,0 0-13 0,0 0-9 0,0 0-7 15,0 0-10-15,0 0-5 0,5 8-7 0,-5-8-11 16,0 0-6-16,-1 9-1 0,1-9-14 0,-1 7 2 0,1-7-10 16,-1 7 2-16,1-7-7 0,-2 6 2 15,0-1-5-15,2-5-4 0,-3 4-7 0,3-4 3 0,-4 5-3 16,4-5-5-16,-4 3-1 0,4-3-6 0,-5 1 1 16,5-1 0-16,-6 0-2 0,6 0 1 0,0 0-6 15,-9-3-2-15,9 3 3 0,-4-4-1 0,1 1 1 16,3 3-1-16,-4-6-3 0,4 6 3 0,-5-6 4 15,3 2 0-15,2 4 2 0,-2-7-6 0,0 3 2 16,2 4 0-16,-3-6 0 0,3 6-2 0,-1-6 0 16,1 6 0-16,0 0-3 0,-2-5-3 0,2 5 1 15,0 0-3-15,0 0-2 0,-5-3 2 0,5 3-1 0,0 0-4 16,0 0 1-16,-10 6-1 0,7-4 3 16,0 2-13-16,-1-2-10 0,0 4-13 0,1-4-26 15,-2 3-26-15,1 0-27 0,1-1-46 0,0 1-70 0,-2 0-123 16,1-1-373-16,1-1 166 0</inkml:trace>
          <inkml:trace contextRef="#ctx0" brushRef="#br1" timeOffset="-63557.9817">-11396 7066 279 0,'0'0'280'0,"0"0"-12"0,0 0-25 15,7-9-18-15,-7 9-23 0,2-5-7 0,-2 5-26 0,0 0-14 16,1-6-15-16,-1 6-15 0,3-3-23 0,-3 3-24 16,0 0-34-16,1-6-46 0,-1 6-55 0,0 0-61 15,0 0-65-15,-3-11-175 0,0 9-388 0,-2-2 173 16</inkml:trace>
          <inkml:trace contextRef="#ctx0" brushRef="#br1" timeOffset="-62603.914">-11542 6910 118 0,'0'0'177'0,"0"0"-12"0,0 0-14 16,15 8-13-16,-12-5-3 0,0 0-4 0,1 1-12 15,-1-1-10-15,0 2-9 0,1 1-7 0,-2-2-12 16,1 1-4-16,0 0-5 0,-1 0-11 0,-1-1-4 16,-1-4-8-16,1 7 1 0,-1-7-5 0,-1 7-2 15,1-7-5-15,-4 6-3 0,4-6-4 0,-5 3-5 0,1-1-4 16,4-2-11-16,-8 1 0 0,4 0-3 16,4-1-12-16,-10-3-6 0,4 0-4 0,1-1-3 0,1 2 1 15,-2-3-10-15,3 3 1 0,-2-5 4 0,1 4 5 16,1-2 2-16,0 1 3 0,1-1-3 0,-1 0 4 15,1-1 0-15,0 1 2 0,2 5 8 0,-2-8-7 16,2 8 8-16,0-9 6 0,0 9 2 0,-1-6 0 16,1 6-1-16,0 0 1 0,0 0-3 0,0-9 2 15,0 9-4-15,0 0 6 0,0 0-7 0,3-3-3 16,-3 3 3-16,0 0-3 0,0 0 6 0,0 0-2 16,0 0-3-16,0 0 2 0,0 0-3 0,0 0 9 0,0 0-4 15,0 0-3-15,0 0-1 0,-13 11 2 0,7-10-1 16,0 2 4-16,0-1-2 0,-1-1-3 15,-1 1 0-15,0 0-1 0,0 0 1 0,0 0 3 0,1-1-3 16,1 1 1-16,0-2 0 0,2 1-2 0,-1 1-1 16,5-2 1-16,-6 1 1 0,6-1 0 0,-6 2 1 15,6-2-1-15,-4 2-2 0,4-2-3 0,-3 3 4 16,3-3-3-16,-2 4 7 0,2-4 1 0,0 0 5 16,-1 6 3-16,1-6 2 0,0 0 7 0,0 0-1 15,2 10 1-15,0-7 1 0,-2-3 5 0,4 5 6 16,-3-1 0-16,2-1-20 0,-3-3 0 0,4 5 5 0,-1-3 1 15,0 0 1-15,0 2-3 0,-3-4-2 0,3 6-1 16,-1-4 2-16,-2-2-3 0,3 7 3 16,-3-7 2-16,1 6-1 0,-1-6 2 0,0 6 5 0,0-6 4 15,-3 7-3-15,3-7 1 0,-4 5 2 0,1-2-2 16,0 0 0-16,-2 0 1 0,1 0 1 0,-2-2 0 16,1 1-1-16,-2 1-3 0,0-1 0 0,-2-2-1 15,0 1 2-15,-1-1-2 0,-2 1 1 0,1 0 0 16,-1-2-3-16,-2 0 2 0,2 1-5 0,0 0 0 15,1-3 1-15,0 2-5 0,2-1 2 0,1 0-1 16,1 0-2-16,1-1 0 0,-1 1-1 0,2-3 1 16,-1 2-4-16,2-1 0 0,2-1-5 0,-1-1 1 0,2 0-4 15,1 6-8-15,1-12-13 0,-1 4-2 0,2 1-17 16,-1 0-21-16,-1 2-21 0,4-1-32 0,-3 2-24 16,2-3-47-16,-1 0-39 0,0 2-174 0,1-2-429 15,-3 2 189-15</inkml:trace>
          <inkml:trace contextRef="#ctx0" brushRef="#br1" timeOffset="-62511.1704">-11815 6860 137 0,'2'-6'302'15,"-2"6"-7"-15,4-5-9 0,-4 5-15 0,3-5-14 16,-3 5-21-16,0 0-21 0,4-4-23 0,-4 4-18 15,0 0-18-15,1-5-36 0,-1 5-42 0,0 0-55 16,0 0-63-16,0 0-75 0,0 0-88 0,0 0-195 16,0 0-430-16,0 0 190 0</inkml:trace>
        </inkml:traceGroup>
        <inkml:traceGroup>
          <inkml:annotationXML>
            <emma:emma xmlns:emma="http://www.w3.org/2003/04/emma" version="1.0">
              <emma:interpretation id="{52B2702B-D1B0-4C9D-8380-26B37AE0A9C0}" emma:medium="tactile" emma:mode="ink">
                <msink:context xmlns:msink="http://schemas.microsoft.com/ink/2010/main" type="inkWord" rotatedBoundingBox="2576,7912 755,7917 754,7490 2575,7485"/>
              </emma:interpretation>
              <emma:one-of disjunction-type="recognition" id="oneOf20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1" timeOffset="-56510.6205">-13151 6922 106 0,'-6'2'138'0,"6"-2"-8"15,0 0-17-15,0 0-5 0,-7-2-10 0,7 2-9 16,0 0-11-16,0 0-4 0,-6-2-5 0,6 2-7 15,0 0-9-15,-3-4-3 0,3 4-8 0,0 0-2 16,0 0-1-16,0 0-7 0,1-10-2 0,-1 10-2 16,0 0-4-16,3-6-4 0,-3 6 1 0,4-5-3 15,-4 5-5-15,4-4 7 0,-4 4-2 0,4-4 6 0,-4 4 1 16,5-1-2-16,-5 1-2 0,5 0 1 0,-5 0-2 16,0 0-2-16,8 0 5 0,-8 0 7 0,4 1-4 15,-4-1 5-15,5 4 0 0,-3 0 5 0,0-1 4 16,-2-3 5-16,2 9-4 0,-1-3 4 0,-2 1-2 15,1 0 0-15,-2 1-1 0,0-1-2 0,-2 1-4 16,2 0-7-16,-1-1-2 0,-2 1-3 0,0-2-13 16,-2 1-14-16,1-1-38 0,-1 0-39 0,-1-1-49 15,1-1-49-15,-3 0-135 0,1-2-340 0,2-1 151 16</inkml:trace>
          <inkml:trace contextRef="#ctx0" brushRef="#br1" timeOffset="-56495.9953">-13265 6920 32 0,'2'6'216'0,"-2"-6"-14"0,2 5-12 0,-2-5-4 16,1 8-7-16,-1-3-9 0,0-5-2 0,-2 12-5 15,2-4-7-15,-3 0-10 0,2-1-10 0,-2 1-12 16,0-1-10-16,-1 1-10 0,0 0-8 0,0 0-11 16,-1 0-5-16,1 0-9 0,-1 0-12 0,-1-2-9 0,0 0-24 15,1-1-28-15,0 0-44 0,-1-2-47 16,0 0-61-16,2-1-66 0,-3-1-153 0,1-1-405 16,6 0 179-16</inkml:trace>
          <inkml:trace contextRef="#ctx0" brushRef="#br1" timeOffset="-56058.501">-13382 6779 25 0,'3'-3'259'0,"1"-2"-9"16,-1 0-14-16,-3 5-16 0,5-6-19 0,-4 3-19 16,-1 3-21-16,4-4-17 0,-4 4-24 0,0 0-38 15,0 0-51-15,0 0-64 0,0 0-66 0,0 0-198 16,0 0-321-16,0 0 142 0</inkml:trace>
          <inkml:trace contextRef="#ctx0" brushRef="#br1" timeOffset="-56261.6389">-13369 6898 73 0,'0'0'215'0,"2"7"-8"0,-1-3-9 0,-1-4-10 0,0 9-11 16,0-9-5-16,0 9-10 0,-2-1-8 0,1-1-8 16,0 2-8-16,-1-1-4 0,-1-1-12 0,1 1-11 15,-2 0-11-15,1-2-7 0,-2 2-11 0,2-2-10 16,-2-1-6-16,1-1-4 0,-2 1-8 0,0 0-14 16,1-1-18-16,0-4-20 0,0 3-31 0,-1-2-47 15,-1-1-37-15,0-1-33 0,7 1-44 0,-8-3-183 16,3 2-404-16,-1-3 179 0</inkml:trace>
          <inkml:trace contextRef="#ctx0" brushRef="#br1" timeOffset="-55527.3021">-13553 6864 168 0,'0'0'177'15,"0"0"-10"-15,0 0-9 0,0 0-14 0,0 0-6 16,0 0-10-16,0 0-13 0,6 10-10 0,-6-10-2 16,0 6-6-16,0-6-6 0,0 0-9 0,0 8-7 15,0-8-10-15,0 6-4 0,0-6-7 0,0 0-7 16,-3 7-4-16,3-7-1 0,-4 5-5 0,1-3-4 16,3-2-6-16,-6 2-8 0,2 1-1 0,4-3-3 0,-7 2-7 15,3-2-1-15,4 0 3 0,-8 0 0 0,8 0-2 16,-9-3 1-16,4 0-4 0,1 1 3 0,-1 0-2 15,1 0 1-15,0-1 0 0,0-1 4 0,0-1 6 16,1 1 0-16,0-1 7 0,0 1 5 0,0 0 0 16,0-2 7-16,3 6 8 0,-4-8 11 0,2 4 0 15,-1 1 1-15,3 3-1 0,-2-6 2 0,2 6-4 16,-2-6-5-16,2 6-1 0,-3-3-7 0,3 3-2 0,0 0-5 16,0 0-4-16,0 0-5 0,0 0-2 15,0 0 1-15,0 0 0 0,0 0-6 0,9 11 4 16,-6-7-6-16,-1-1 2 0,-2-3 1 0,4 9-7 0,-3-6-2 15,-1 3 1-15,0-6 3 0,2 10-7 0,-2-6 3 16,0-4-3-16,-2 10 2 0,1-4 1 0,-2 0-6 16,0-1-4-16,-2 1-12 0,1 0-5 0,-1-3-5 15,-1 1-8-15,1 1-13 0,0-2-16 0,-2 0-10 16,4 0-11-16,-3 0-29 0,1-2-36 0,5-1-29 16,-6 2-44-16,6-2-171 0,-7-1-423 0,7 1 187 15</inkml:trace>
          <inkml:trace contextRef="#ctx0" brushRef="#br1" timeOffset="-60605.0726">-12040 6837 123 0,'0'0'195'0,"0"0"-15"0,0 0-17 16,0 0-7-16,0 0-19 0,0 0-2 0,0 0-16 0,0 0-11 15,0 0-12-15,0 0-6 0,0 0-3 16,0 0-7-16,-15 4-5 0,15-4-9 0,-5 6-2 0,5-6-6 15,-5 4 0-15,5-4-14 0,-4 5-1 0,2-2-4 16,2-3-6-16,-4 5 1 0,4-5-3 0,-2 6-3 16,2-6-4-16,-1 5-7 0,1-5 0 0,0 0-4 15,0 7-6-15,0-7-4 0,0 0-4 0,3 6-4 16,-3-6-4-16,4 3-2 0,-4-3 0 0,5 3 0 16,-2-1-6-16,-3-2-1 0,6 4-1 0,-3-3 5 15,-3-1-4-15,7 0 2 0,-7 0-3 0,7 2 2 16,-7-2 3-16,6 1-3 0,-6-1-1 0,7 0 2 0,-7 0 1 15,5 1 0-15,-5-1-3 0,0 0-2 16,5 0 3-16,-5 0 1 0,0 0 1 0,0 0 7 16,0 0 0-16,0 0-1 0,0 0-5 0,0 0 6 0,0 0-2 15,0 0 5-15,0 0-2 0,-10 8 3 0,5-8-3 16,-1 0 0-16,-1 2 3 0,0-2 4 0,0 1-5 16,-2 1-1-16,1-4 0 0,-2 1 5 0,-1-1-2 15,3 2 3-15,-2-3-3 0,1 1 7 0,2 1-5 16,1-2 0-16,-2 2 7 0,3-1-4 0,0-1 2 15,1 1-6-15,4 2 4 0,-7-4 3 0,5 1-1 16,2 3 4-16,-3-3 1 0,3 3 5 0,-3-5 0 0,3 5 3 16,0 0 3-16,0 0-6 0,0 0 10 0,0 0-1 15,1-9 4-15,-1 9-1 0,0 0 0 16,0 0-6-16,0 0 3 0,0 0-4 0,0 0-3 0,0 0 0 16,0 0 3-16,0 0-1 0,0 0-5 0,0 0-4 15,0 0 3-15,0 0-6 0,0 0 4 0,5 17-3 16,-5-17 4-16,0 9-9 0,0-9-2 0,-2 8-1 15,2-8-5-15,-2 9-9 0,0-6 2 0,2-3-9 16,-3 6-1-16,3-6 0 0,-6 3-10 0,4 0 5 16,2-3-4-16,-6 3-6 0,3-1 1 0,3-2-2 15,-7 0-1-15,7 0-1 0,-6-1 6 0,6 1 2 0,-8-2 7 16,8 2 0-16,-5-2 6 0,5 2 5 0,-5-6 4 16,2 3 4-16,3 3-2 0,-2-6 9 0,2 6 4 15,-4-7-2-15,4 7 4 0,-1-8 2 0,1 8 11 16,-1-7 4-16,1 7 1 0,-1-6 8 0,1 6 0 15,0 0-5-15,0 0 3 0,-1-7 0 0,1 7-3 16,0 0-9-16,0 0 0 0,0 0 2 0,0 0 1 16,0 0-4-16,0 0-2 0,0 0 1 0,0 0-4 15,0 0-1-15,0 0-4 0,0 0 0 0,0 0 4 0,0 0-5 16,0 0-3-16,-2 16 5 0,2-16-8 16,-1 9-10-16,-1-5-1 0,2-4-10 0,-4 6-2 0,1-3-5 15,1 0-12-15,2-3 6 0,-7 5-9 0,3-4-4 16,-1 2-3-16,5-3-9 0,-9 1 5 0,3-1 1 15,0 0 9-15,-1 0 1 0,7 0 6 0,-10-3-8 16,3 2 5-16,3-1-4 0,0-1 9 0,4 3 14 16,-7-4-5-16,5 1 3 0,2 3 11 0,-5-7 1 15,2 4 8-15,2-1-3 0,1 4 13 0,-3-8 4 16,3 8-1-16,0-6 10 0,0 6-2 0,0-6 8 16,0 6 4-16,0 0 7 0,0 0 3 0,0-7 1 0,0 7 0 15,0 0 0-15,0 0-2 0,0 0 0 16,0 0 2-16,0 0-8 0,0 0 4 0,0 0-6 15,0 0-4-15,0 0 2 0,0 0-7 0,0 0 2 0,0 0-2 16,0 0-2-16,0 0-4 0,0 0-1 0,2 17-2 16,-2-17 3-16,0 0-6 0,-2 9-5 0,2-9 6 15,-2 8 1-15,0-6-2 0,2-2-6 0,-4 8-3 16,1-4-2-16,1-1 1 0,-3 0-1 0,2 0-1 16,-1-1-4-16,-1 1-2 0,0-1-7 0,0-1-5 15,0 2 2-15,0-3-8 0,-2 0-8 0,0 2 0 16,0-2-12-16,-1-2-7 0,1 4 1 0,1-4 2 0,-1-1-6 15,2 2 3-15,0-3-1 0,1 1 0 16,-1-1 8-16,0 2-2 0,2-1-3 0,-1-1 9 16,1 1-3-16,3 3 6 0,-6-7-4 0,4 4 7 0,2 3 4 15,-3-5 10-15,3 5-4 0,-2-5 15 0,2 5-2 16,0 0 9-16,0 0 1 0,0-8 12 0,0 8 3 16,0 0 2-16,0 0 6 0,0 0 9 0,0 0-2 15,0 0 1-15,7-3 3 0,-7 3-2 0,0 0 5 16,0 0 6-16,9 3 4 0,-9-3 3 0,7 4 0 15,-5-2-6-15,2 1 12 0,-2 1 6 0,-2-4 2 16,5 7-1-16,-3-4 2 0,2 2 3 0,-2-2-2 0,1 1-4 16,0 1-2-16,-2-1 1 0,2 1 2 0,-3-5-3 15,3 10-4-15,-2-4-2 0,1-2-3 0,-2-4-3 16,0 10 1-16,0-4-2 0,0-6-4 0,0 9 0 16,0-9-1-16,-1 8-4 0,0-3-2 0,1-5-2 15,-2 7 2-15,-1-3-7 0,0 0 2 0,3-4-11 16,-8 7 5-16,4-5 4 0,-1 3-4 0,2-3 0 15,-3 1-1-15,1 0-3 0,0-1 0 0,-1 1 0 16,0-1-2-16,-1 0-5 0,-1 1-11 0,1-1 3 16,0-1 0-16,-1 0-1 0,-3-1-1 0,0 0-1 15,1-1 1-15,-2 2-2 0,2-2 3 0,0 0-1 16,-1 1 1-16,0-2-1 0,4-1-2 0,-1 1 1 0,1 0 0 16,3-1 3-16,-1 1-4 0,1-1 1 15,1-1-2-15,1-1-5 0,-1-1 0 0,0 1-18 0,2-2-12 16,1 7-11-16,-1-13-20 0,1 6-13 0,0-1-36 15,1 1-17-15,0-3-26 0,1 3-18 0,-1 0-186 16,-1 1-394-16,2 1 174 0</inkml:trace>
          <inkml:trace contextRef="#ctx0" brushRef="#br1" timeOffset="-60073.8381">-12225 6726 11 0,'6'-1'170'0,"-6"1"-12"0,0 0-2 0,0 0-1 0,0 0-7 16,0 0-3-16,0 0-2 0,0 0-7 15,0 0-11-15,0 0-8 0,0 0-12 0,0 0-7 16,-17 5-9-16,17-5-11 0,-9 0-4 0,4-1-13 0,5 1-9 15,-9-1-12-15,5 1-15 0,-1-2-24 0,5 2-22 16,-8-1-14-16,4 0-25 0,4 1-22 0,-9-3-19 16,6 0-20-16,-1 1-1 0,4 2-7 0,-6-6-107 15,3 3-256-15,3 3 113 0</inkml:trace>
          <inkml:trace contextRef="#ctx0" brushRef="#br1" timeOffset="-58652.0738">-12256 6648 198 0,'0'0'271'0,"0"0"-14"0,0 0-13 16,0 0-18-16,0 0-12 0,0 0-20 0,0 0-17 15,0 0-20-15,0 0-14 0,0-6-14 0,0 6-16 16,0 0-18-16,0 0-26 0,0 0-35 0,0 0-45 16,0 0-56-16,0 0-67 0,0 0-73 0,0 0-144 15,0 0-380-15,0 0 170 0</inkml:trace>
          <inkml:trace contextRef="#ctx0" brushRef="#br1" timeOffset="-59261.4077">-12410 6907 104 0,'0'0'118'0,"0"0"0"0,0 0-8 15,0 0-3-15,0 0-2 0,0 0-2 0,0 0-4 16,0 0 1-16,0 0-4 0,0 0 1 0,0 0-1 16,0 0 4-16,0 0-3 0,0 0 3 0,0 0-2 0,-9-9-6 15,9 9-7-15,0 0-3 0,-3-3-4 16,3 3-7-16,0 0-4 0,-6-4-8 0,6 4-3 15,-3-3-6-15,3 3-7 0,0 0-3 0,-6-4-6 0,6 4-3 16,0 0-11-16,-5-1-18 0,5 1-25 0,-6 0-31 16,6 0-44-16,-5-2-49 0,5 2-50 0,-5-1-127 15,5 1-350-15,-7-1 156 0</inkml:trace>
          <inkml:trace contextRef="#ctx0" brushRef="#br1" timeOffset="-60370.7156">-12496 6802 129 0,'0'0'189'16,"0"0"-12"-16,-16 3-12 0,11-2-13 0,5-1-11 16,-10 2-19-16,5-1-5 0,5-1-17 0,-9 0-13 15,9 0-17-15,-7 1-31 0,7-1-46 0,-6 1-55 16,6-1-55-16,0 0-100 0,0 0-236 0,0 0 105 15</inkml:trace>
          <inkml:trace contextRef="#ctx0" brushRef="#br1" timeOffset="-57339.6823">-12775 6912 19 0,'0'0'179'0,"0"0"-11"15,0 0-14-15,0 0-3 0,0 0-12 0,9 12-10 0,-7-9-7 16,-2-3-12-16,4 7-12 0,-1-3-8 0,-1 0-3 16,-2-4-5-16,0 10-11 0,0-6-6 0,0-4-19 15,0 10-8-15,0-10-3 0,-2 7-1 0,2-7-6 16,-1 7-1-16,-1-3-5 0,2-4 2 0,-3 4-3 15,3-4-4-15,-6 4-5 0,6-4-1 0,-5 0-8 16,5 0-11-16,-8 0-10 0,8 0-7 0,-8-4-6 16,4 1-8-16,1 0-20 0,-3 0-3 0,3-1-6 0,-1-1 0 15,1 1 6-15,0-2 5 0,0 0-4 16,0 1 11-16,2 0 2 0,1 5-1 0,-3-10 9 16,3 10 6-16,-2-7 3 0,2 7 10 0,0-9 1 0,0 9 7 15,-1-6 5-15,1 6 3 0,0 0-4 0,1-7 11 16,-1 7 3-16,0 0 3 0,0 0 4 0,0 0 2 15,0 0 7-15,0 0 9 0,0-7 1 0,0 7 6 16,0 0 0-16,0 0 2 0,0 0-1 0,0 0 7 16,0 0-5-16,0 0 5 0,0 0-2 0,0 0-2 15,0 0 4-15,-12 6-5 0,12-6-6 0,-7 5 0 16,2-4-3-16,1 2-6 0,-3 2 1 0,2-2 0 16,-2 1-7-16,2-1 0 0,-1 1 1 0,0 0-8 0,1-1 3 15,-1 2-4-15,2-1 0 0,0-1 2 16,1 0-6-16,3-3 0 0,-6 7-1 0,4-4-2 15,0 1-3-15,2-4 5 0,-3 5-3 0,3-5 2 0,0 6-6 16,0-6 4-16,0 0 0 0,0 0-2 0,3 8 3 16,-3-8-5-16,4 5 1 0,-4-5-1 0,3 4 4 15,0-2 0-15,-3-2-2 0,5 1-1 0,-5-1 0 16,4 3 3-16,-4-3-1 0,4 2-2 0,-4-2 0 16,4 3 4-16,-4-3-3 0,3 2 3 0,-3-2-2 15,0 0-1-15,2 4 1 0,-2-4 6 0,0 0-4 16,0 0 7-16,0 0 1 0,-5 9 6 0,5-9 2 0,-7 4-1 15,4-2 0-15,-2 1 2 0,-1-1-1 16,-2 0 0-16,0-1-5 0,0 1 1 0,-1 0 1 16,0 1-3-16,2-1-3 0,-1-2 1 0,1 0-2 0,-2 0 1 15,2 0-2-15,-1 0 1 0,1 0-2 16,0-2 3-16,1 2 4 0,1-3 4 0,0 1 2 16,5 2 8-16,-8-3 5 0,4-1 2 0,0 1 1 0,3-2-5 15,-2 0-2-15,1-2-1 0,1 0-5 0,1-1-1 16,0-1 0-16,2 1-7 0,0-1 2 0,1 1-6 15,2 0-11-15,-1 1-17 0,-1 2-29 0,2-2-26 16,-1 0-39-16,2 1-37 0,-2 0-45 0,0 2-170 16,-2 1-393-16,-2 3 174 0</inkml:trace>
          <inkml:trace contextRef="#ctx0" brushRef="#br1" timeOffset="-55010.7303">-13557 7032 222 0,'0'0'239'16,"0"0"-18"-16,0 0-16 0,0 0-11 0,0 0-15 15,0 0-17-15,-17 4-16 0,9-2-18 0,1 0-12 16,0 0-17-16,-1-1-28 0,1 1-37 0,-1-2-68 16,3 0-73-16,5 0-206 0,-9-2-339 0,5-1 151 15</inkml:trace>
          <inkml:trace contextRef="#ctx0" brushRef="#br1" timeOffset="-54386.7765">-13838 6931 102 0,'0'0'250'0,"0"0"-8"0,0 0-11 16,0 0-11-16,0 0-10 0,0 0-7 0,0 0-11 15,0 0-11-15,9-11-13 0,-9 11-18 0,0 0-10 16,0 0-16-16,3-4-11 0,-3 4-16 0,0 0-28 16,0 0-37-16,0 0-52 0,0 0-59 0,0 0-74 15,0 0-64-15,0 0-160 0,0 0-406 0,0 0 180 16</inkml:trace>
        </inkml:traceGroup>
      </inkml:traceGroup>
      <inkml:traceGroup>
        <inkml:annotationXML>
          <emma:emma xmlns:emma="http://www.w3.org/2003/04/emma" version="1.0">
            <emma:interpretation id="{F3914673-CD4A-41A7-89DF-D472C7BA5348}" emma:medium="tactile" emma:mode="ink">
              <msink:context xmlns:msink="http://schemas.microsoft.com/ink/2010/main" type="line" rotatedBoundingBox="3242,6327 14665,6339 14664,6904 3241,6892"/>
            </emma:interpretation>
          </emma:emma>
        </inkml:annotationXML>
        <inkml:traceGroup>
          <inkml:annotationXML>
            <emma:emma xmlns:emma="http://www.w3.org/2003/04/emma" version="1.0">
              <emma:interpretation id="{00969DF7-B5B1-4BA0-94D5-68F12233493D}" emma:medium="tactile" emma:mode="ink">
                <msink:context xmlns:msink="http://schemas.microsoft.com/ink/2010/main" type="inkWord" rotatedBoundingBox="3242,6364 4890,6366 4889,6894 3241,6892"/>
              </emma:interpretation>
              <emma:one-of disjunction-type="recognition" id="oneOf21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1" timeOffset="-138302.5426">-9819 5546 129 0,'1'-6'209'0,"-1"6"-9"0,0 0-6 15,2-7-6-15,-2 7-15 0,3-5-15 16,-3 5-13-16,0 0-17 0,0 0-14 0,0-6-26 0,0 6-28 15,0 0-34-15,0 0-43 0,0 0-56 0,0 0-60 16,0 0-133-16,0 0-286 0,0 0 127 0</inkml:trace>
          <inkml:trace contextRef="#ctx0" brushRef="#br1" timeOffset="-138521.2761">-9764 5616 126 0,'0'0'193'0,"-14"-5"-9"0,14 5-21 0,-6 0-12 15,6 0-17-15,-8 1-9 0,8-1-16 16,-8-1-7-16,8 1-13 0,-10 0-7 0,4 0-12 16,0-1-18-16,6 1-22 0,-10 0-23 0,7-3-32 0,3 3-40 15,-9-4-57-15,6 3-113 0,3 1-253 0,-6-4 112 16</inkml:trace>
          <inkml:trace contextRef="#ctx0" brushRef="#br1" timeOffset="-135880.8022">-10579 5748 164 0,'2'3'162'0,"0"2"-3"16,0-1-11-16,0 0-9 0,-1 1-15 0,1-1-3 15,-2-4-9-15,4 8-10 0,-4-2-4 0,1-1-8 16,-1-5-3-16,2 9-10 0,-2-9-6 0,0 7-1 16,0-7-9-16,-2 8-4 0,2-8-5 0,-3 5-3 15,-1-3-7-15,1 0 3 0,3-2-4 0,-8 3-5 0,4-2-6 16,4-1 0-16,-9 1-1 0,5-1-6 0,-3-1-3 16,7 1-1-16,-13-1-8 0,6-1 0 15,0 1-2-15,0-2-4 0,0 0-4 0,0 0-4 0,0 0 1 16,1-1-10-16,0 0-2 0,1 0-6 0,1-1 3 15,0-1-6-15,2 0 1 0,-1-1-1 0,3 1-9 16,0 6-1-16,-1-9-9 0,1 9 9 0,2-9 1 16,0 4 9-16,0 2-5 0,0-3 3 0,-2 6 8 0,6-5-5 15,-3 3 8-15,-3 2 0 0,6-5 3 16,-3 4 2-16,1-1-2 0,-4 2 8 0,7-2-5 16,-7 2 9-16,5 0-4 0,-5 0 2 0,7 0 3 0,-7 0 3 15,6 2 2-15,-2 0 2 0,-4-2 7 0,4 4-2 16,-1-2-1-16,-3-2 6 0,3 5-7 0,-3-5 2 15,1 8 4-15,-1-8 2 0,-2 6-1 0,2-6-1 16,-4 8 2-16,2-4 4 0,-4 0-4 0,1 0 0 16,-2 0-3-16,1-1 2 0,0 0-7 0,-1 0-4 15,0-1 4-15,0 1-7 0,0 0-10 0,1 0-5 16,-1-1-5-16,1-1-4 0,1-1-4 0,0 1 2 16,5-1-5-16,-11 0-1 0,7-1-1 0,4 1 8 0,-8 0-5 15,8 0 6-15,-6-1 1 0,6 1 6 16,-6-2-4-16,6 2 0 0,-4-4 7 0,4 4 3 0,0 0-4 15,-3-5 2-15,3 5 4 0,0 0 1 0,-2-5 5 16,2 5 1-16,0 0-4 0,0 0 5 0,0 0 2 16,0 0-6-16,0 0 3 0,0 0-2 0,0 0-3 15,0 0 1-15,0 0 2 0,0 0-2 0,0 0 2 16,0 0 3-16,0 0-3 0,0 0 2 0,0 0-4 16,0 0 4-16,0 0-1 0,0 0-2 0,0 0 3 15,0 0-3-15,-3 14-6 0,3-14 3 0,-3 3 6 16,3-3-3-16,-5 6 3 0,5-6-1 0,-3 3-1 0,3-3-7 15,-4 3 3-15,4-3-7 0,0 0 0 16,-7 0 1-16,7 0-10 0,-6 0 3 0,6 0-1 0,-6-3 3 16,6 3 6-16,-7-1-2 0,7 1-1 0,-7-2 1 15,5-1 3-15,2 3 10 0,-6-3 2 0,6 3-1 16,-3-4 0-16,3 4 0 0,-3-5 2 0,3 5 2 16,-1-5 1-16,1 5-4 0,0 0 1 0,0 0 6 15,-2-7-6-15,2 7 7 0,0 0-4 0,0 0-1 16,0 0 1-16,2-8-4 0,-2 8 2 0,0 0 0 15,0 0-2-15,0 0 1 0,2-4 1 0,-2 4 0 16,4-3-3-16,-4 3 6 0,0 0-8 0,0 0 2 0,0 0-3 16,6-1 7-16,-6 1-4 0,0 0 0 0,0 0-4 15,4 6-3-15,-4-6 5 0,0 0-1 16,0 6 3-16,0-6 3 0,0 0-7 0,0 0 5 0,0 0-4 16,-5 11 4-16,5-11-4 0,-5 5 1 0,3-3 1 15,2-2-3-15,-6 6-6 0,3-5 4 0,3-1-11 16,-7 3-5-16,4-2 1 0,3-1 4 0,-9 2-3 15,9-2-6-15,-9-2 3 0,2 1 9 0,1-1-5 16,-1 1 0-16,0-1 1 0,3 0-6 0,0-1 1 16,4 3 8-16,-8-5-3 0,5 3 2 0,0-2 3 15,-1 1 1-15,4 3 2 0,-5-8 11 0,3 6-4 0,2 2 5 16,-4-7 4-16,4 7 0 0,-2-3 4 0,2 3 2 16,0 0 2-16,-2-6 2 0,2 6-2 0,0 0-4 15,0 0-2-15,0 0 3 0,0 0-1 0,0 0-6 16,0 0 0-16,0 0 7 0,0 0-1 0,0 0-15 15,0 0 7-15,0 0-4 0,0 0 6 0,-5 13 6 16,5-13-4-16,0 7 0 0,0-7-6 0,-1 6 0 16,1-6-3-16,-2 7 5 0,2-7-1 0,0 0-2 15,-2 7 3-15,2-7-1 0,-3 4-9 0,3-4 2 16,-3 4-4-16,-1-2-8 0,4-2-5 0,-5 3 1 16,5-3-9-16,-7 1-1 0,7-1 3 0,-8 0-9 0,3-1 17 15,5 1 0-15,-10-2 0 0,6-1 5 0,-1 2-9 16,0-2 12-16,-1-1-1 0,2 2 2 15,0-4-1-15,1 3 0 0,0 0-3 0,-1-5 1 0,1 4 3 16,0-1 7-16,0-1 2 0,1 1 6 0,2 5 0 16,-3-8 13-16,2 2-4 0,1 6 7 0,-3-8 8 15,3 4 3-15,0 4 2 0,-2-6 1 0,2 6 3 16,0 0 2-16,-2-8-1 0,2 8-5 0,0 0-1 16,0 0 0-16,-1-4-4 0,1 4-4 0,0 0-1 15,0 0 1-15,0 0-5 0,0 0 2 0,0 0-2 16,0 0 0-16,0 0 4 0,4 18-9 0,-4-18 2 15,0 7-6-15,0-7 3 0,0 9-2 0,0-4 3 0,0-5-4 16,-3 7 2-16,0-1-2 0,1-3-12 16,-2 0 9-16,-1 1 2 0,-1 0-3 0,1 0 0 0,-1 0-5 15,-1 0 1-15,0-3 1 0,-1 1 1 0,1 1-3 16,0-3-1-16,0 1-4 0,0 0 0 0,0-1 4 16,3 0-3-16,4 0 2 0,-8 0 4 0,8 0-4 15,-7 1 2-15,7-1 2 0,-5 0-1 0,5 0-5 16,0 0 5-16,-5 1-2 0,5-1 1 0,0 0-5 0,0 0-4 15,0 0 8-15,-1 5-3 0,1-5 2 16,0 0-1-16,0 0 1 0,3 12-15 0,-3-12-1 16,5 7 5-16,-4-2-2 0,2-1 3 0,-1 0-1 0,0 1 3 15,0 0 0-15,-2-5-2 0,2 9 3 0,-1-5-1 16,-1-4 0-16,0 9 4 0,0-9-1 0,-1 7 0 16,1-7 0-16,-2 5-3 0,2-5-4 0,-3 3-5 15,3-3 0-15,0 0-14 0,-6 1 3 0,6-1-1 16,0 0 0-16,-8-2 1 0,8 2 2 0,-5-5 2 15,3 1-7-15,2 4 2 0,-4-6 3 0,1 2-3 16,3 4 5-16,-3-8 0 0,2 2 6 0,1 6-3 16,-3-9 7-16,1 3-3 0,2 6-2 0,-3-6 4 15,1 2-5-15,2 4 5 0,-3-7 6 0,1 5-2 16,2 2 6-16,-7-4-2 0,7 4-2 0,-7-3 4 0,3 2 14 16,4 1-2-16,-7 0 1 0,7 0-4 0,-7 0 5 15,7 0 5-15,-8 3-6 0,5-2-1 0,3-1-1 16,-7 2 2-16,7-2 1 0,-5 6-1 0,3-5 1 15,2-1-2-15,-5 9 6 0,3-4 2 0,0-1 4 16,1 2 4-16,0 1 4 0,-2 0 7 0,3 1 7 16,-2 1 2-16,1 0 3 0,0 1 4 0,0 2 4 15,0-2-3-15,1 3 1 0,1-2 0 0,-2 1-8 16,1 1-1-16,-1-2-6 0,0 1-1 0,0-3-6 0,1 0-4 16,-2 0-9-16,1 0-5 0,0-1-12 15,-1-1-30-15,2-1-36 0,-2-2-33 0,2-4-49 16,0 0-54-16,0 6-179 0,0-6-410 0,0 0 181 0</inkml:trace>
          <inkml:trace contextRef="#ctx0" brushRef="#br1" timeOffset="-134099.7075">-11020 5610 201 0,'0'0'200'0,"0"0"-10"16,0 0-7-16,0 0-1 0,-7 7-7 15,7-7-12-15,-5 1-7 0,5-1-15 0,-9 1-9 0,5-1-10 16,4 0-13-16,-9 3-14 0,5-1-5 0,0-2-16 15,0 2-31-15,4-2-37 0,-8 3-65 0,5-2-52 16,3-1-97-16,-6 3-106 0,6-3-341 0,-6 3 151 16</inkml:trace>
          <inkml:trace contextRef="#ctx0" brushRef="#br1" timeOffset="-134834.0455">-10755 5742 3 0,'0'0'140'16,"0"0"4"-16,0 0-7 0,0 0 3 0,0 0 1 0,0 0-8 15,0 0-5-15,0 0-8 0,0 0-4 0,0 0-11 16,0 0-4-16,0 0-9 0,0 0-7 0,0 0-4 16,0 0-4-16,0 0-7 0,0 0-5 0,0 0-1 15,0 0-2-15,0 0-5 0,0 0 4 0,0 0-6 16,0 0-5-16,0 0-2 0,-2 15-6 0,2-15 3 15,1 5-6-15,-1-5-8 0,-1 7 0 0,1-7-5 16,0 9-9-16,0-9-20 0,-3 8-40 0,2-5-58 16,1-3-69-16,-4 8-196 0,1-6-395 0,3-2 176 0</inkml:trace>
          <inkml:trace contextRef="#ctx0" brushRef="#br1" timeOffset="-133661.2388">-11351 5816 242 0,'3'-3'327'0,"-3"3"-24"0,5-7-23 0,-2 5-27 0,-3 2-23 16,4-6-21-16,-4 6-21 0,5-2-35 15,-5 2-57-15,4-2-80 0,-4 2-98 0,0 0-120 16,0 0-134-16,0 0-363 0,0 0 160 0</inkml:trace>
          <inkml:trace contextRef="#ctx0" brushRef="#br1" timeOffset="-138896.2507">-10231 5555 104 0,'3'-5'163'0,"-1"1"-11"0,0 1-6 16,1-1-7-16,-1 1-14 0,-2 3-12 0,5-5-8 16,-2 3-15-16,-3 2-11 0,6-3-20 0,-6 3-33 15,6-3-41-15,-6 3-50 0,7 0-139 0,-7 0-220 16,7 2 97-16</inkml:trace>
          <inkml:trace contextRef="#ctx0" brushRef="#br1" timeOffset="-139005.6161">-10183 5628 48 0,'0'0'220'16,"0"0"-15"-16,0 0-25 0,0 0-7 0,0 0-6 16,0 0-10-16,0 0-15 0,0 0-12 0,0 0-10 15,0 0-11-15,-15 6-10 0,10-4-11 0,0-1-4 16,5-1-13-16,-9 2-4 0,6-1-7 0,-3 0-11 16,2 0-13-16,4-1-14 0,-8-1-20 0,8 1-26 15,-6 0-31-15,6 0-29 0,-7-4-16 0,7 4-42 0,-5-5-162 16,2 2-330-16,3 3 146 0</inkml:trace>
          <inkml:trace contextRef="#ctx0" brushRef="#br1" timeOffset="-138099.4178">-9966 5585 130 0,'0'0'227'15,"0"0"-18"-15,0 0-15 0,0 0-15 0,0 0-13 16,0 0-21-16,0 0-13 0,-15 0-11 0,10 1-18 15,0 0-5-15,-1-1-12 0,0 3-20 0,-1-2-28 16,1 2-37-16,2-3-52 0,4 0-53 0,-8 4-186 16,4-4-315-16,4 0 140 0</inkml:trace>
          <inkml:trace contextRef="#ctx0" brushRef="#br1" timeOffset="-139286.8466">-9705 5759 126 0,'0'0'171'0,"0"0"-10"16,0 0-8-16,2 8-11 0,-2-8-7 0,0 4-7 15,0-4-11-15,0 0-11 0,0 9-8 0,0-9-5 16,0 6-7-16,0-6-8 0,-3 6-9 0,3-6-7 16,-4 6-7-16,3-3-5 0,1-3-2 0,-5 3-6 15,5-3-6-15,-4 3-4 0,4-3-5 0,-7 3-4 16,4-3-2-16,3 0-5 0,-7 1-1 0,7-1-6 15,0 0 1-15,-8-1 1 0,8 1-8 0,-4-3-1 0,4 3 4 16,-3-3-1-16,3 3-2 0,-3-7-3 16,3 7 2-16,0-8-3 0,0 8 6 0,0-8-4 15,0 8-5-15,0 0 6 0,1-10-1 0,-1 10-1 0,1-5 3 16,-1 5-1-16,1-6 1 0,-1 6-1 0,0 0 8 16,1-6 3-16,-1 6-1 0,0 0-1 0,0 0-11 15,0 0 9-15,0 0-3 0,0 0-4 0,0 0 5 16,0 0-5-16,0 0 4 0,0 0-2 0,0 0 2 15,0 0-3-15,0 0-1 0,0 0-2 0,0 0 4 16,-2 20-3-16,2-20 2 0,-4 7 2 0,3-4-1 16,1-3-4-16,-4 6 1 0,1-3-1 0,1 1-3 15,2-4 1-15,-5 4-1 0,1-1-8 0,4-3-10 16,-6 3-6-16,3-1-4 0,3-2-6 0,-10 1-1 16,5-1-9-16,5 0 8 0,-8 0 2 0,2-1-4 0,-2 0 7 15,1 0 0-15,2-2 0 0,1 0-3 0,0 0 9 16,0-1 2-16,1 0 3 0,3 4 9 0,-4-9 0 15,1 5 8-15,3 4 1 0,-3-8 9 0,3 8 12 16,-1-7-4-16,1 7 1 0,-2-6 8 0,2 6 0 16,0 0 6-16,0 0 0 0,0-8 6 0,0 8 0 15,0 0-3-15,0 0-2 0,0 0-2 0,0 0 1 16,0 0-1-16,0 0-8 0,0 0 9 0,2-6-1 16,-2 6 5-16,0 0 0 0,0 0 3 0,0 0-3 0,0 0 2 15,0 0-7-15,0 0 1 0,0 0-4 16,0 0 0-16,-5 17-1 0,5-17-4 0,-3 7 2 15,0-4-1-15,3-3-5 0,-4 4-3 0,4-4 1 0,-3 6 1 16,-1-4-2-16,2 1-4 0,2-3-2 0,-8 5-3 16,3-3-3-16,0 0-10 0,-1 0-3 0,-1-1-9 15,1 1 6-15,-1-2 2 0,0 1-10 0,-1 1-3 16,3-2-1-16,-2 1 5 0,0-2 0 0,1 1-3 16,1-2-7-16,5 2 5 0,-10-2-5 0,5-1 3 15,1 2-11-15,-1-3 4 0,5 4 4 0,-6-5 3 16,4 2 1-16,2 3-1 0,-5-8 4 0,5 8 4 0,-1-6-3 15,0 1 7-15,1 5 0 0,-1-6 2 0,1 6 1 16,0 0 6-16,0 0 1 0,2-9-1 16,-2 9 7-16,0 0 2 0,3-5 3 0,-3 5 3 0,0 0 3 15,5 0 0-15,-5 0-4 0,0 0 6 0,0 0 2 16,6 0 9-16,-6 0 1 0,0 0 0 0,6 3 1 16,-6-3 0-16,5 1-2 0,-5-1-1 0,4 3 1 15,-4-3-4-15,4 5 1 0,-4-5 1 0,1 7-2 16,-1-7 1-16,1 7 0 0,-1-7 11 0,-2 9 2 15,2-9-2-15,-3 7 1 0,1-4-4 0,-2 0-1 16,2 1-2-16,-1-1-1 0,-1 1-1 0,0-1-2 0,1-1-1 16,-2 0-3-16,0 0-2 0,-1 1 0 0,0 0-6 15,0-2 3-15,0 0 0 0,0 0-4 16,0 0-14-16,-1 0 7 0,2-1-6 0,5 0-4 0,-10-2 5 16,5 0-8-16,0 1 3 0,5 1 2 0,-8-3-1 15,4 0 6-15,0 1-2 0,4 2-3 0,-5-6 5 16,2 2-1-16,3 4 0 0,-3-7-3 0,2 2 1 15,1 5 3-15,-2-6-2 0,2 6 1 0,0 0 1 16,0-9 5-16,0 9-7 0,0 0 8 0,0 0-4 16,0-7 2-16,0 7-2 0,0 0 1 0,0 0 1 15,0 0-2-15,0 0 5 0,0 0-4 0,0 0-1 16,0 0 0-16,0 0 7 0,0 0 1 0,0 0-1 0,0 0-2 16,0 0-2-16,0 0-2 0,6 15 4 0,-6-15 1 15,0 0-6-15,-1 7 2 0,1-7 0 0,-3 6 2 16,3-6-7-16,-5 4-1 0,4-2-7 0,1-2-9 15,-8 6-1-15,5-5-8 0,3-1-9 0,-7 4-10 16,3-3-3-16,4-1 10 0,-8 1-6 0,8-1-6 16,-6 0 11-16,6 0 0 0,-7-1 8 0,7 1 4 15,-6-1 2-15,2-1 2 0,4 2 0 0,-5-3 6 0,5 3-3 16,-3-3 12-16,3 3-2 0,-3-5 3 16,3 5 3-16,-1-6-2 0,1 6 3 0,-3-4 5 15,3 4 2-15,-1-6-2 0,1 6 12 0,0 0-5 0,0 0 3 16,-1-9 1-16,1 9 9 0,0 0 5 0,-1-7 4 15,1 7 0-15,0 0 1 0,0 0-4 0,0-5 2 16,0 5-4-16,0 0-3 0,0 0-6 0,0 0 8 16,0 0-4-16,0 0-1 0,0 0-3 0,0 0-1 15,0 0-1-15,0 0 3 0,0 0-5 0,9 10 0 16,-9-10 1-16,0 0-3 0,0 0-4 0,-2 9 6 16,2-9-3-16,0 0-2 0,-3 8-2 0,0-5 5 15,3-3-4-15,-4 4-4 0,4-4-10 0,-6 3-10 16,6-3-4-16,-5 2-5 0,1-1-8 0,4-1 0 15,-6 0-15-15,6 0-7 0,-7 0-13 0,7 0 18 0,-6-1 1 16,6 1-6-16,-6-2-1 0,6 2 6 0,-6-3 4 16,6 3 5-16,-6-2 8 0,6 2 8 15,-5-2-3-15,5 2 12 0,-6-3 9 0,6 3 3 0,-5-5 1 16,5 5 2-16,-5-2 12 0,5 2 6 0,-4-2 4 16,4 2 4-16,-5-3 1 0,5 3 3 0,0 0 0 15,-4-5 7-15,4 5-10 0,-2-4 3 0,2 4 3 16,0 0 3-16,-4-4 1 0,4 4 5 0,0 0-4 15,0 0 0-15,0 0-3 0,0 0 11 0,0-7-2 16,0 7 2-16,0 0-2 0,0 0 3 0,0 0-3 16,0 0 0-16,0 0-2 0,0 0-4 0,0 0-1 15,-3-3-2-15,3 3 5 0,0 0-3 0,0 0-5 0,0 0 0 16,0 0-4-16,0 0-1 0,0 0-1 0,0 0-2 16,0 0 1-16,0 0 0 0,0 0-3 0,0 0-4 15,0 0 3-15,0 0-1 0,0 0 2 0,0 0-5 16,0 0-4-16,0 0 4 0,0 0-1 0,0 0-1 15,0 0-4-15,0 0-1 0,0 0 2 0,0 0-1 16,0 0-2-16,0 0 2 0,0 0-4 0,0 0 6 16,0 0-3-16,0 0-1 0,0 0 0 0,0 0 4 0,0 0-4 15,0 0 5-15,0 0-3 0,0 0-2 16,0 0-2-16,0 0 5 0,0 0-5 0,0 0 3 16,0 0 3-16,0 0-3 0,0 0 2 0,0 0-2 0,0 0 0 15,0 0 0-15,0 0-2 0,0 0 6 0,0 0-4 16,0 0 3-16,0 0 2 0,0 0-4 0,0 0 1 15,0 0 3-15,0 0-2 0,0 0-1 0,0 0 1 16,0 0 4-16,0 0-3 0,0 0 3 0,0 0 0 16,0 0-2-16,0 0 0 0,0 0 0 0,0 0 1 15,0 0 1-15,0 0-3 0,0 0 0 0,0 0 2 16,0 0-3-16,0 0 0 0,0 0-3 0,0 0 0 0,0 0-2 16,0 0 1-16,0 0-1 0,0 0-3 15,0 0 6-15,0 0-2 0,0 0 0 0,0 0 2 16,0 0-4-16,0 0 4 0,0 0-2 0,0 0 3 0,0 0-2 15,0 0-3-15,0 0-2 0,0 0 3 0,0 0-1 16,0 0 1-16,9 9-2 0,-9-9-1 0,0 0 1 16,0 0 2-16,0 0-3 0,0 0 3 0,3 3-3 15,-3-3 1-15,3 4 1 0,-3-4 2 0,3 4-2 16,-3-4-1-16,3 6 1 0,-3-6-2 0,2 7 2 16,-1-5 3-16,-1-2-3 0,3 9-3 0,-3-5 3 15,0-4-1-15,2 10-1 0,-1-5 0 0,1-1-1 16,-2-4-1-16,0 10 2 0,0-4-1 0,1-1 3 0,-1-5-8 15,-1 10 8-15,1-4-1 0,0-6-1 0,-3 9 1 16,2-4 1-16,1-5 0 0,-3 7 0 0,1-2-3 16,0-2 4-16,0 1 2 0,-1-1-1 0,-1 1 1 15,1-1 1-15,-1 0-4 0,-1 1 2 0,-1-1 3 16,0 0-3-16,1 0 3 0,-3-2 3 0,0 0-2 16,1 1 12-16,-5 0-1 0,5 0-1 0,-2-2 1 15,0 0-1-15,-1-1-2 0,2 0 3 0,-1 0-4 16,2 0 0-16,-1-1-3 0,0 0 3 0,2 0-1 15,-1-1-3-15,2 0 1 0,-1-1-4 0,1-2 0 16,0 1 0-16,2 2 0 0,0-3-1 0,-2 0-1 0,4 1 0 16,-2-2-2-16,1 1-6 0,0-1-7 0,1-1-11 15,0-2-7-15,1 2-6 0,0-3-15 0,0 3-16 16,1-1-26-16,0-1-25 0,3 0-23 0,-3 1-67 16,1 0-112-16,0 1-345 0,2 2 153 0</inkml:trace>
        </inkml:traceGroup>
        <inkml:traceGroup>
          <inkml:annotationXML>
            <emma:emma xmlns:emma="http://www.w3.org/2003/04/emma" version="1.0">
              <emma:interpretation id="{93C9E03F-FA9C-4D1E-9451-2F689A0B8497}" emma:medium="tactile" emma:mode="ink">
                <msink:context xmlns:msink="http://schemas.microsoft.com/ink/2010/main" type="inkWord" rotatedBoundingBox="4992,6465 6410,6466 6409,6767 4991,6765"/>
              </emma:interpretation>
              <emma:one-of disjunction-type="recognition" id="oneOf22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1" timeOffset="-145286.4107">-8183 5657 242 0,'0'0'237'0,"-3"-5"-13"16,3 5-15-16,0 0-15 0,0 0-16 0,0 0-16 15,0 0-17-15,0 0-12 0,0 0-6 0,0 0-8 16,-7 14-4-16,5-6-8 0,-1 0-7 0,1 0-8 16,0 2-12-16,0-2-5 0,0 2-10 0,-1-2-4 15,0 1-3-15,2 1-14 0,0-1-15 0,-2-2-25 16,2 1-28-16,-1 1-32 0,-1-1-41 0,1-1-38 16,1-2-38-16,-2 2-35 0,1 1-144 0,0-4-380 15,-1 0 168-15</inkml:trace>
          <inkml:trace contextRef="#ctx0" brushRef="#br1" timeOffset="-144177.1158">-8602 5804 152 0,'0'0'149'0,"0"0"-10"0,0 0-13 0,-5-5-4 15,5 5-14-15,-2-4-7 0,2 4-5 0,0 0-10 16,-1-6-12-16,1 6-3 0,0 0-9 0,0 0-5 16,1-10-2-16,-1 10-3 0,0 0-7 0,2-7-6 0,-2 7-3 15,2-4-10-15,-2 4 0 0,4-3-1 0,-4 3-5 16,4-3-2-16,-4 3-3 0,5-2 3 16,-5 2-2-16,0 0 1 0,7 0-5 0,-7 0 2 0,0 0 0 15,6 1 2-15,-6-1-1 0,0 0 10 0,4 5 0 16,-2-2 5-16,-2-3 3 0,0 0 4 0,2 9 1 15,-2-9-3-15,1 8 6 0,-1-3-1 0,0-5 9 16,-3 11 0-16,1-4-5 0,-1 0 2 0,1-2 4 16,-1 0-7-16,-2 0-4 0,0 1-5 0,0-1-1 15,-1-1-5-15,0 1-5 0,-1-1-20 0,1-1-25 16,-1 1-45-16,0-2-44 0,3 0-43 0,-3-1-216 0,0-1-399 16,1 0 177-16</inkml:trace>
          <inkml:trace contextRef="#ctx0" brushRef="#br1" timeOffset="-144552.077">-8473 5638 114 0,'0'0'241'0,"0"0"-16"0,0 0-12 0,-7 6-15 0,7-6-1 16,-2 6-3-16,2-6-11 0,-1 10-11 15,1-5-12-15,-1 3-7 0,1 1-10 0,0-2-10 0,0 2-12 16,-1-1-9-16,0 0-8 0,0 1-11 0,0 0-11 16,-1-2-4-16,0 2-18 0,1-1-22 0,-2-2-37 15,1 1-42-15,0-2-47 0,-2 0-54 0,3-1-63 16,-3 2-219-16,1-3-458 0,0 1 203 0</inkml:trace>
          <inkml:trace contextRef="#ctx0" brushRef="#br1" timeOffset="-144769.8092">-8306 5799 93 0,'0'0'188'0,"0"0"-4"16,0 0-8-16,0 0-10 0,0 0-12 15,-2 19-13-15,1-14-10 0,1-5-3 0,-3 11-15 16,2-5-4-16,-1 0-6 0,-1 1-6 0,0 0-9 0,-1 0-6 16,-1 1-11-16,1-1-7 0,-1-1-8 0,1 1-4 15,-3-3-2-15,0 1-6 0,1-1-6 0,-1 0-15 16,0 0-9-16,2-1-14 0,-2-2-18 0,1 1-26 16,1 0-23-16,5-2-30 0,-7-1-35 0,7 1-31 15,-8-4-145-15,5 1-332 0,-1-1 147 0</inkml:trace>
          <inkml:trace contextRef="#ctx0" brushRef="#br1" timeOffset="-144768.8092">-8310 5685 104 0,'0'0'251'0,"5"-6"-15"0,-2 3-19 0,-3 3-21 16,0 0-24-16,3-6-15 0,-3 6-26 0,0 0-32 15,0 0-47-15,0 0-58 0,0 0-56 0,0 0-61 0,0 0-115 16,0 0-257-16,0 0 114 0</inkml:trace>
          <inkml:trace contextRef="#ctx0" brushRef="#br1" timeOffset="-142536.5814">-9314 5791 78 0,'0'0'117'0,"0"0"-6"0,0 0-11 0,-5-2 3 16,5 2-10-16,0 0-5 0,0 0-11 0,-4-5-3 0,4 5-6 16,0 0-9-16,0 0-10 0,0-6-2 0,0 6-13 15,0 0 3-15,0 0-3 0,5-10 0 0,-5 10-8 16,4-7 3-16,-2 5-7 0,-2 2-1 0,4-6 4 16,-1 2-8-16,1 1-5 0,-4 3-2 0,5-2-1 15,-2 0 7-15,-3 2-5 0,6-4 4 0,-6 4-1 16,5-2 10-16,-5 2 1 0,6-1 7 0,-6 1 2 15,0 0 6-15,6 3 2 0,-3-2-5 0,-3-1-2 16,2 6 4-16,-2-6-4 0,1 6 1 0,-1-6-2 0,-2 11 1 16,1-5-7-16,-3 0 3 0,-2 4-8 0,-1 0 3 15,-2 0-7-15,-1-1 3 0,-1 1-4 0,-3 1 1 16,1 0-13-16,0 0-15 0,2-3-31 0,0 2-33 16,5-6-62-16,-3 4-168 0,4-4-327 0,3-1 146 15</inkml:trace>
          <inkml:trace contextRef="#ctx0" brushRef="#br1" timeOffset="-142958.4551">-9032 5622 98 0,'0'0'206'0,"0"0"-9"0,0 0-11 16,0 0-15-16,0 0-19 0,-13 8-14 0,9-8-13 16,-1 2-16-16,5-2-16 0,-11 1-28 0,4 0-40 15,1 1-45-15,1-2-47 0,0 0-53 0,-2 1-107 16,0 0-245-16,2-1 108 0</inkml:trace>
          <inkml:trace contextRef="#ctx0" brushRef="#br1" timeOffset="-143208.4351">-8707 5744 108 0,'0'0'202'0,"2"3"-14"0,-2-3-15 0,0 0-19 0,0 7-11 16,0-7-7-16,0 6-9 0,0-6-10 16,0 0-12-16,0 9-9 0,0-9-9 0,-3 5-9 0,3-5-6 15,-3 7-11-15,-1-5-2 0,4-2-13 0,-5 6-6 16,1-5-11-16,0 1-12 0,4-2-5 0,-6 3-7 16,6-3-14-16,-8 2-4 0,5-2-1 0,3 0-4 15,0 0 3-15,-10-3-2 0,10 3 2 0,-4-3 1 16,4 3 3-16,-3-5 2 0,3 5 1 0,-2-5-1 15,2 5 9-15,-2-7 2 0,2 7 10 0,0 0 2 16,0-8 4-16,0 8-5 0,0 0 4 0,1-7 3 0,-1 7 1 16,0 0 0-16,2-8-1 0,-2 8 0 0,0 0 0 15,2-4-1-15,-2 4-2 0,0 0 0 0,0 0-2 16,0 0-2-16,0 0 0 0,0 0-1 0,0 0-3 16,0 0 0-16,0 0 3 0,0 0-3 0,0 0-1 15,0 0-3-15,-6 18 2 0,6-18-1 0,-6 6 2 16,3-2-4-16,-3 0 1 0,-1 0 0 0,-1-1-3 15,1 1-1-15,-1-1-4 0,0 0-4 0,1-1-7 16,-1-1-7-16,1 1 0 0,0-1 3 0,1 1-5 16,2-2-1-16,4 0 1 0,-7 0 5 0,7 0-1 15,0 0 2-15,-6-3 1 0,6 3 1 0,-3-4 9 0,3 4 3 16,0 0 10-16,1-8 3 0,-1 8 3 0,0-8 0 16,0 8 4-16,0 0 5 0,2-8 7 0,-2 8 1 15,0 0 6-15,1-6 0 0,-1 6 2 0,0 0-4 16,2-5-3-16,-2 5 0 0,0 0-9 0,0 0 3 15,0 0-7-15,0 0-1 0,1-3-1 0,-1 3-3 16,0 0 0-16,0 0-2 0,0 0 0 0,0 0-1 16,0 0 0-16,0 0-2 0,0 0-5 0,-10 12 0 15,8-9-3-15,2-3-2 0,-6 5-8 0,2-3-8 0,0 0-4 16,-1-1-5-16,0 1 5 0,-2-1-5 16,3 1-3-16,4-2 2 0,-7 0 0 0,7 0-1 0,-7 0-4 15,7 0 1-15,-6-2-1 0,6 2 0 0,0 0 1 16,-4-3 2-16,4 3 5 0,-5-6 0 0,3 2 7 15,2 4-2-15,-1-6 6 0,1 6 3 0,-1-8 3 16,1 8 5-16,-1-9 7 0,1 9 9 0,0-6 7 16,0 6 2-16,-1-6 6 0,1 6-2 0,0 0-1 15,0 0 0-15,0 0-2 0,1-9 0 0,-1 9 3 16,0 0-6-16,0 0 3 0,0 0 0 0,0 0 2 16,1-4 1-16,-1 4 0 0,0 0 3 0,0 0 0 0,0 0 5 15,0 0 2-15,0 0 2 0,0 0 0 0,9 9-1 16,-9-9-2-16,2 6 3 0,-2-6-2 0,1 5-4 15,-1-5-2-15,0 8-1 0,0-8-3 0,-1 7-1 16,1-7 0-16,-2 6 1 0,2-6-3 0,-3 6 7 16,3-6 1-16,-6 6-3 0,5-2 0 0,-2-1-1 15,0 0-3-15,3-3-2 0,-7 4-2 0,3-1-2 16,0-1-2-16,-3-1 1 0,3 1-4 0,-3-2-2 16,0 0 2-16,-2 1 0 0,-1-1-6 0,0 2 1 15,-1-4-1-15,-2 2 2 0,1-1-3 0,0-1 0 16,0 1-2-16,1-3 1 0,-1 0-6 0,1 0-1 0,0-1 0 15,0-1-13-15,3 3-1 0,1-2-22 0,2-1-13 16,-2-1-25-16,3 1-32 0,0 0-30 0,2-1-33 16,0-1-37-16,2 2-209 0,1-3-450 0,0 2 199 15</inkml:trace>
          <inkml:trace contextRef="#ctx0" brushRef="#br1" timeOffset="-141489.8111">-9467 5723 180 0,'0'0'177'0,"0"0"-14"0,0 0-11 16,0 0-21-16,0 0 3 0,0 0-10 0,-17 7-8 0,14-5-13 15,3-2-7-15,-6 3-8 0,2 0-11 0,4-3-8 16,-7 4-7-16,3-1-6 0,2-1-6 0,-1 2-4 16,3-4-1-16,-4 5-8 0,1-2-6 0,3-3-14 15,-4 5 10-15,4-5-9 0,-1 4-4 0,1-4-3 16,0 0-3-16,-1 7-1 0,1-7-2 0,0 0 0 15,2 6-3-15,-2-6-4 0,4 3 7 0,-4-3-3 16,4 5 3-16,-4-5-5 0,5 1 2 0,-5-1-2 0,6 2 3 16,-3 0-3-16,2 0 0 0,-1-1-3 0,-4-1 1 15,8 1 1-15,-3-1 3 0,-2 1-3 0,-3-1 2 16,9 2-4-16,-6-2 2 0,-3 0 4 0,5 0 0 16,-5 0 2-16,0 0 6 0,6 0-5 0,-6 0 2 15,0 0 0-15,0 0 2 0,0 0-1 0,0 0 4 16,0 0-1-16,0 0-2 0,0 0-1 0,0 0 0 15,0 0 2-15,0 0-5 0,-20 0 4 0,20 0-4 16,-8 0 0-16,3 0 1 0,5 0 0 0,-10 0 0 16,4 0-9-16,-1 1 8 0,0-2 0 0,0 2-4 15,2-2 5-15,-2 2-7 0,0-1 0 0,0-1 0 16,0 2 0-16,0-1 4 0,7 0 0 0,-8-1-4 0,2 1 1 16,6 0 2-16,-8-3 2 0,4 3-4 0,4 0-1 15,-5-4 3-15,5 4 6 0,-4-4-2 0,4 4 4 16,-2-6 8-16,2 6 6 0,0-7 3 0,0 7 0 15,1-8 6-15,1 2 3 0,-1 0-3 0,1-3 2 16,1 0-8-16,0 0 4 0,1-1-2 0,-1-2-2 16,0 3 1-16,1 0 0 0,-2 1-2 0,0 1-5 15,0 2-2-15,-1-1-3 0,1 3-10 0,-2 3-3 16,2-7-19-16,-2 7-26 0,0 0-27 0,1-5-30 16,-1 5-45-16,0 0-33 0,0 0-203 0,0 0-412 15,0 0 183-15</inkml:trace>
        </inkml:traceGroup>
        <inkml:traceGroup>
          <inkml:annotationXML>
            <emma:emma xmlns:emma="http://www.w3.org/2003/04/emma" version="1.0">
              <emma:interpretation id="{EF3F27B8-E84C-4F6B-9713-6319309EA80E}" emma:medium="tactile" emma:mode="ink">
                <msink:context xmlns:msink="http://schemas.microsoft.com/ink/2010/main" type="inkWord" rotatedBoundingBox="6558,6447 7882,6448 7881,6806 6557,6805"/>
              </emma:interpretation>
              <emma:one-of disjunction-type="recognition" id="oneOf23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1" timeOffset="-148708.0354">-6726 5762 134 0,'2'3'153'16,"-2"-3"-10"-16,3 7-6 0,-3-2-1 0,2-1-8 16,-2-4-2-16,1 10-5 0,0-5-7 0,0 0-5 0,0 0-5 15,-1-5-5-15,0 8-7 0,2-3-5 16,0-1-8-16,-2-4-10 0,0 6-2 0,0-6-3 15,0 0-4-15,-1 8-3 0,1-8-5 0,-2 6-3 0,2-6-2 16,-4 1-2-16,4-1-3 0,-3 3-6 0,3-3 1 16,-6 1-3-16,6-1-6 0,-8 2 0 0,8-2-7 15,-8 0 2-15,8 0-6 0,-7-2-2 0,7 2-3 16,-8-3-6-16,4 1-3 0,-2-1-6 0,0 0-6 16,1 0-5-16,0-1-4 0,0 0-5 0,0 1-4 15,1 0-1-15,1-1 1 0,3 4-2 0,-6-6 3 16,4 3 4-16,1-2-6 0,1 5 3 0,-3-6 4 15,3 6-3-15,-1-9 6 0,1 9 1 0,2-7 1 16,-2 7 1-16,1-8 5 0,-1 8 1 0,2-7 0 0,0 3 0 16,-2 4 1-16,3-5 6 0,-3 5-5 0,4-5 1 15,-1 3 7-15,-3 2-2 0,5-4 0 0,-5 4-1 16,4-1 3-16,-4 1-5 0,0 0 0 0,6-3 4 16,-6 3 4-16,6 0-2 0,-6 0-5 0,0 0 7 15,8 1 1-15,-8-1 3 0,4 3-2 0,-1-2 3 16,-3-1-3-16,6 5 0 0,-6-5 3 0,2 3-7 15,0 0 2-15,-2-3 5 0,0 7-4 0,0-7 6 0,0 0-2 16,-4 8 1-16,4-8 3 0,-5 6-2 16,1-4-9-16,0 1 4 0,-2-2 1 0,-1 2-2 15,0-1 2-15,-4-2-2 0,-1 2-8 0,-2-2-1 0,1 0-7 16,-3 0-10-16,2 1-15 0,-2-2 3 0,4 1-7 16,-1-1-2-16,2 1 0 0,2 0 2 0,0 0-14 15,1 0-3-15,1 0-2 0,1 0 1 0,6 0 16 16,-9 0 4-16,4-1 1 0,5 1 3 0,-4-2 9 0,4 2 11 15,0 0 7-15,-5-1-2 0,5 1 6 16,0 0 7-16,0 0 10 0,0 0 4 0,0 0 4 16,0 0 2-16,0 0 3 0,0 0 2 0,0 0 6 0,0 0 6 15,0 0-1-15,8 13 3 0,-7-8 3 0,-1-5 10 16,3 9 9-16,-1-5-15 0,-1 2 5 0,0 0-2 16,0 2-1-16,-1-1 3 0,-1 0-2 0,0 0 1 15,-1-1-5-15,0 4-7 0,-3-2-2 0,1 0-4 16,-2-2-2-16,1 0-4 0,-1 1-7 0,1-2-3 15,0 1-11-15,-1-2-12 0,0 0-19 0,-1 0-16 16,1 0-25-16,-1-2-38 0,1-1-36 0,0 1-37 16,0-1-184-16,6-1-389 0,-9-1 172 0</inkml:trace>
          <inkml:trace contextRef="#ctx0" brushRef="#br1" timeOffset="-146661.3089">-7705 5605 140 0,'0'0'232'0,"0"0"-13"16,0 0-13-16,0 0-9 0,0 0-6 0,0 0-5 15,0 0-4-15,0 0-6 0,0 0-11 0,3 17-7 16,-3-17-11-16,-1 12-7 0,-1-4-8 0,2 4-5 16,-1-4-12-16,-1 2-8 0,2-1-8 0,-2 1-6 15,1-1-12-15,-2 3 4 0,2-3-27 0,1 0-7 0,-2-1-14 16,-1 1-27-16,2-2-44 0,-2 1-48 0,2-1-55 16,-2-1-56-16,2-1-45 0,-3 1-204 0,2-3-478 15,-2 1 211-15</inkml:trace>
          <inkml:trace contextRef="#ctx0" brushRef="#br1" timeOffset="-146942.522">-7609 5749 153 0,'0'0'189'0,"0"0"-21"0,0 0-11 0,0 0-14 16,0 0-12-16,0 0-8 0,0 0 3 0,0 0-10 15,0 0-1-15,0 0-4 0,0 0-10 0,0 0-3 16,6 14-8-16,-4-10-2 0,1 0-7 0,-2 0 5 16,2 0-4-16,0 1 6 0,0 0-9 0,1 2-3 15,1-2-5-15,-1 0-3 0,1 0-1 0,0 1 1 16,-1 0-7-16,-1-3-7 0,0 1-6 0,-3-4 0 0,1 5-8 15,-1-5-2-15,0 7-1 0,0-7-3 0,-6 4-3 16,1-2-3-16,-2 0-5 0,0 0-2 0,-2-1-8 16,-1-1-12-16,-2 2-22 0,4-2-26 0,-3-2-44 15,3 4-53-15,1-5-51 0,-1 1-248 0,0 0-479 16,0-2 212-16</inkml:trace>
          <inkml:trace contextRef="#ctx0" brushRef="#br1" timeOffset="-145864.4926">-7950 5745 115 0,'0'0'128'0,"2"-7"3"0,-2 7-7 16,2-5-5-16,-2 5-13 0,3-4-10 15,-3 4-5-15,3-5-9 0,-3 5-10 0,3-4-1 0,-3 4-4 16,4-2-14-16,-4 2-1 0,0 0-5 0,4-3-5 16,-4 3-5-16,0 0-7 0,0 0 2 0,7 2-7 15,-7-2 6-15,0 0 0 0,5 3-6 0,-5-3 1 16,3 2-5-16,-3-2 5 0,2 4 5 0,-2-4-4 15,0 0 0-15,1 6 1 0,-1-6 0 0,0 0-2 16,4 4 2-16,-4-4-4 0,0 0 5 0,1 5 2 16,-1-5 2-16,0 0-2 0,0 0 1 0,-8 8 7 15,5-7-1-15,3-1-2 0,-8 4 0 0,2-1-4 0,1-1 0 16,-1-1 0-16,0 2 0 0,1-2-1 16,0 1 0-16,0 0 2 0,0 1-2 0,1-3-3 0,4 0-2 15,-10 3 4-15,6-2-6 0,4-1 0 0,-7 3 0 16,4-1-4-16,3-2 8 0,-5 4 1 0,2-2 7 15,3-2 4-15,-6 6-1 0,5-2 1 0,1-4-3 16,-3 8 4-16,1-4 0 0,2 2 3 0,0-6-3 16,-1 11 0-16,1-7-4 0,-1 5-1 0,1-3-6 15,-1 2-2-15,1-1-3 0,0 1 0 0,0-1-2 16,0 0-2-16,-1-1 3 0,1 2-9 0,-1-2-2 16,0 2-2-16,-1-1-12 0,1 0-13 0,0-2-22 0,-1 1-32 15,2-6-40-15,-3 8-46 0,2-4-60 16,1-4-250-16,-3 5-503 0,3-5 222 0</inkml:trace>
          <inkml:trace contextRef="#ctx0" brushRef="#br1" timeOffset="-146285.3272">-7818 5769 219 0,'0'0'227'0,"0"0"-3"16,0 0-8-16,0 0-7 0,0 0-10 0,0 0-10 15,0 0-14-15,0 0-12 0,-5 23-10 0,3-17-7 16,0 2-14-16,0 0-5 0,0-1-12 0,-1 1-12 16,0 0-8-16,0 0-8 0,-1 0-10 0,1 0-8 15,1 0-5-15,-2-1-6 0,1-1-8 0,-1 2-7 16,-1-3-15-16,2-1-18 0,0 0-24 0,0 0-20 16,-1-2-36-16,1 1-33 0,-2-1-30 0,5-2-32 15,0 0-39-15,-7-2-206 0,7 2-443 0,-7-3 197 16</inkml:trace>
          <inkml:trace contextRef="#ctx0" brushRef="#br1" timeOffset="-147348.7597">-7328 5962 118 0,'0'0'314'0,"0"0"-14"0,0 0-6 0,0 0-29 16,0 0-20-16,0 0-15 0,0 0-25 0,0 0-20 15,0 0-21-15,0 0-14 0,0 0-29 0,0 0-41 16,8-12-54-16,-8 12-67 0,0 0-76 0,0 0-87 0,0 0-186 15,-8-12-421-15,3 8 186 0</inkml:trace>
          <inkml:trace contextRef="#ctx0" brushRef="#br1" timeOffset="-147551.8696">-7223 5912 23 0,'0'0'241'0,"0"0"-8"0,0 0-17 16,0 0-12-16,0 0-11 0,0 0-12 0,0 0-16 16,-18 2-16-16,13-2-9 0,-2 0-18 0,1 0-13 15,6 0-18-15,-9-2-27 0,4 2-32 0,5 0-38 16,-11 2-45-16,8-2-43 0,3 0-43 0,-8 0-176 0,8 0-339 16,-7 0 151-16</inkml:trace>
          <inkml:trace contextRef="#ctx0" brushRef="#br1" timeOffset="-147769.6039">-7193 5722 204 0,'0'0'190'0,"0"0"-14"0,0 0-15 16,0 0-14-16,0 0-12 0,0 0-4 0,13-7-10 0,-13 7-9 15,5-1-8-15,-5 1-9 0,6-2-9 0,-6 2-6 16,5-1-6-16,-5 1-6 0,6-1-6 16,-6 1-7-16,5-1-7 0,-5 1-4 0,0 0-3 0,7 1-1 15,-7-1-7-15,5 2-4 0,-5-2-3 0,4 2-4 16,-4-2-4-16,6 1-9 0,-6-1-6 0,5 3-9 15,-5-3-5-15,3 5-3 0,-1-2-6 0,-2-3-2 16,3 6 0-16,-3-6-4 0,2 5 1 0,-2-5 6 16,0 5-1-16,0-5 5 0,0 7-5 0,0-7 7 15,0 0 3-15,-2 8-2 0,2-8-1 0,0 0-1 16,0 7-2-16,0-7 4 0,0 0-2 0,1 5-2 16,-1-5 1-16,0 0 2 0,0 0 1 0,5 2-3 0,-5-2-1 15,3 3 2-15,-3-3 0 0,6 1 1 0,-6-1-12 16,0 0 11-16,4 2 1 0,-4-2 2 0,0 0 7 15,0 0-1-15,5 1 2 0,-5-1 4 0,0 0 6 16,0 0-2-16,0 0-1 0,0 0 5 0,0 0-1 16,0 0 0-16,0 0 2 0,0 0 0 0,0 0 5 15,0 0 1-15,0 0-6 0,-13 2 6 0,13-2-1 16,-8 0-2-16,3 1 1 0,-2-1 0 0,2 0-1 16,-3 2 5-16,0-1-1 0,-1-1 2 0,-1 0-1 15,1 2 1-15,0-2 4 0,-4 0-2 0,1 0 2 16,-5 1-2-16,4 1 1 0,0-2-2 0,3 1-1 0,1-1 1 15,2 0-3-15,-1 0 2 0,2-1 1 0,6 1 1 16,-9 0-3-16,5-2-1 0,4 2 2 0,-9-1-1 16,6-1 1-16,3 2-1 0,-5-7 2 0,4 4-1 15,1 3 2-15,-3-5 2 0,3 5 0 0,0 0 6 16,-1-10-1-16,1 10-2 0,1-10-1 0,-1 10-2 16,0-7 4-16,0 7-1 0,0-8-2 0,0 8-1 15,0 0 0-15,1-7-1 0,-1 7-4 0,0 0-5 16,0 0 0-16,0 0 0 0,0 0-3 0,0 0 2 0,-5-2-3 15,5 2 1-15,0 0-3 0,0 0-1 16,-9 7 0-16,9-7-1 0,-6 2 0 0,2 0 1 0,4-2-4 16,-8 5 0-16,5-2-2 0,-1-1-6 0,-1 2-6 15,2 0-5-15,-1-1-11 0,0 2-11 0,-1 2-15 16,1-1-14-16,0 0-26 0,0 0-17 0,1-1-38 16,1 0-23-16,-1 2-40 0,0-2-118 0,2 0-357 15,1-5 158-15</inkml:trace>
        </inkml:traceGroup>
        <inkml:traceGroup>
          <inkml:annotationXML>
            <emma:emma xmlns:emma="http://www.w3.org/2003/04/emma" version="1.0">
              <emma:interpretation id="{D4140A53-57E0-4E87-B88B-F7C3EAAA126E}" emma:medium="tactile" emma:mode="ink">
                <msink:context xmlns:msink="http://schemas.microsoft.com/ink/2010/main" type="inkWord" rotatedBoundingBox="8039,6332 9582,6334 9581,6740 8038,6738"/>
              </emma:interpretation>
              <emma:one-of disjunction-type="recognition" id="oneOf24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1" timeOffset="-160535.3403">-5048 5857 181 0,'4'-4'310'0,"-4"4"-21"0,3-3-19 0,-3 3-16 15,3-4-24-15,-3 4-22 0,0 0-19 0,4-4-17 16,-4 4-29-16,2-4-36 0,-2 4-49 0,0 0-68 16,1-6-78-16,-1 6-84 0,0 0-186 0,-1-7-386 0,1 7 171 15</inkml:trace>
          <inkml:trace contextRef="#ctx0" brushRef="#br1" timeOffset="-160754.0633">-5020 5689 122 0,'0'0'196'16,"0"0"-12"-16,0 0-16 0,0 0-11 0,0 0-2 16,3 13-5-16,-3-13-7 0,2 6-13 0,-2-6-9 15,2 6-11-15,-2-6-8 0,2 8-7 0,-2-8-3 16,0 8-7-16,0-8-10 0,0 7-6 0,0-7-6 0,-3 8-9 16,3-8-3-16,-3 5-7 0,0-1-3 0,3-4-2 15,-5 6-3-15,2-3-7 0,-1-1-8 16,0 0-6-16,4-2-7 0,-9 2-6 0,3 0-11 0,1-2-5 15,-2 1-7-15,2-1-6 0,-2 0 1 0,7 0 1 16,-9-1-4-16,5 1-4 0,-1-2-2 0,5 2 2 16,-9-4 1-16,5 2 4 0,4 2 6 0,-6-4-2 15,3 2 3-15,3 2 2 0,-3-6 0 0,3 6 8 16,-3-4-4-16,3 4 6 0,0 0 0 0,-1-5-1 16,1 5 5-16,0 0 1 0,0 0 2 0,0 0 3 15,0 0-3-15,0 0 0 0,4-9 7 0,-4 9 0 16,0 0 2-16,0 0 4 0,7 1-2 0,-7-1 2 0,0 0-2 15,9 3 1-15,-9-3 4 0,5 2 3 0,-2 1 5 16,0 0 2-16,0 0 6 0,-3-3-3 0,5 6 0 16,-2-1-2-16,-2 0 1 0,0-1 1 0,-1-4-2 15,-1 9 1-15,1-9 0 0,-2 10 2 0,-1-3-3 16,-1-2 0-16,1 0-9 0,-2 0-1 0,1 0-1 16,-2-1-1-16,0 1-8 0,1-2-10 0,0 0-14 15,0 1-19-15,1-2-19 0,1 2-26 0,-2-3-36 16,5-1-34-16,-6 3-49 0,6-3-118 0,-5 0-347 15,5 0 153-15</inkml:trace>
          <inkml:trace contextRef="#ctx0" brushRef="#br1" timeOffset="-159722.9039">-5396 5786 15 0,'0'0'272'0,"0"0"-13"15,0 0-17-15,0 0-22 0,0 0-20 0,0 0-22 0,0 0-37 16,10-8-66-16,-10 8-112 0,0 0-225 0,0 0-282 16,0 0 125-16</inkml:trace>
          <inkml:trace contextRef="#ctx0" brushRef="#br1" timeOffset="-160035.3674">-5260 5702 177 0,'0'0'222'0,"0"0"-7"0,0 0-12 0,0 0-10 16,0 0-6-16,0 0-12 0,0 0-7 0,0 0-8 15,0 0-8-15,9 13-7 0,-6-10-9 0,0-1-6 16,0 2-7-16,0-1-9 0,0 2-7 0,0-1-9 15,0 1-4-15,0-1-10 0,-1 0-11 0,0 1 2 16,-1 0-4-16,-1-5 3 0,1 8-6 0,-1-8-7 16,-1 7-7-16,1-7-1 0,-3 9-8 0,0-6-2 15,-1 1-4-15,0-1-8 0,-1 0-23 0,-1-1-20 0,1 1-44 16,-1-2-45-16,-1 1-52 0,2-1-66 0,-3 0-76 16,2-1-162-16,-1-1-496 0,1 0 220 0</inkml:trace>
          <inkml:trace contextRef="#ctx0" brushRef="#br1" timeOffset="-158643.8589">-5393 5780 121 0,'0'0'128'0,"0"0"-17"0,0 0-10 16,0 0-25-16,0 0-27 0,0 0-36 0,0 0-43 16,0 0-66-16,0 0-102 0,0 0 46 0</inkml:trace>
          <inkml:trace contextRef="#ctx0" brushRef="#br1" timeOffset="-156785.6126">-5545 5793 113 0,'0'0'120'0,"0"0"-12"16,0 0-7-16,0 0-10 0,14 5-7 0,-11-2 0 15,-3-3-6-15,4 4-4 0,-1-1-9 0,-3-3 0 16,4 5-2-16,-4-5-6 0,1 6 2 0,-1-6-5 16,1 6-1-16,-1-6 1 0,-1 6-7 0,1-6-2 15,0 0-6-15,1 7-3 0,-1-7-1 0,0 0-5 0,0 0-3 16,-5 6-7-16,5-6-11 0,0 0-5 16,-4 2-10-16,4-2-1 0,0 0-8 0,-6 0-4 15,6 0 5-15,0 0 0 0,0 0 3 0,-10-4-2 0,7 2 0 16,3 2 3-16,-6-5 2 0,6 5 4 0,-4-4 1 15,4 4-8-15,-4-5 11 0,2 1 5 0,2 4 0 16,-2-6 2-16,2 6 0 0,-2-6-2 0,2 6 5 16,-1-6-1-16,1 6 10 0,0 0 0 0,1-12-3 15,-1 12 5-15,2-8 4 0,-2 8 6 0,1-6 4 16,-1 6-3-16,2-7-2 0,-2 7 0 0,2-6-2 16,-2 6 0-16,0 0-3 0,1-6 0 0,-1 6-7 15,0 0 1-15,0 0-7 0,0 0 3 0,0 0-2 0,0 0-1 16,0 0-4-16,0 0 4 0,0 0-4 15,0 0 1-15,0 0-2 0,0 0-1 0,-13 10-3 16,9-6 1-16,0 0-9 0,0-1 1 0,-1 1-5 0,1-2 7 16,-1 1-7-16,0-1 4 0,-1 1-1 0,0-2 2 15,-2 2-1-15,2-3 2 0,0 3-5 0,2-3 3 16,4 0 6-16,-9 0-3 0,9 0-3 0,-7-2 4 16,7 2 1-16,-6-1 5 0,6 1 5 0,-6-4 5 15,6 4 1-15,-4-5 9 0,2 2 0 0,2 3 4 16,0-9 5-16,0 9-2 0,0-10 6 0,0 10 4 15,2-13-2-15,-1 7 2 0,1 0-3 0,0-3 0 16,1-2-2-16,1 3-4 0,-2-1-1 0,4-4-3 16,-4 1-1-16,2 6-6 0,0-2 2 0,-3 1-2 15,2 0-5-15,-2 3-2 0,-1 4-8 0,1-7-21 0,-1 7-26 16,0 0-38-16,0 0-51 0,0 0-61 0,0 0-177 16,-7-3-397-16,7 3 176 0</inkml:trace>
          <inkml:trace contextRef="#ctx0" brushRef="#br1" timeOffset="-155145.1132">-6363 5679 169 0,'0'0'218'0,"-1"-6"-17"0,1 6-11 16,0 0-13-16,0 0-20 0,0 0-2 0,0 0-8 0,0 0-6 15,0 0 2-15,0 0-4 0,0 0-3 0,0 0-6 16,-1 17-9-16,1-17-7 0,-1 12-8 0,0-5-6 15,0-1-5-15,1 3-10 0,-2-1-8 0,1 1-3 16,-1-1-9-16,0 0-8 0,0 0-8 0,-1-1-7 16,1 0-5-16,0-2-1 0,0 0-2 0,-1-1-5 15,1 0 1-15,2-4-7 0,-5 7-1 0,2-5 2 16,3-2-5-16,-5 4-6 0,0-4 0 0,5 0 2 16,-6 3-3-16,6-3-1 0,-8-3-2 0,8 3-1 0,-7-3 0 15,3 0-2-15,4 3 2 0,-6-6-3 16,3 3-1-16,3 3-1 0,-5-6 3 0,2 1-1 15,0 2-1-15,3 3-3 0,-3-7-2 0,3 7 1 0,-5-3 2 16,5 3-1-16,-4-2 5 0,4 2-5 0,-5-2-3 16,5 2 5-16,0 0-1 0,-10 2 0 0,10-2-5 15,-7 4 4-15,1 0-4 0,1 0 0 0,-1-1-6 16,2 2-7-16,-2 0-6 0,0-1-3 0,2-1-8 16,1 1-19-16,-1-1-25 0,-1 2-22 0,2-2-28 15,0-1-24-15,3-2-38 0,-6 4-35 0,6-4-186 16,-5 1-443-16,5-1 197 0</inkml:trace>
          <inkml:trace contextRef="#ctx0" brushRef="#br1" timeOffset="-154879.5071">-6168 5491 64 0,'3'-2'216'0,"-3"2"-12"0,0 0-5 0,0 0-15 15,0 0-12-15,0 0-9 0,0 0-7 0,-11 15-7 16,6-9-11-16,-4 3-9 0,-2-1-6 0,1 0-14 16,-1 2-8-16,-3-1-10 0,1 2-11 0,2-1-5 0,0-3-10 15,0 1-10-15,0 0-33 0,2-3-39 0,2 2-65 16,1-4-82-16,1 2-208 0,3-3-403 0,2-2 178 15</inkml:trace>
          <inkml:trace contextRef="#ctx0" brushRef="#br1" timeOffset="-155644.0644">-6059 5756 7 0,'0'0'167'0,"0"0"-20"16,0 0-10-16,0 0-7 0,0 0-12 0,-16 7-11 16,12-5-10-16,-1 0-10 0,-1 0-6 15,-1 2-11-15,1 0-3 0,-1-2-7 0,1 2-6 0,1-1-5 16,-2 0-2-16,2-1-7 0,2 0-2 0,-1 1-8 15,4-3 3-15,-6 5-5 0,5-2-4 0,1-3 0 16,-3 5-3-16,3-5-5 0,-2 5 2 0,2-5-1 16,0 0-3-16,0 0 1 0,1 8 1 0,-1-8 10 15,0 0 4-15,4 6 0 0,-2-4 0 0,-2-2-1 16,4 3 1-16,0-1 1 0,-4-2 2 0,5 5-4 16,-3-3 4-16,-2-2 1 0,5 2 0 0,-5-2 1 15,3 3-2-15,-3-3 0 0,2 4 2 0,-2-4 8 0,0 0 3 16,0 0 0-16,1 6 4 0,-1-6 1 0,0 0 2 15,-5 7 9-15,5-7 0 0,-6 5 0 0,3-2 3 16,-1 0-6-16,-2-1 2 0,1-1-1 0,-1 0-5 16,-1 2 0-16,-2-3-5 0,1 0-4 0,-4 0 2 15,1 1-4-15,1-1-3 0,-2 0-2 0,1-1-3 16,0 1-5-16,0-3 0 0,4 1-6 0,0-1-1 16,1 0-3-16,-1 1-3 0,2-3 1 0,0 1-2 0,2 1-1 15,3 3-3-15,-4-9 0 0,4 1-4 16,2 1-3-16,-1 0-10 0,1-3-17 0,2-1-22 15,1 1-40-15,1-1-38 0,-1 4-53 0,1-5-46 0,1 4-72 16,3-2-156-16,0 2-484 0,0-1 214 0</inkml:trace>
          <inkml:trace contextRef="#ctx0" brushRef="#br1" timeOffset="-150192.3032">-5936 5754 166 0,'0'0'180'0,"0"0"-3"16,0 0-7-16,0 0-2 0,0 0-7 0,0 0-12 16,0 0-6-16,0 0-7 0,0 0-11 15,0 17-7-15,0-17-6 0,-1 10-7 0,-1-5-2 0,1 3-2 16,-1-1-6-16,-1 0-6 0,-1 1-5 0,1-2-8 15,-1 1-3-15,-1 1-10 0,-1-2-7 0,-2 2-1 16,1-3-7-16,0 2-8 0,-1-1-17 0,-2 0-24 16,1 0-27-16,-1 0-48 0,1-4-42 0,2 0-59 15,1 0-226-15,-1-1-436 0,2 0 192 0</inkml:trace>
          <inkml:trace contextRef="#ctx0" brushRef="#br1" timeOffset="-150614.1037">-5826 5697 139 0,'0'0'226'0,"0"0"-11"16,0 0-15-16,-1-6-1 0,1 6-13 0,0 0-8 0,0 0-18 16,0 0-11-16,-3-3-11 0,3 3-11 15,0 0-12-15,0 0-10 0,0 0-7 0,0 0-7 0,0 0-7 16,0 0-3-16,0 0-5 0,0 0-8 0,0 0-8 15,6 12-4-15,-6-12-9 0,4 6-1 0,-3-2-1 16,-1-4-3-16,4 5-8 0,-2-2-1 0,0 1-3 16,-2-4-3-16,3 8-5 0,-1-5 3 0,-2-3-7 15,2 8 4-15,-2-8-5 0,0 6-3 0,0-6 2 16,1 7-7-16,-1-7 4 0,-1 7 0 0,1-7 0 16,0 0-3-16,-1 8-2 0,1-8 2 0,-3 4-4 15,3-4 2-15,-7 4-8 0,3-1-10 0,0-2-10 0,4-1-14 16,-8 3-18-16,4-3-19 0,-1 2-31 0,0-2-38 15,5 0-18-15,-9 1-29 0,9-1-51 0,-9-1-141 16,5 1-408-16,4 0 181 0</inkml:trace>
        </inkml:traceGroup>
        <inkml:traceGroup>
          <inkml:annotationXML>
            <emma:emma xmlns:emma="http://www.w3.org/2003/04/emma" version="1.0">
              <emma:interpretation id="{44B4B687-5DBA-4A20-B8B3-E88795011160}" emma:medium="tactile" emma:mode="ink">
                <msink:context xmlns:msink="http://schemas.microsoft.com/ink/2010/main" type="inkWord" rotatedBoundingBox="9733,6380 10847,6381 10846,6768 9732,6766"/>
              </emma:interpretation>
              <emma:one-of disjunction-type="recognition" id="oneOf25">
                <emma:interpretation id="interp29" emma:lang="" emma:confidence="1">
                  <emma:literal/>
                </emma:interpretation>
              </emma:one-of>
            </emma:emma>
          </inkml:annotationXML>
          <inkml:trace contextRef="#ctx0" brushRef="#br1" timeOffset="-165019.3944">-3751 5739 139 0,'0'0'245'0,"0"0"-12"0,0 0-20 16,0 0-15-16,0 0-14 0,0 0-14 0,0 0-8 16,0 0-7-16,0 0-5 0,0 0-7 0,2 12-14 15,-2-12-12-15,2 5-10 0,-2-5-5 0,0 7-1 16,0-7-8-16,1 8-6 0,-1-8-3 0,-1 10-10 15,1-5-5-15,0-5 0 0,-2 7-10 0,0-3-6 16,2-4-2-16,-4 7-3 0,1-4-8 0,3-3-1 16,-6 4-7-16,2-1 4 0,0-3-13 0,-3 2 0 15,7-2-8-15,-12 0-12 0,6 0-9 0,-1-2-11 16,1-1-17-16,0 2-20 0,1-1-23 0,0 0-22 16,0 0-26-16,1 0-31 0,4 2-23 0,-7-4-26 0,4 1-40 15,3 3-131-15,-7-3-405 0,7 3 180 0</inkml:trace>
          <inkml:trace contextRef="#ctx0" brushRef="#br1" timeOffset="-163410.1347">-3908 5703 18 0,'0'0'172'16,"0"0"-8"-16,0 0-9 0,0 0-8 0,0 0-5 15,0 0-10-15,7 2-10 0,-7-2-12 0,0 0-8 16,0 0-8-16,7 3-8 0,-7-3-11 0,4 1-4 16,-4-1-9-16,6 1-2 0,-6-1-12 0,3 1-2 15,-3-1-6-15,0 0-4 0,6 3-4 0,-6-3-2 16,2 4-2-16,-2-4-6 0,0 0 0 0,3 4-4 15,-3-4-3-15,3 3 2 0,-3-3-4 0,1 5 2 16,-1-5-3-16,1 5-2 0,-1-5 0 0,2 7-3 16,-2-7 2-16,1 6 2 0,-1-6-8 0,0 6 3 0,0-6-1 15,1 7-2-15,-1-7 3 0,1 7-2 0,-1-7-1 16,1 6-1-16,-1-6 0 0,0 7-2 0,0-7 1 16,0 0 1-16,0 6 1 0,0-6-1 0,0 0 2 15,2 6-2-15,-2-6-2 0,0 0 2 0,2 4-3 16,-2-4 2-16,0 0-2 0,0 0 2 0,4 2 0 15,-4-2-2-15,3 2 2 0,-3-2-8 0,0 0-3 16,6 1 4-16,-6-1-2 0,0 0 5 0,0 0 1 16,6-1-3-16,-6 1 1 0,0 0 0 0,0 0-2 15,0 0 4-15,5-3-2 0,-5 3 3 0,0 0 1 16,0 0-2-16,0 0 0 0,0 0 1 0,-14-6-1 16,9 6-1-16,-1 0 3 0,-2-1 0 0,0 1-4 0,-1 0 6 15,-1 0-4-15,-1-1 1 0,1 1-1 0,0 0 0 16,1 1 2-16,1-1 0 0,0 0 0 0,0 1-1 15,0-2-4-15,1 1 3 0,0 0 1 0,1-1 1 16,0 0-2-16,6 1 3 0,-9-2-3 0,4 1 5 16,5 1-2-16,-7-3 5 0,4 1-2 0,3 2 2 15,-3-4 0-15,3 4-1 0,-4-6 1 0,4 6 5 16,-2-5-1-16,2 5 3 0,-1-5-1 0,1 5 5 16,0 0 2-16,-1-7 2 0,1 7 2 0,0 0 0 15,0 0 2-15,1-8 0 0,-1 8 0 0,0 0 2 16,0 0-2-16,0 0-7 0,2-5 1 0,-2 5 0 0,0 0-6 15,0 0 0-15,0 0-3 0,0 0 1 0,0 0-1 16,0 0 1-16,0 0-4 0,0 0 1 16,0 0-1-16,0 0 1 0,0 0-2 0,0 0 0 0,-2 18-1 15,2-18-2-15,-2 7-1 0,2-7-1 0,-4 7-3 16,1-3-1-16,3-4-5 0,-4 6 1 0,-1-5-3 16,2 1 0-16,0 1-3 0,-1-1-1 0,4-2-5 15,-9 3-5-15,2-3 2 0,2 1-7 0,5-1-9 16,-10 0-1-16,5 0-7 0,5 0 1 0,-9-2 2 15,9 2 3-15,-7-2 0 0,3 0 5 0,4 2 0 16,-5-5 6-16,2 2 3 0,3 3 3 0,-4-6 4 16,4 6 3-16,-2-7 1 0,2 7 11 0,-1-6-3 0,1 6 4 15,0 0-1-15,1-9 2 0,-1 9 3 0,1-6 3 16,-1 6 2-16,0 0 5 0,0 0-1 16,0-8-2-16,0 8-7 0,0 0 5 0,0 0-2 0,0 0 4 15,0 0-6-15,0 0 6 0,0 0-5 0,0 0 0 16,0 0-5-16,0 0 5 0,0 0 0 0,0 0 4 15,0 0-8-15,0 0-2 0,-4 21-1 0,1-18 1 16,3-3-4-16,-4 6-4 0,0-4-3 0,0 0-1 16,-2 2-10-16,0-2-9 0,0 0-5 0,1-2 5 15,0 2 1-15,5-2-10 0,-8 0 6 0,8 0 11 16,-8-2-6-16,8 2 8 0,-8-1-4 0,5-1 7 16,3 2 9-16,-5-6-4 0,5 6 15 0,-5-5 6 0,5 5 1 15,-4-6 15-15,2 4-4 0,2 2 15 16,-2-5 0-16,2 5 6 0,0 0 1 0,0 0 7 15,-3-6 4-15,3 6-7 0,0 0 3 0,0 0-5 0,-2-6 0 16,2 6-3-16,0 0-2 0,0 0-4 0,0 0 5 16,0 0 0-16,0 0 4 0,0 0-1 0,0 0-2 15,0 0 1-15,0 0-1 0,0 0 2 0,0 0 4 16,0 0-1-16,7 15 4 0,-5-11-1 0,-2-4-3 16,4 6-3-16,-2-4-3 0,-2-2-5 0,3 8 2 15,-3-4-5-15,0-4 1 0,3 8-3 0,-3-3 0 16,1-1 2-16,-1-4-2 0,2 10 0 0,-2-7 0 0,1 3-4 15,0-1 0-15,-1-5-3 0,0 9 0 0,0-9 1 16,-2 9-2-16,2-4 0 0,0-5-2 16,-3 8 2-16,1-4 2 0,2-4-7 0,-4 7 4 0,2-4 6 15,-2 1-8-15,1-1 0 0,3-3-2 0,-7 5-1 16,2-2 3-16,-1-2-4 0,0 3-3 0,0-2 0 16,-1 0 2-16,-1 0-2 0,1-1 0 0,0-1 1 15,-1 0 1-15,0 0-4 0,1 0 0 0,0-1-3 16,-2-1 2-16,1 1-2 0,1-1 1 0,-1 1 1 15,0-2-1-15,1 1-2 0,1-2-1 0,-1 0-3 16,3-1 6-16,-1 0-3 0,1 2-1 0,1-2-6 16,1-1-7-16,-2 0-2 0,3 1-8 0,-1-3-17 0,1 0-4 15,1 1-13-15,-1-1-11 0,1-1-15 0,0 1-24 16,0-2-16-16,2 2-23 0,-1 1-22 16,1-2-30-16,0 1-40 0,-1 1-126 0,2-1-391 0,0 1 173 15</inkml:trace>
          <inkml:trace contextRef="#ctx0" brushRef="#br1" timeOffset="-164674.67">-3848 5919 245 0,'1'5'304'0,"-1"-5"-15"0,0 0-19 0,0 0-23 16,0 0-17-16,9-3-23 0,-9 3-20 0,0 0-18 0,8-4-20 16,-6 1-17-16,-2 3-30 0,5-4-38 0,-5 4-49 15,5-5-55-15,-5 5-64 0,1-5-65 0,-1 5-215 16,0-7-414-16,0 7 184 0</inkml:trace>
          <inkml:trace contextRef="#ctx0" brushRef="#br1" timeOffset="-161285.2913">-4789 5687 140 0,'2'-3'238'16,"-2"3"-15"-16,0 0-13 0,3-4-15 0,-3 4-16 16,0 0-18-16,0 0-16 0,4-3-17 0,-4 3-18 15,0 0-32-15,0 0-33 0,0 0-51 0,0 0-67 16,0 0-59-16,0 0-142 0,0 0-297 0,0 0 133 16</inkml:trace>
          <inkml:trace contextRef="#ctx0" brushRef="#br1" timeOffset="-161519.6473">-4537 5795 94 0,'0'0'188'16,"0"0"-9"-16,0 0-13 0,6 4-5 0,-6-4-9 15,0 0 0-15,3 5-11 0,-3-5-7 0,4 6-9 16,-4-6-10-16,3 6-9 0,-1-2-11 0,-2-4-7 15,2 8-8-15,0-5-5 0,-1 1-8 0,-1-4-5 0,2 8-4 16,-1-5-7-16,-1-3-4 0,2 7-5 16,-2-7-7-16,0 6-3 0,0-6-5 0,0 0-3 0,-3 7-5 15,3-7-6-15,-3 3-7 0,3-3-12 0,-6 0-8 16,6 0-9-16,-6 0-8 0,6 0 3 0,-7-2-11 16,7 2-1-16,-8-3 1 0,4 1-1 0,1-1 2 15,3 3-1-15,-4-6 1 0,2 3-1 0,2 3 11 16,-3-7-6-16,2 2 3 0,1 5 2 0,-1-8 5 15,1 8 1-15,0-9 1 0,0 9 5 0,0-10 2 16,0 10 6-16,0-7 2 0,0 7 0 0,2-7 9 16,-2 7-5-16,0-6 9 0,0 6-2 0,0 0-1 0,1-5-1 15,-1 5-3-15,0 0 2 0,0 0 1 0,2-5-5 16,-2 5 5-16,0 0-2 0,0 0 0 16,0 0-3-16,0 0 3 0,0 0 2 0,0 0 2 0,0 0 0 15,0 0 3-15,-12 8-4 0,7-7-2 0,0 1-1 16,-2 1 5-16,-1-1 1 0,-2-1-4 0,2 0-3 15,-2 1 2-15,2-1 1 0,-4 1 6 0,1-2-9 16,2 1 4-16,1 0 5 0,2-1-5 0,-1 1 1 16,4 0 4-16,3-1-2 0,-9 2-2 0,9-2 3 15,-4 1 0-15,4-1-1 0,-6 0 0 0,6 0 0 16,-4 3 4-16,4-3-3 0,0 0 4 0,0 0 0 16,-3 3 7-16,3-3 0 0,0 0 3 0,0 0 4 0,0 0-4 15,0 0 1-15,0 0-3 0,6 11 10 0,-4-9-3 16,-2-2-2-16,2 5 1 0,-2-5-1 0,4 5 0 15,-4-5 0-15,5 5 2 0,-4-3-2 0,2 1-1 16,0 0-3-16,-3-3 0 0,5 5-3 0,-5-5 0 16,3 5 1-16,-3-5-1 0,0 4-1 0,0-4-2 15,0 0 1-15,0 0 1 0,-3 10-1 0,3-10 2 16,-5 5-2-16,3-1-1 0,-1-2-1 0,3-2 0 16,-8 3-1-16,3-1 0 0,2 0-1 0,-2-2-3 15,5 0 1-15,-9 3 1 0,3-3-2 0,0 1 1 16,-2-1-1-16,2 1 5 0,-1-2-6 0,0 0 2 15,-1 1-2-15,0-2-3 0,-3-1 5 0,1 1 1 0,2 0-1 16,0 0-1-16,1-2 1 0,0 0 0 16,1 2 1-16,0-1-1 0,1-2 0 0,0 0-1 0,1 3 0 15,2-2 0-15,-1-1-2 0,3 5 3 0,-2-8-7 16,2 8-3-16,-1-8-6 0,1 8-12 0,1-9-10 16,0 4-16-16,0-2-19 0,-1 7-29 0,2-11-30 15,0 7-22-15,-2-2-38 0,2 0-189 0,-1 1-402 16,-1 5 179-16</inkml:trace>
          <inkml:trace contextRef="#ctx0" brushRef="#br1" timeOffset="-163019.5239">-4079 5639 13 0,'0'0'203'15,"0"0"-12"-15,0 0-8 0,0 0-6 0,0 0-12 16,0 0-8-16,-15-1-10 0,15 1-11 0,-10-2-14 16,5 2-14-16,-1-2-10 0,-1 2-13 0,1 0-13 15,6 0-21-15,-11 0-22 0,6-1-19 0,5 1-16 16,-8-3-21-16,8 3-9 0,-5-1-26 0,5 1-6 15,-2-4-7-15,2 4 11 0,0 0 6 0,0 0 5 0,6-9 6 16,-6 9 15-16,6-6 12 0,-5 4 20 0,-1 2 1 16,6-3 4-16,-6 3 14 0,3-5 8 15,-3 5-5-15,4-6 7 0,-2 3-3 0,-2 3-2 0,3-4 1 16,-3 4-6-16,6-5-5 0,-6 5 2 0,5-1-14 16,-2-2-22-16,-3 3-25 0,7-2-34 0,-3 1-50 15,-4 1-98-15,9-2-243 0,-5 1 107 0</inkml:trace>
          <inkml:trace contextRef="#ctx0" brushRef="#br1" timeOffset="-162769.5583">-3901 5550 155 0,'0'0'266'0,"3"-4"-20"0,-3 4-22 16,0 0-18-16,0 0-21 0,5-2-20 0,-5 2-20 16,0 0-21-16,0 0-31 0,0 0-38 0,0 0-53 15,0 0-75-15,0 0-76 0,0 0-125 0,0 0-298 16,-13-7 132-16</inkml:trace>
        </inkml:traceGroup>
        <inkml:traceGroup>
          <inkml:annotationXML>
            <emma:emma xmlns:emma="http://www.w3.org/2003/04/emma" version="1.0">
              <emma:interpretation id="{E100CC4E-E67A-4546-9F2B-3BAFA57D9F2A}" emma:medium="tactile" emma:mode="ink">
                <msink:context xmlns:msink="http://schemas.microsoft.com/ink/2010/main" type="inkWord" rotatedBoundingBox="11028,6393 13592,6396 13591,6809 11027,6806"/>
              </emma:interpretation>
              <emma:one-of disjunction-type="recognition" id="oneOf26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1" timeOffset="-173550.058">-1473 5738 197 0,'0'0'200'0,"10"11"-14"0,-8-7-15 0,0 0-11 16,-1 1-10-16,1 0-19 0,1 0-2 0,-1 0-4 15,-1-1-10-15,1 2-8 0,-1 0-4 0,-1-1-8 16,2 1-13-16,-2 1 0 0,0-1-7 0,0-6-11 15,0 11-1-15,0-11-3 0,0 7-7 0,0-7-5 16,-4 9-2-16,3-5-4 0,1-4-8 0,-4 5-3 16,2-3-5-16,2-2-5 0,-6 3-13 0,6-3-12 15,-7 1-15-15,2-2-2 0,5 1-14 0,-9-2-9 16,4 1-8-16,0-2-6 0,1 1-9 0,-1-2-7 0,1 1-2 16,0-3-1-16,-1 1 9 0,2 1 1 0,0-1-2 15,3 5-5-15,-4-7 11 0,2 1-1 16,1 0 16-16,-1 0 3 0,2 6 0 0,0-11 6 0,0 11 9 15,2-10-2-15,-1 4 7 0,1 2 10 0,1-1 2 16,-3 5 1-16,5-6 15 0,-3 1-5 0,0 3 8 16,-2 2 9-16,5-4 2 0,-5 4 0 0,5-4 9 15,-2 2-4-15,-3 2 5 0,7-3 2 0,-7 3 7 16,6-1-5-16,-6 1 4 0,6 1 3 0,-6-1-2 16,5 3-3-16,-2 0-4 0,-1 0 1 0,-2-3-1 15,5 5-5-15,-2-1-1 0,-2-1 5 0,-1-3-10 16,1 8-1-16,-1-8 1 0,0 8 2 0,0-8-7 15,-4 8 2-15,1-3-3 0,1-2-1 0,-3 2 0 0,0-3 0 16,0 0-2-16,-2 1-3 0,2 0 2 16,-2-1 1-16,0 0-5 0,0 0-2 0,1-2 6 15,0 0-6-15,-1 0 2 0,-1-1 1 0,2 1 2 0,6 0-3 16,-9-1-3-16,5 0-2 0,4 1 3 0,-9-3-8 16,6 0 11-16,3 3 4 0,-4-5 9 0,1 1 5 15,3 4 7-15,-2-6 5 0,2 6 6 0,0-8 8 16,2 1 2-16,-1 1-1 0,1 0 0 0,0-4-1 15,2 2 0-15,2-4 0 0,-2 1-1 0,1-1-3 16,1 0-6-16,-2 3 1 0,0 1-6 0,1 1-3 16,-1-1-5-16,-1 2-4 0,0 2-3 0,0 0-11 15,-3 4-30-15,3-7-31 0,-3 7-50 0,0 0-48 16,0 0-43-16,0 0-208 0,0 0-434 0,0 0 192 16</inkml:trace>
          <inkml:trace contextRef="#ctx0" brushRef="#br1" timeOffset="-173034.4725">-1656 5780 46 0,'0'0'175'0,"0"0"-24"15,-6 4 2-15,6-4-18 0,-4 2-2 0,4-2-18 16,-8 3-7-16,5-2-15 0,-1 2-5 0,4-3-3 16,-7 4-14-16,2-2-3 0,-1 1-11 0,0-1-4 15,3 1 2-15,-2-1-8 0,5-2-4 0,-7 4 0 0,4-1-6 16,1-1-6-16,2-2 0 0,-5 4-5 16,5-4-4-16,-2 4-2 0,2-4-9 0,0 0 12 15,1 8-1-15,-1-8-7 0,0 0 3 0,6 6-1 0,-4-3-1 16,-2-3 0-16,5 6 1 0,0-3-1 0,-1 0 1 15,2 0 1-15,-2-1 4 0,-1 1-1 0,2-2 3 16,-5-1 3-16,4 5 0 0,-4-5-6 0,5 3 11 16,-5-3-4-16,3 4-2 0,-3-4 6 0,0 0 4 15,3 3 0-15,-3-3-2 0,0 0 2 0,0 0-6 16,0 0 2-16,0 0-4 0,0 0 0 0,-7 10-1 16,7-10 0-16,-7 2 5 0,4 0-4 0,-1 0 0 15,4-2-5-15,-11 0-2 0,4 0 0 0,0 0-1 16,-1 0-2-16,-3 0-1 0,1-1-1 0,-1 0 0 15,-1-1-5-15,3-1 4 0,2 2-2 0,-4-3 1 16,3 2 0-16,3-2 1 0,-3 1-2 0,3-1-1 16,-1 1-4-16,0-1 7 0,3-1-6 0,0 0-2 0,1 0-1 15,0 0 4-15,2 5-7 0,-1-11-4 16,1 5-10-16,1-1-21 0,1-1-36 0,1 2-42 16,0-1-54-16,2 2-58 0,0-2-189 0,1 1-444 0,1-1 196 15</inkml:trace>
          <inkml:trace contextRef="#ctx0" brushRef="#br1" timeOffset="-171128.3613">-2248 5712 42 0,'0'0'198'0,"0"0"-5"0,0 0-8 16,8-2-9-16,-8 2-10 0,0 0-6 0,0 0-19 16,9-1-7-16,-9 1-15 0,4 1-5 0,-4-1-17 0,5-2-9 15,-5 2-7-15,0 0-11 0,7 1-5 0,-7-1-4 16,0 0-10-16,7 1-3 0,-7-1-9 0,4 2-2 15,-2 0-5-15,-2-2-9 0,5 4-5 0,-5-4-1 16,2 3-4-16,-2-3-3 0,3 5-1 0,-3-5-1 16,3 4-2-16,-3-4-4 0,2 6 1 0,-2-6-6 15,1 6-1-15,-1-6 1 0,1 3-9 0,-1-3 0 16,0 0-1-16,2 6-9 0,-2-6 10 0,2 6 4 16,-2-6-5-16,4 4 1 0,-4-4 2 0,1 5 0 15,-1-5 1-15,0 0-1 0,2 3-2 0,-2-3 4 16,3 4 0-16,-3-4-2 0,2 4 2 0,-2-4-3 15,4 4 7-15,-4-4 0 0,3 3 4 0,-3-3-8 0,3 5 4 16,-3-5-4-16,3 3 5 0,-3-3-7 0,0 0 5 16,5 3 3-16,-5-3 4 0,0 0-3 15,0 0 4-15,0 0 0 0,3 2-2 0,-3-2-1 0,0 0 5 16,0 0 0-16,0 0-1 0,0 0 4 0,0 0-1 16,-17-1-2-16,11 1 4 0,6 0 0 0,-11 0-1 15,4 0 7-15,1-1-4 0,-1 0-4 0,-1 2 2 16,1-1-4-16,-2-1 1 0,1 1-3 0,1-1 2 15,-1 0 1-15,1-1-9 0,1 1 5 0,-2-1 1 16,3-1-5-16,0 0-1 0,-1 2 1 0,2-1 1 16,-2-2-1-16,0 1-1 0,2 1 2 0,4 2 1 15,-7-5 2-15,5 3 0 0,-3-1 0 0,5 3 5 0,-6-5 9 16,6 5 1-16,-4-3 2 0,4 3 1 0,-3-4 7 16,3 4-2-16,0 0 2 0,-5-3 4 15,5 3 4-15,0 0 0 0,-2-5 5 0,2 5 0 0,0 0 1 16,-3-4-2-16,3 4 1 0,0 0-2 0,0 0 0 15,0 0-5-15,0 0-1 0,0 0-1 0,0 0-3 16,0 0-4-16,0 0-2 0,0 0-2 0,0 0 2 16,0 0 2-16,0 0 3 0,0 0-8 0,0 0 5 15,0 0-4-15,2 16-5 0,-2-16 1 0,1 8 3 16,-1-8-4-16,1 9 2 0,-1-9-7 0,0 9 4 16,0-9 10-16,-2 7-9 0,2-7-1 0,-1 7 2 15,0-3-1-15,1-4 3 0,-4 7-3 0,1-3 1 16,1 0-1-16,-3 0 2 0,1-2-5 0,1 1-1 0,-1-1-2 15,-1 0 0-15,1 1 1 0,-2-1 3 16,1-2-3-16,-2 1-3 0,0 0 1 0,-2-2-4 16,1 1 3-16,-2-1 0 0,0-1-1 0,-2 1 2 0,3-2-7 15,-2-1-2-15,0 0 1 0,0 0-2 0,0-2-10 16,-1 0-13-16,1 2-6 0,1-1-4 0,-1-1-10 16,1 0-14-16,1-2-17 0,3 4-13 0,0-2-16 15,1 1-26-15,0-1-15 0,2 0-24 0,0 3-39 16,0-3-191-16,3 6-432 0,0-10 191 0</inkml:trace>
          <inkml:trace contextRef="#ctx0" brushRef="#br1" timeOffset="-172018.9182">-1936 5738 80 0,'0'0'173'0,"0"0"-18"0,0 0-6 0,2 19-5 15,-2-19-5-15,1 8-2 0,1-4-9 0,-2-4-12 16,0 8-3-16,0-8-11 0,0 4-9 0,0-4-8 15,0 0-5-15,-2 9-10 0,2-9-12 0,-4 5 0 16,4-5-5-16,-5 3-11 0,1 0-7 0,4-3-7 16,-8 0-13-16,8 0-12 0,-7-3 2 0,7 3-6 15,-9-1-7-15,6-1-5 0,-2 0-3 0,5 2 2 16,-5-4-2-16,2 1 4 0,0-2-1 0,3 5 6 0,-4-4 1 16,2-1 3-16,2 5-1 0,-4-6 3 15,4 6 6-15,-2-7 2 0,2 7 5 0,0-6 4 0,0 6 1 16,0 0 4-16,0-8 0 0,0 8-2 0,0 0 0 15,0 0-1-15,2-7-3 0,-2 7-1 0,0 0 0 16,0 0-3-16,0 0-2 0,0 0-1 0,0 0 0 16,0 0 2-16,0 0-5 0,0 0 1 0,0 0-3 15,0 0 0-15,0 0 4 0,0 0-9 0,0 0 1 16,2 16-1-16,-2-16 1 0,0 0-5 0,-5 10-5 16,5-10 4-16,-2 5-2 0,0-1 3 0,2-4-8 15,-3 4 3-15,3-4 0 0,-7 3-9 0,7-3-2 16,-5 1-9-16,5-1-4 0,-7 0-1 0,7 0-6 0,-8 0-7 15,8 0-2-15,-9-1-1 0,4 0 10 0,-1-1 2 16,3-1 9-16,3 3-3 0,-7-5 10 16,6 2 1-16,1 3 9 0,-4-6 10 0,4 6-1 0,-4-6 12 15,4 6 11-15,-1-7 5 0,1 7 7 0,0-9-3 16,0 9 13-16,-2-6-1 0,2 6 11 0,0-7-3 16,0 7 0-16,0 0 2 0,0 0-6 0,0-7-7 15,0 7-2-15,0 0-8 0,0 0 6 0,0 0-8 16,0 0-2-16,0 0 1 0,0 0-1 0,0 0-2 15,0 0 0-15,0 0-1 0,0 0-4 0,0 0-5 16,0 0-2-16,-7 14 12 0,4-11-5 0,3-3 8 16,-2 7 0-16,0-4-1 0,2-3-3 0,-5 6-1 15,2-3-2-15,0 0 0 0,3-3-1 0,-9 6 2 16,5-3-5-16,-1-2-6 0,1 1-13 0,4-2-24 16,-7 2-27-16,3-1-41 0,4-1-37 0,-9 0-35 0,5 1-168 15,4-1-367-15,-10-1 164 0</inkml:trace>
          <inkml:trace contextRef="#ctx0" brushRef="#br1" timeOffset="-170019.0562">-2756 5689 21 0,'0'0'222'0,"0"0"-15"0,0 0-7 16,0 0-8-16,0 0 0 0,0 0-8 0,0 0-8 0,0 0-14 16,0 0-12-16,4 19-9 0,-2-16-13 0,-2-3-14 15,0 9-7-15,0-4-12 0,0-5-9 16,0 10-11-16,-2-6-5 0,1 3-8 0,1-7-7 0,-1 11-12 16,-1-8-22-16,0 3-25 0,1-1-36 0,1-5-40 15,-3 8-47-15,2-3-43 0,1-5-50 0,-2 5-124 16,2-5-373-16,-2 5 166 0</inkml:trace>
          <inkml:trace contextRef="#ctx0" brushRef="#br1" timeOffset="-169659.6741">-2626 5600 16 0,'0'0'164'0,"0"0"-18"0,0 0-8 15,2-4-8-15,-2 4-4 0,0 0-2 0,0 0-11 16,0 0-3-16,0 0-4 0,0 0-12 0,0 0-5 16,0 0-1-16,0 0-1 0,0 0-5 0,-9 11 0 15,9-11-4-15,-6 3-8 0,6-3-2 0,-5 2 3 16,5-2-1-16,-6 3-2 0,6-3-4 0,-7 0-2 15,3 1-8-15,4-1-2 0,-8-2-2 0,8 2-3 16,-9-2-3-16,4 0-1 0,1-1 0 0,-2 1-2 16,1 0-3-16,0 1 4 0,0-2-8 0,5 3-3 0,-7-3-6 15,7 3 0-15,-7-2-3 0,7 2-7 0,-5 0-1 16,5 0-10-16,0 0-17 0,-8 0-20 0,8 0-36 16,-5 4-32-16,5-4-50 0,-6 2-34 0,2-1-202 15,1 1-419-15,-3 1 187 0</inkml:trace>
          <inkml:trace contextRef="#ctx0" brushRef="#br1" timeOffset="-170658.6461">-2446 5645 144 0,'0'0'238'0,"0"0"-15"0,4 3-18 0,-4-3-17 16,0 0-19-16,0 0-13 0,0 0-11 0,0 0-13 15,0 0-12-15,-15 0-12 0,15 0-11 0,-9 1-6 16,4-1-13-16,0 1-14 0,5-1-20 0,-9 0-22 16,5 0-25-16,-1 1-31 0,5-1-43 0,-8-1-60 15,8 1-193-15,-8-2-356 0,8 2 159 0</inkml:trace>
          <inkml:trace contextRef="#ctx0" brushRef="#br1" timeOffset="-170657.6461">-2244 5584 216 0,'2'-6'292'0,"-2"6"-24"0,2-3-26 0,-2 3-24 16,0 0-21-16,0 0-31 0,2-6-47 0,-2 6-66 16,0 0-87-16,0 0-82 0,0 0-155 0,0 0-292 0,0 0 129 15</inkml:trace>
          <inkml:trace contextRef="#ctx0" brushRef="#br1" timeOffset="-169066.0122">-2989 5578 174 0,'0'0'217'0,"0"0"-8"15,0 0-8-15,0 0-13 0,0 0-9 0,-1 25-10 16,1-17-6-16,-1 3-8 0,0 0-12 0,-1 1-9 16,1 0-11-16,-1 1-9 0,0-2-8 0,0 2-13 0,1 1-7 15,-2-2-12-15,-1 0-9 0,2-3-18 16,-1 0-36-16,1 0-38 0,-1-2-56 0,1 0-59 15,0 1-67-15,0-3-156 0,-1 1-396 0,1-2 175 0</inkml:trace>
          <inkml:trace contextRef="#ctx0" brushRef="#br1" timeOffset="-167503.6254">-3251 5656 55 0,'0'0'257'15,"0"0"-14"-15,0 0-11 0,5-2-17 0,-5 2-12 16,0 0-22-16,0 0-15 0,0 0-15 0,0 0-11 16,0 0-13-16,0 0-12 0,0 0-12 0,0 0-8 15,-19 0-10-15,14 0-12 0,5 0-5 0,-11 2-7 16,4-4-10-16,1 2-15 0,0 0-13 0,0-1-17 15,0-1-9-15,1 1-22 0,1-1-16 0,4 2-19 16,-9-4-9-16,5 1-8 0,0 0-2 0,1-1 5 16,3 4 7-16,-6-6 8 0,4 2 1 0,1-1 5 0,1 5 8 15,0-9 5-15,0 9 13 0,0-9 7 16,1 4 6-16,-1 5 11 0,4-7 10 0,-2 2-3 16,0 2 7-16,0-3-6 0,-2 6 5 0,6-8-5 0,-4 4 6 15,1 2-11-15,-3 2-16 0,3-5-27 0,-3 5-44 16,6-5-58-16,-6 5-128 0,4-1-295 0,-4 1 131 15</inkml:trace>
          <inkml:trace contextRef="#ctx0" brushRef="#br1" timeOffset="-167658.8643">-3120 5797 58 0,'0'0'174'0,"5"4"-6"0,-3-1-8 0,-2-3-12 16,4 6-14-16,-4-6-14 0,4 4-13 0,-2-1 2 0,0 0-9 16,-2-3-10-16,3 5-16 0,-1-2-4 0,-2-3 0 15,2 5-8-15,-2-5-8 0,0 0-4 16,0 7-7-16,0-7-1 0,0 0-9 0,-5 5-10 0,5-5-7 15,0 0-7-15,-5 2 0 0,5-2-7 0,-7-1 5 16,7 1-4-16,0 0-1 0,-8-4 1 16,5 1 2-16,3 3-5 0,-5-5 3 0,4 1 3 0,1 4-6 15,-3-8 4-15,1 4 0 0,2 4 2 0,-1-10 4 16,1 10-7-16,0-7 12 0,0 7 4 0,0-9 2 16,0 9 1-16,2-6-3 0,-2 6 6 0,1-7 1 15,-1 7 1-15,3-5-1 0,-3 5 0 0,1-5-6 16,-1 5 2-16,0 0-3 0,0 0-1 0,4-3-4 0,-4 3 2 15,0 0-2-15,0 0 1 0,0 0-4 16,0 0 0-16,0 0-5 0,0 0 4 0,0 0-1 16,0 0 0-16,0 0-3 0,-11 14 0 0,8-10 3 0,0-2-6 15,3-2 1-15,-7 6 2 0,3-3-9 0,0-1 0 16,1 0-13-16,-1 0 2 0,-1 1-7 0,1-2-9 16,-1 1-12-16,5-2-5 0,-10 2-16 0,5-1-12 15,1-1-5-15,4 0 11 0,-12-1-3 0,7-1 0 16,2 1 6-16,3 1 9 0,-9-5 2 0,7 2 5 15,2 3 7-15,-6-4 0 0,3 2 8 0,3 2 7 16,-3-6 3-16,3 6 6 0,-2-5 18 0,2 5 7 16,0 0 7-16,-1-8 0 0,1 8 1 0,0 0 6 15,0 0-5-15,1-7 11 0,-1 7-2 0,0 0-4 16,2-6 5-16,-2 6 1 0,0 0-2 0,0 0-2 16,0 0 2-16,0 0-7 0,0 0 8 0,0 0-10 15,0 0 2-15,0 0 2 0,0 0-4 0,0 0 1 0,0 0-11 16,0 0 13-16,4 15-8 0,-4-15-6 0,0 6 6 15,0-6-4-15,0 0 0 0,-4 9 0 16,4-9-4-16,-4 5-2 0,1-3-3 0,-2-1-11 0,5-1-5 16,-6 3 1-16,6-3-2 0,-7 0 1 0,7 0-14 15,-7 1 11-15,7-1 1 0,-6-1 4 0,6 1 3 16,-7-3-2-16,4 1-1 0,3 2-3 0,-6-5 11 16,4 3 2-16,2 2 10 0,0 0-1 0,-3-8 8 15,1 4 2-15,2 4 1 0,0-6 5 0,0 6 3 16,0 0 2-16,0-9 0 0,0 9 4 0,0 0 3 15,2-6-1-15,-2 6-1 0,0 0 2 0,0 0-5 16,1-7 0-16,-1 7-12 0,0 0 3 0,0 0 6 0,0 0-3 16,0 0-6-16,0 0 3 0,0 0 1 15,0 0-10-15,0 0 3 0,0 0-3 0,0 0 2 16,2 16 4-16,-2-16-7 0,0 0 1 0,-2 10-10 0,2-10 7 16,-5 6-6-16,3-1-6 0,-1-2-3 0,-1-1-1 15,4-2-6-15,-7 4-5 0,3-2-10 0,4-2-4 16,-9 1-10-16,9-1-8 0,-8 0-3 0,3 0-10 15,5 0 17-15,-8-1 5 0,3-1 5 0,5 2 11 16,-7-3 1-16,2 1 6 0,5 2 2 0,-5-3 5 16,5 3 13-16,-3-4 5 0,3 4-3 0,-4-3 9 15,4 3 4-15,0 0 4 0,-4-3 5 0,4 3 6 16,0 0-4-16,0 0 10 0,-3-6-2 0,3 6 5 0,0 0 0 16,0 0-3-16,0 0 5 0,0 0 0 15,0 0-2-15,0 0-1 0,0 0-2 0,0 0 5 16,0 0-2-16,0 0 1 0,0 0 2 0,0 0 6 0,13 10-1 15,-13-10-5-15,3 5-3 0,-2-2 1 0,-1-3 3 16,3 6 2-16,-3-6 1 0,3 7 3 0,-2-3 1 16,0 0-2-16,0 2 0 0,-1-6-3 0,2 7-2 15,-2-1 4-15,1-1-4 0,-1-5 2 0,0 9-5 16,0-9-2-16,0 9-4 0,0-9-4 0,0 5 0 16,0-5-1-16,0 7-1 0,0-7-2 0,-1 6 4 15,-2-2-7-15,3-4 1 0,-6 5 2 0,3-2 0 16,-1-1-2-16,0 1 0 0,-2-1-2 0,-1 0 0 15,0 1-7-15,1-2 0 0,-2 0 3 0,2 1 0 16,-3-2-7-16,2 1 3 0,-1-2 1 0,0 1-4 16,1 0 0-16,-2 0 2 0,2 0-5 0,-1 0 6 15,1-3-6-15,-1 1-4 0,0 0 3 0,1-1 2 0,0-1-3 16,1 1 1-16,-1-1-2 0,2-1 0 0,0 0-1 16,-1 1-1-16,2-3-3 0,1 3-2 0,-1-3-9 15,2 0-6-15,1 0-3 0,-1-1-8 0,1-1-12 16,1 2-21-16,1-1-23 0,-1 1-35 0,2-2-39 15,-1 0-34-15,1 2-61 0,2 0-135 0,0 0-423 16,0-1 187-16</inkml:trace>
          <inkml:trace contextRef="#ctx0" brushRef="#br1" timeOffset="-169144.1318">-2868 5750 81 0,'0'0'236'0,"0"0"-9"0,2 7-8 16,-2-7-14-16,0 0-11 0,1 10-8 0,0-8-10 0,-1-2-16 16,1 10-6-16,-1-5-9 0,0-5-10 0,-1 13-8 15,-1-6-6-15,0 0-12 0,-1 1-7 0,-1-1-10 16,1-1-5-16,-1 2-8 0,-2-2-10 0,1 1-7 16,0-1-4-16,-1 1-11 0,0-3-7 0,-1 1-20 15,2-1-26-15,-3 0-25 0,3 0-33 0,-2-3-49 16,1 1-46-16,1-2-38 0,-1 0-231 0,6 0-461 15,-8-2 204-15</inkml:trace>
          <inkml:trace contextRef="#ctx0" brushRef="#br1" timeOffset="-166581.7811">-2750 5821 119 0,'0'0'157'16,"0"0"-3"-16,0 0-6 0,0 0-9 0,-11 9-5 16,11-9 0-16,0 0-5 0,0 0-5 0,0 0-5 15,0 0-4-15,0 0-2 0,0 0-3 0,0 0-3 16,0 0-9-16,0 0 1 0,0 0-6 0,0 0-9 15,8-16-2-15,-8 16-10 0,3-6-6 0,-3 6-7 16,3-7-8-16,-3 3-18 0,1-4-27 0,-1 8-39 0,-1-8-66 16,1 8-66-16,0-10-210 0,-2 3-406 15,1 2 180-15</inkml:trace>
          <inkml:trace contextRef="#ctx0" brushRef="#br1" timeOffset="-165941.2023">-2783 5629 42 0,'0'0'143'0,"0"0"-2"16,-4 1-12-16,4-1-2 0,0 0-6 0,0 0 4 16,0 0-5-16,0 0-5 0,0 0-4 0,0 0-1 15,0 0-1-15,0 0-4 0,0 0-7 0,0 0-5 16,0 0-6-16,0 0 0 0,0 0-7 0,-5 3-1 15,5-3-1-15,0 0-14 0,0 0-5 0,0 0-7 16,0 0-6-16,0 0-7 0,0 0-5 0,12-9-14 16,-12 9-21-16,8-2-15 0,-3-3-29 0,-1 3-36 15,1-2-48-15,3 0-48 0,-4 0-151 0,0 2-355 0,1-1 157 16</inkml:trace>
          <inkml:trace contextRef="#ctx0" brushRef="#br1" timeOffset="-174456.2649">-1254 5813 155 0,'0'0'208'15,"0"0"-14"-15,0 0-17 0,3 18-2 0,-3-12-7 16,0-6-11-16,-3 11-11 0,1-4-1 0,-1 2-6 16,2-2-10-16,-2 1-8 0,-1 1-7 0,1-1-8 15,-2 0-8-15,0 2-8 0,-1-2-10 0,1-2-5 16,-1 0-8-16,1-2-6 0,-1 0-8 0,1 0-8 15,-1-1-12-15,1-1-10 0,-2 0-20 0,2 0-20 16,0-2-26-16,5 0-31 0,-9 0-34 0,9 0-28 16,-8-2-40-16,5-1-192 0,3 3-399 0,-5-6 176 15</inkml:trace>
          <inkml:trace contextRef="#ctx0" brushRef="#br1" timeOffset="-174253.1551">-1231 5717 230 0,'2'-5'269'0,"-2"5"-15"16,5-3-13-16,-5 3-25 0,4-6-14 0,-4 6-22 15,3-3-21-15,-3 3-19 0,0 0-26 0,0 0-42 16,0 0-71-16,0 0-66 0,0 0-79 0,-18 6-168 15,11-4-337-15,-4 0 149 0</inkml:trace>
          <inkml:trace contextRef="#ctx0" brushRef="#br1" timeOffset="-174737.4944">-1103 5835 103 0,'0'0'170'0,"0"0"-21"0,0 0-8 16,0 0-16-16,0 0-8 0,0 0-22 0,0 0-5 15,0 0-9-15,-12 2-12 0,12-2-4 0,0 0-8 16,-5-4 1-16,5 4-7 0,-4-3-8 0,4 3-6 16,0 0-2-16,-3-4-2 0,3 4-6 0,0 0-4 15,-2-8 2-15,2 8-1 0,0-7-8 0,0 7 7 16,0 0-5-16,4-6-8 0,-4 6 2 0,3-6 11 15,-3 6 5-15,2-3-8 0,-2 3 2 0,4-4 1 16,-4 4-9-16,5-2 11 0,-5 2-2 0,0 0 8 0,6-1-3 16,-6 1 0-16,0 0 0 0,8 1 5 0,-8-1-3 15,3 3-3-15,0 0 2 0,-3-3 0 0,4 8 1 16,-4-5 1-16,0-3 0 0,2 9 5 0,-1-5 1 16,-2 4 4-16,-1-2 4 0,2-6 7 0,-3 11-2 15,-1-4 1-15,-1-1-6 0,1-1-6 0,-1-1 0 16,1 1-7-16,-4-1-7 0,3-1-21 0,-3 1-33 15,1 0-43-15,-1-3-60 0,1 1-64 0,-1-2-188 16,0 1-414-16,1-1 184 0</inkml:trace>
          <inkml:trace contextRef="#ctx0" brushRef="#br1" timeOffset="-175159.3285">-1010 5801 77 0,'0'0'220'0,"0"0"-13"0,0 0-13 0,0 0-8 16,0 0-15-16,8 15-10 0,-8-10-8 0,0-5-5 15,1 12 0-15,-1-5-12 0,-1 1-9 0,-1 1-5 16,0 0-4-16,0-1-6 0,-2 1-9 0,2-1-11 16,-1 3-4-16,0-2-13 0,0-2-3 0,0 1-9 15,-3 0-7-15,2-3-14 0,-2 0-15 0,1 0-25 16,-1-1-31-16,0 1-41 0,1-2-35 0,-3-2-55 16,2 2-65-16,1-3-161 0,5 0-417 0,-9 0 185 15</inkml:trace>
        </inkml:traceGroup>
        <inkml:traceGroup>
          <inkml:annotationXML>
            <emma:emma xmlns:emma="http://www.w3.org/2003/04/emma" version="1.0">
              <emma:interpretation id="{6ABBCAF6-EB0E-4AD6-9BD6-156B3557572C}" emma:medium="tactile" emma:mode="ink">
                <msink:context xmlns:msink="http://schemas.microsoft.com/ink/2010/main" type="inkWord" rotatedBoundingBox="13798,6453 14665,6454 14664,6816 13797,6815"/>
              </emma:interpretation>
              <emma:one-of disjunction-type="recognition" id="oneOf27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1" timeOffset="-179018.4758">-91 5793 22 0,'0'0'222'0,"0"0"-2"0,0 0-6 15,0 0-15-15,0 0-14 0,0 0-5 0,0 0-3 16,-1 23-8-16,2-18-14 0,-3 2-9 0,1-1-4 16,-1 2-17-16,2-1-13 0,-3 1-7 0,1-1-8 15,-1 3-10-15,0-2-6 0,-2 0-6 0,1 0-11 16,-2 0-6-16,0 1-2 0,0-1-13 0,-2 0-9 16,2-1-16-16,-3-2-18 0,1 2-41 0,-1-2-49 15,2-2-45-15,-1 0-60 0,3 0-227 0,-2 0-455 16,3-1 202-16</inkml:trace>
          <inkml:trace contextRef="#ctx0" brushRef="#br1" timeOffset="-178018.5485">-276 5732 8 0,'0'0'190'0,"0"0"2"0,0 0-10 16,0 0-6-16,0 0-14 0,0 0-8 0,0 0-10 15,9 10-7-15,-6-7-6 0,-3-3-8 0,3 8-6 16,-2-4-6-16,-1-4-7 0,2 7-8 0,-1-3-13 15,-1-4-6-15,0 9-4 0,0-9-5 0,-2 9-4 16,1-5-7-16,1-4-6 0,-5 7-3 0,1-5-3 16,1 3-3-16,-1-4-7 0,-2 3-3 0,0-3-4 15,-1 2-3-15,0-2 0 0,0-1-7 0,0 0-5 16,-1 2 0-16,1-4-8 0,-2 2 1 0,3-1-3 16,-1-1-2-16,1 1-1 0,6 1 1 0,-9-2-2 15,5 0 0-15,4 2 0 0,-6-2 1 0,6 2-2 16,-5 0 1-16,5 0 2 0,0 0-1 0,-6-2 0 15,6 2-1-15,0 0 2 0,0 0-4 0,0 0 3 0,0 0-1 16,0 0 1-16,0 0 0 0,0 0-1 16,0 0 2-16,0 0-3 0,0 0 2 0,0 0-2 15,0 0 3-15,6 16-2 0,-6-16 3 0,2 7-4 16,0-4-1-16,-2-3 1 0,0 7 1 0,0-7-2 0,2 7-1 16,-2-7 0-16,0 6-5 0,0-6-5 0,0 0-7 15,-2 7-2-15,2-7 2 0,0 0-12 16,-3 4-5-16,3-4-16 0,-3 3 5 0,3-3-10 15,0 0 1-15,-7-1-3 0,7 1 7 0,0 0 7 0,-7-3-3 16,7 3 0-16,-5-3 1 0,3-1 9 0,2 4-5 16,-3-6 8-16,1 3 2 0,2 3-3 0,-3-7 13 15,3 7 5-15,-2-7 6 0,2 7 6 0,0-8 7 16,0 8-1-16,-1-10 7 0,1 6 4 0,0 4 2 16,0-8 8-16,0 8 6 0,0-8-3 0,0 8 5 15,1-7-5-15,-1 7 4 0,2-5 2 0,-2 5-10 16,0 0-2-16,0 0-3 0,0 0 2 0,0-7 4 15,0 7-10-15,0 0 5 0,0 0-1 0,0 0-1 16,0 0 4-16,0 0-9 0,0 0 2 0,0 0-4 16,0 0 3-16,-3 20-3 0,1-16-1 0,-1-1 2 15,3-3 0-15,-6 6-1 0,2-3 1 0,0 0-3 16,-2 1 0-16,0-2 0 0,0 0 0 0,1-1 2 16,-2 1-8-16,1-2 4 0,1 1 4 0,5-1-2 15,-10-1-3-15,4-1 1 0,1 1 1 0,0-1 2 0,5 2 1 16,-7-2 0-16,3-1 0 0,4 3 7 15,-4-5 5-15,3 1 5 0,1 4 8 0,-1-8 5 16,1 8 1-16,2-10 3 0,0 5 6 0,0-3 5 16,0 0-4-16,2-1-1 0,1-3-5 0,1 0 4 0,-2 3-15 15,0-4 6-15,2-1-8 0,-1 1-3 0,0 0-4 16,0 3 1-16,-1-2-2 0,-2 3-6 16,2 2-6-16,-2 3-12 0,0-5-18 0,-1 7-42 0,-1 2-49 15,0 0-48-15,0 0-51 0,2-5-183 0,-2 5-429 16,0 0 190-16</inkml:trace>
          <inkml:trace contextRef="#ctx0" brushRef="#br1" timeOffset="-177752.915">-282 5636 191 0,'0'0'219'0,"0"0"-12"0,0 0-16 16,0 0-13-16,0 0-20 0,0 0-13 0,0 0-17 16,-20 1-11-16,20-1-15 0,-8 0-12 15,3 1-32-15,-1-1-33 0,-1 0-49 0,1 1-66 0,0 0-59 16,-2-1-109-16,2 1-279 0,-2 0 123 0</inkml:trace>
          <inkml:trace contextRef="#ctx0" brushRef="#br1" timeOffset="-177127.9462">-702 5726 152 0,'0'0'157'0,"1"-5"-10"0,-1 5-2 0,2-6-14 16,1 3-6-16,-3 3-14 0,3-4-13 15,-3 4-10-15,5-6-11 0,-2 4-1 0,-3 2-9 16,4-3-5-16,-4 3-5 0,5-3-5 0,-5 3-7 16,4-1 0-16,-4 1-2 0,0 0 1 0,0 0-4 0,9 1-3 15,-9-1-3-15,4 3 0 0,-4-3-1 0,5 3-3 16,-2-1 2-16,-3-2 0 0,3 4-5 15,-3-4-1-15,3 3 0 0,-3-3 5 0,0 0-1 0,0 0 1 16,0 9-1-16,0-9-1 0,-4 5-4 0,4-5 0 16,-6 3 0-16,3-2-5 0,-1 2-1 0,0-1-1 15,4-2 0-15,-9 2-4 0,3-1 0 0,0 1 1 16,0 0-5-16,0-2 4 0,0 2-5 0,1 1 1 16,0-3-3-16,-1 1 1 0,1 0 2 0,-1 0-6 15,1 1 2-15,-1-1 2 0,1 0-3 0,1 2 1 16,4-3 4-16,-9 3 2 0,5-1-1 0,1 0-3 15,3-2-4-15,-5 4 7 0,5-4 3 0,-4 4 3 16,4-4 6-16,-2 8 8 0,1-5-3 0,1-3-1 16,-1 9 6-16,1-3-1 0,1 0 7 0,-1 2-3 15,1-1 1-15,1 0-5 0,-2 2-1 0,0-1-5 16,2-1 4-16,-2 1-7 0,0 0-4 0,-1 0-3 16,1-2-11-16,-1 1-24 0,-1 0-20 0,0-2-27 15,1 1-38-15,-1 1-42 0,0-2-40 0,2-5-46 16,-4 6-148-16,2-2-411 0,-1-2 182 0</inkml:trace>
          <inkml:trace contextRef="#ctx0" brushRef="#br1" timeOffset="-175862.3979">-783 5972 90 0,'0'0'147'0,"0"0"-4"0,0 0 0 16,0 0-8-16,0 0-11 0,0 0-14 0,0 0 1 16,0 0-3-16,0 0-9 0,0 0-1 0,0 0-5 15,0 0-8-15,0 0-3 0,0 0 0 0,0 0-6 16,0 0-2-16,0 0-2 0,0 0-5 0,0 0-6 16,0 0-3-16,0 0-5 0,0 0-2 0,0 0-6 0,0 0-2 15,0 0-2-15,8-14-5 0,-8 14-7 16,2-5-1-16,-2 5-4 0,2-7-9 0,-1 2-14 15,-1 5-23-15,3-9-46 0,-1 1-56 0,-2 1-94 0,0-1-114 16,-2-2-360-16,1-3 159 0</inkml:trace>
          <inkml:trace contextRef="#ctx0" brushRef="#br1" timeOffset="-179299.7048">31 5757 142 0,'0'0'160'0,"0"0"-8"16,0 0-12-16,0 0-16 0,11 11 7 0,-8-8-26 15,-1 0-6-15,1 1-9 0,0 1-6 0,0-2-3 0,-1 1-2 16,0 0 3-16,0 0-9 0,-2-4 1 15,4 7-5-15,-2-2 0 0,-2-5-6 0,1 8-7 16,-1-8 1-16,2 5-8 0,-1-2 1 0,-1-3-7 16,0 0-1-16,-3 11-3 0,3-11-8 0,-3 6 3 0,3-6-10 15,-7 1-22-15,3 1-21 0,-2 0-44 0,1-1-53 16,-1-1-58-16,0 1-138 0,-2-1-338 16,-1 0 149-16</inkml:trace>
        </inkml:traceGroup>
      </inkml:traceGroup>
    </inkml:traceGroup>
    <inkml:traceGroup>
      <inkml:annotationXML>
        <emma:emma xmlns:emma="http://www.w3.org/2003/04/emma" version="1.0">
          <emma:interpretation id="{79AE6ACB-D05C-4BB5-984F-CE4358CB0D29}" emma:medium="tactile" emma:mode="ink">
            <msink:context xmlns:msink="http://schemas.microsoft.com/ink/2010/main" type="paragraph" rotatedBoundingBox="14649,5766 505,5792 504,5211 14648,51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981A7BF-F21C-415C-8481-42C4B8E800D2}" emma:medium="tactile" emma:mode="ink">
              <msink:context xmlns:msink="http://schemas.microsoft.com/ink/2010/main" type="line" rotatedBoundingBox="14649,5766 505,5792 504,5211 14648,5185"/>
            </emma:interpretation>
          </emma:emma>
        </inkml:annotationXML>
        <inkml:traceGroup>
          <inkml:annotationXML>
            <emma:emma xmlns:emma="http://www.w3.org/2003/04/emma" version="1.0">
              <emma:interpretation id="{62AD08E4-9C83-4827-AB26-68CC407D56AD}" emma:medium="tactile" emma:mode="ink">
                <msink:context xmlns:msink="http://schemas.microsoft.com/ink/2010/main" type="inkWord" rotatedBoundingBox="14649,5644 14381,5645 14380,5319 14648,5318"/>
              </emma:interpretation>
              <emma:one-of disjunction-type="recognition" id="oneOf28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0" timeOffset="-249935.2972">-62 4531 45 0,'0'0'166'0,"0"0"-11"0,0 0-11 0,0 0-12 0,0 0-3 16,0 0-11-16,8-14 1 0,-8 14-8 16,0 0-4-16,6 0-2 0,-6 0-4 0,6-2-13 15,-6 2-4-15,6-1-5 0,-6 1-1 0,6 0-5 0,-6 0-4 16,6 1 0-16,-6-1-9 0,5 2-1 0,0-2-5 16,-5 0-9-16,7 1-3 0,-7-1-2 0,5 1-5 15,-5-1-5-15,7 4-4 0,-5-2-1 16,-2-2-4-16,4 4 2 0,-1-2-6 0,-3-2 0 0,4 6 1 15,-2-4-1-15,-2-2-4 0,2 6-4 0,-2-6 3 16,0 0 2-16,0 0-3 0,-5 12 0 0,5-12-3 16,-3 5 1-16,0-2-2 0,3-3-1 0,-6 5 3 15,3-2-4-15,-1-2 0 0,-2 2 2 0,0 0-2 16,1-2-5-16,-2 1 2 0,1 0-2 0,3-2-2 16,3 0 0-16,-9 1-1 0,9-1-2 0,-6 1 1 15,6-1 4-15,-4 0-5 0,4 0 4 0,0 0-1 16,-5 2 1-16,5-2-3 0,0 0 1 0,0 0 0 15,0 0 0-15,0 0 3 0,0 0-3 0,0 0 0 16,0 0 3-16,0 0 0 0,0 0-3 0,0 0-2 16,20 0 5-16,-16 1 0 0,-4-1 2 0,8 1 0 15,-3 2 3-15,-2-2 0 0,2-1 7 0,1 3 4 16,0 0-1-16,-1 0 8 0,-1-2 5 0,1 2 4 0,0 0 2 16,1 1 2-16,0 1-1 0,-3-1 0 0,0 0 1 15,1 1 2-15,-1-1-1 0,2 2-3 16,-3-3-1-16,0 2-5 0,1-2-2 0,-1 1 0 15,-2-4-3-15,0 0-2 0,-2 9-4 0,2-9-2 0,-6 5 4 16,2-4-2-16,-3 2-7 0,-1-3-6 0,-1 0-15 16,-3 1-29-16,4-1-44 0,-3 2-64 0,4-4-72 15,-2 2-238-15,1 0-495 0,1-3 220 0</inkml:trace>
          <inkml:trace contextRef="#ctx0" brushRef="#br0" timeOffset="-249325.9676">-139 4475 9 0,'0'0'236'16,"0"0"-13"-16,0 0-12 0,0 0-6 0,0 0-8 15,0 0-19-15,0 0-7 0,0 0-13 0,-11 12-10 16,11-12-3-16,-3 5-10 0,0 0-4 0,0-1-4 16,0 2-7-16,-2 0-6 0,2 0-4 0,-1 1-6 15,1 1-2-15,-1 1 5 0,0 3-12 0,-1 1-8 16,1-2-5-16,0 1-3 0,0 2-4 0,1 0-7 0,0 1-7 15,1-1-9-15,0 2-1 0,2-2-4 0,2 0-13 16,1 0-37-16,3 1-47 0,1 2-59 16,0-3-75-16,4-1-74 0,0-1-252 0,1 1-552 15,3-2 244-15</inkml:trace>
        </inkml:traceGroup>
        <inkml:traceGroup>
          <inkml:annotationXML>
            <emma:emma xmlns:emma="http://www.w3.org/2003/04/emma" version="1.0">
              <emma:interpretation id="{BB34D6FF-B502-4ABB-BAA6-521C36E185F1}" emma:medium="tactile" emma:mode="ink">
                <msink:context xmlns:msink="http://schemas.microsoft.com/ink/2010/main" type="inkWord" rotatedBoundingBox="14157,5709 13258,5711 13257,5322 14156,5320"/>
              </emma:interpretation>
              <emma:one-of disjunction-type="recognition" id="oneOf29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1" timeOffset="-243670.1296">-506 4650 18 0,'0'0'195'0,"0"0"3"0,0 0-5 0,0 0-12 15,0 0-3-15,0 0-7 0,0 0-5 0,0 0-3 16,0 0-5-16,0 0-6 0,0 0-9 0,0 0-7 15,5-1-10-15,-5 1-5 0,0 0-13 0,0 0-7 16,0 0-11-16,0 0-9 0,4-4-12 0,-4 4-4 0,0 0-10 16,0 0-3-16,3-2-6 0,-3 2-2 15,0 0-7-15,5-2-2 0,-5 2-8 0,0 0-3 16,0 0-2-16,4-3-2 0,-4 3-8 0,0 0-1 0,6 0-11 16,-6 0 0-16,0 0-5 0,0 0-10 0,7 2-1 15,-7-2-6-15,0 0-7 0,0 0-6 0,4 3 2 16,-4-3-2-16,0 0-4 0,2 5-4 0,-2-5-5 15,1 5-7-15,-1-5-6 0,0 0 2 0,-1 9-1 16,1-9-10-16,-2 6 1 0,2-6-1 0,-2 6 8 16,2-6-4-16,-2 6 4 0,2-6 0 0,0 0 4 15,0 8-3-15,0-8 5 0,-1 5 5 0,1-5 6 16,0 6-2-16,0-6 8 0,0 0 4 0,1 7 7 16,-1-7-3-16,2 5 6 0,-2-5-1 0,0 0 2 0,2 4 1 15,-2-4 9-15,3 5-11 0,-3-5 7 16,5 3 3-16,-5-3 7 0,5 3-2 0,-2-2 4 15,-3-1 0-15,6 2-3 0,-6-2-4 0,5 0 7 16,-5 0 3-16,0 0 0 0,5 1 5 0,-5-1 2 0,0 0-3 16,0 0 9-16,0 0-4 0,0 0-3 0,0 0 1 15,0 0 3-15,0 0-3 0,0 0-2 16,0 0-2-16,0 0 4 0,-20-4-2 0,14 1 1 0,-1 2 2 16,2-1-1-16,-2 0-1 0,-2 1-2 0,1-2 2 15,-3 0 1-15,-1 0-4 0,0 0 1 0,2-2 3 16,0 2 7-16,-1-1-2 0,1 0 1 0,0 0 1 15,2 1 3-15,0-1-1 0,1 1 6 0,1 0 12 16,0-2 13-16,1 2 6 0,0 0 2 0,1-1-4 16,4 4 12-16,-4-4 6 0,4 4 5 0,-4-5 5 15,4 5 2-15,-3-3-5 0,3 3-1 0,0 0 0 16,0 0-4-16,-4-4-7 0,4 4-5 0,0 0-3 16,0 0-9-16,0 0 3 0,0 0-2 0,0 0 4 15,0 0-7-15,0 0-3 0,0 0-3 0,0 0-3 16,6 16-3-16,-3-12-1 0,-2 0-4 0,2 1 0 15,-3 0 1-15,2 0-7 0,-1 2-2 0,0-3 0 16,-1 4-2-16,0-8-2 0,-2 10 1 0,0-5-2 16,1 1-1-16,-3-1-2 0,-1-1-6 0,1-1-10 0,-1 0-9 15,0 0-21-15,-1-2-19 0,-1 1-39 16,0 0-35-16,0-1-40 0,2-1-39 0,5 0-220 16,-10-3-465-16,6 1 206 0</inkml:trace>
          <inkml:trace contextRef="#ctx0" brushRef="#br1" timeOffset="-243435.7715">-502 4500 166 0,'4'-5'329'0,"0"2"-11"0,-1 0-26 15,0 0-18-15,-3 3-25 0,5-5-19 0,-5 5-35 16,3-4-18-16,-3 4-25 0,0 0-29 0,0 0-35 16,0 0-46-16,0 0-58 0,0 0-63 0,0 0-57 15,0 0-54-15,-19 6-179 0,12-3-400 0,0 0 177 16</inkml:trace>
          <inkml:trace contextRef="#ctx0" brushRef="#br1" timeOffset="-243075.4236">-784 4504 1 0,'2'-5'286'16,"-2"5"-13"-16,0 0-14 0,0 0-11 0,0 0-9 0,0 0-14 15,0 0-12-15,0 0-11 0,0 0-11 0,0 0-11 16,6 15-11-16,-6-9-12 0,-1 1 2 0,1-7-19 16,0 14-6-16,0-3-12 0,0-3-5 0,-2 1-14 15,0 0-10-15,-1 4-13 0,1-4-8 0,-1-1-16 16,0 1-29-16,0 0-37 0,0 0-52 0,-2 0-71 16,0-2-75-16,1 0-76 0,-2 0-225 0,1-1-550 15,0-3 244-15</inkml:trace>
          <inkml:trace contextRef="#ctx0" brushRef="#br1" timeOffset="-242763.9451">-921 4641 64 0,'0'0'214'0,"0"0"-15"15,6-3-15-15,-6 3-7 0,0 0-18 0,0 0-10 0,0 0-18 16,2 14-12-16,-2-14-8 0,0 0-12 0,-3 10-9 16,1-5-7-16,2-5-7 0,-1 7-8 0,-2-3-6 15,3-4-9-15,-6 6-2 0,3-4-6 0,1 1-2 16,2-3-8-16,-7 5-3 0,3-4-1 0,4-1 0 16,-8 1-8-16,8-1-3 0,-8-1 1 0,8 1-1 15,-8-1-6-15,8 1 1 0,-7-4 1 0,3 3-4 16,1-2 4-16,3 3-2 0,-4-8 6 0,1 4 11 15,1 0 6-15,2 4 11 0,-1-11 11 0,1 4-3 16,1-1 1-16,2-1 1 0,1-3 2 0,0 1 1 16,0-2-3-16,1 0 2 0,0 3-6 0,1-1-3 15,-1 1-3-15,0 4-8 0,-3 1-3 0,0-1-2 16,0 3-7-16,-2 3-12 0,4-6-18 0,-4 6-26 16,0 0-36-16,3-3-51 0,-3 3-56 0,0 0-50 0,0 0-244 15,0 0-504-15,0 0 223 0</inkml:trace>
          <inkml:trace contextRef="#ctx0" brushRef="#br1" timeOffset="-242529.5451">-919 4800 130 0,'0'0'267'16,"0"0"-25"-16,0 0-20 0,0 0-22 0,0 0-17 15,0 0-20-15,-16-4-13 0,11 3-21 0,-2-1-28 16,0 1-39-16,-1-1-59 0,0 0-70 0,1 1-86 16,0-2-119-16,-1 0-295 0,-2 0 130 0</inkml:trace>
          <inkml:trace contextRef="#ctx0" brushRef="#br1" timeOffset="-242123.3643">-1197 4646 101 0,'0'0'242'0,"0"0"-20"16,0 0-17-16,0 0-18 0,0 0-18 0,7 5-13 16,-7-5-14-16,1 7-9 0,-1-7-12 0,-2 8-10 0,2-8-8 15,-2 9-9-15,1-4-9 0,1-5-9 0,-4 9-7 16,3-4-6-16,-2-1-4 0,3-4-8 0,-3 6-5 16,0-3 0-16,3-3-2 0,-5 5-6 0,5-5-3 15,-5 0-1-15,5 0-5 0,-7-1-1 0,7 1-3 16,-8-4-2-16,5 3 2 0,3 1-4 0,-5-7 2 15,2 3-2-15,0 0 0 0,0-1-3 0,0 0-1 16,1 1 3-16,-2 1 4 0,4 3-1 0,-3-10-3 16,0 7 2-16,3 3-2 0,-3-7 0 0,1 3-4 15,2 4-2-15,-4-4 1 0,4 4-2 0,-5-2-4 16,5 2 2-16,-8 0-3 0,8 0-1 0,-6 5 3 16,2-4-4-16,4-1-4 0,-6 6 5 0,3-3-8 15,-1 0-12-15,1 2-10 0,0-2-15 0,-1 1-26 16,1-1-35-16,0 2-43 0,-1-2-56 0,2 1-231 0,-1 0-465 15,3-4 206-15</inkml:trace>
          <inkml:trace contextRef="#ctx0" brushRef="#br1" timeOffset="-241951.4867">-1325 4867 228 0,'0'0'318'0,"0"0"-25"0,0 0-27 16,8-5-27-16,-5 3-26 0,-3 2-23 0,6-3-46 16,-4 1-61-16,-2 2-95 0,5-5-93 0,-5 5-205 15,0 0-336-15,0-6 150 0</inkml:trace>
        </inkml:traceGroup>
        <inkml:traceGroup>
          <inkml:annotationXML>
            <emma:emma xmlns:emma="http://www.w3.org/2003/04/emma" version="1.0">
              <emma:interpretation id="{B68E31BF-873D-44E1-A76D-138B4B3291A3}" emma:medium="tactile" emma:mode="ink">
                <msink:context xmlns:msink="http://schemas.microsoft.com/ink/2010/main" type="inkWord" rotatedBoundingBox="13060,5737 11549,5739 11548,5271 13059,5268"/>
              </emma:interpretation>
              <emma:one-of disjunction-type="recognition" id="oneOf30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1" timeOffset="-241232.8065">-1611 4595 32 0,'0'0'233'0,"3"-2"-14"0,-3 2-16 0,6-2-20 15,-6 2-20-15,0 0-14 0,7 0-13 0,-7 0-10 16,0 0-16-16,0 0-9 0,7 3-13 0,-7-3-4 16,0 0-12-16,4 3-6 0,-4-3-7 0,4 5-6 15,-2-4-5-15,1 4-5 0,-3-5-7 0,5 5-7 0,-3-1-4 16,1-1-6-16,0 1-2 0,0 0-5 0,0-2 0 15,0 3-2-15,0-1-1 0,-2 0-1 16,1 2-3-16,-2-6 0 0,1 7-6 0,0-2 4 0,-1-5-4 16,1 6-10-16,-1-6 0 0,0 6-3 0,0-6-6 15,0 0 0-15,1 7 0 0,-1-7 3 0,0 0-2 16,0 6 7-16,0-6-4 0,0 0 2 0,3 4-2 16,-3-4 4-16,0 0 0 0,4 2 5 0,-4-2-3 15,0 0 2-15,3 3 2 0,-3-3 0 0,0 0 6 16,0 0 1-16,0 0-2 0,0 0 2 0,0 0-3 15,0 0 2-15,0 0-1 0,0 0 4 0,0 0-6 16,0 0 6-16,0 0 0 0,0 0-1 0,0 0-2 16,0 0 0-16,0 0-3 0,0 0-1 0,0 0 0 15,0 0 2-15,0 0 6 0,0 0-3 0,0 0-6 16,-18-7 6-16,11 7-2 0,0 0 5 0,-1 0-6 0,1 1 5 16,1-1-5-16,-3 0 1 0,1 0 4 0,0 0-2 15,1-1 0-15,0-1-1 0,0 2-6 0,1 0 4 16,0 0 4-16,6 0 3 0,-10-3 6 0,3 1 7 15,3 0 9-15,0 0 3 0,4 2 9 0,-7-4 7 16,4 2 7-16,3 2 8 0,-6-6 4 0,4 3 1 16,-1-3 4-16,3 6-5 0,0-7 5 0,0-1 4 15,0 1 1-15,2 0-6 0,-1-2 1 0,3 1-5 16,0 0-2-16,0-3-9 0,1 2-3 0,-1 0-2 16,0 1-5-16,1-1-2 0,-2 2-9 0,1 0-7 15,2 0 0-15,-4 3-3 0,1-3-6 0,0 3-15 16,-1 0-19-16,0-1-24 0,-2 5-38 0,1-5-52 15,-1 5-40-15,2-4-47 0,-2 4-55 0,0 0-157 0,0 0-465 16,1-8 205-16</inkml:trace>
          <inkml:trace contextRef="#ctx0" brushRef="#br1" timeOffset="-240998.4469">-1555 4447 108 0,'2'-4'300'0,"1"1"-16"0,-3 3-19 15,4-6-26-15,-4 6-25 0,2-4-25 0,-2 4-22 16,0 0-26-16,0 0-34 0,3-5-52 0,-3 5-72 16,0 0-77-16,0 0-82 0,0 0-121 0,0 0-322 15,0 0 142-15</inkml:trace>
          <inkml:trace contextRef="#ctx0" brushRef="#br1" timeOffset="-240545.3402">-1623 4603 78 0,'0'0'189'0,"0"0"-13"15,0 0-5-15,0 0-14 0,0 0-7 0,0 0-10 16,0 0-8-16,0 0-9 0,0 0-10 0,0 0-5 15,0 0-4-15,0 0-5 0,0 0-1 0,0 0-2 16,0 0-6-16,0 0-6 0,0 0-7 0,0 0-4 16,0 0-9-16,0 0-6 0,0 0-3 0,0 0-3 15,0 0-9-15,0 0-25 0,9-12-33 0,-9 12-65 0,3-6-73 16,-3 6-231-16,4-3-415 0,-4 3 184 16</inkml:trace>
          <inkml:trace contextRef="#ctx0" brushRef="#br1" timeOffset="-239779.7876">-1909 4693 114 0,'0'0'202'0,"0"0"-18"0,3-10-13 0,-3 10-2 16,0 0-7-16,2-7-6 0,-2 7-5 0,0 0-11 15,2-6-14-15,-2 6-9 0,3-3-7 0,-3 3-9 16,4-3-4-16,-4 3-5 0,5-2-10 0,-5 2-5 15,6-1-5-15,-6 1-9 0,4-2-3 0,-4 2 2 16,7-1-2-16,-7 1-5 0,7 1-4 0,-2 2-6 16,-5-3-5-16,7 2-2 0,-4-1-1 0,-3-1-5 15,6 5-4-15,-3-2-5 0,-1-2-1 0,-2-1 2 16,5 7-3-16,-3-3-4 0,0 0 0 0,-2-4 0 16,2 5-3-16,-2-5-1 0,0 0 0 0,-4 10-2 15,1-8 0-15,-1 1-1 0,-2 1-4 0,-1-1-2 16,0-1 4-16,-1 1-5 0,-2-1-2 0,0 0-2 15,-1 1 1-15,-1-1-7 0,1-2 0 0,-2 0-7 0,2 1 0 16,0 1 4-16,0-5 2 0,3 3-3 0,2 0 3 16,2-2 0-16,-3 2 5 0,2-1-3 15,5 1 3-15,-6-2-1 0,6 2 7 0,-5-2 4 0,5 2 1 16,0 0 4-16,-7-2 1 0,7 2-1 0,0 0 2 16,0 0-3-16,0 0 2 0,0 0-3 0,0 0 4 15,0 0-2-15,0 0 4 0,0 0 8 0,0 0 3 16,0 0 3-16,7 14-4 0,-6-9-3 0,0 2 8 15,0 2-1-15,0-2 1 0,-2 2-3 0,1-1 0 16,-2 2 1-16,0 2-6 0,0-3-3 0,-2 0-3 16,-1-1 2-16,1 1 0 0,0-1-3 0,-1 0-1 15,1-1-3-15,-2 0-8 0,3-1-7 0,0-2-12 0,-1 1-27 16,1-1-30-16,3-4-42 0,-4 6-44 0,4-6-48 16,-2 2-46-16,2-2-208 0,0 0-499 15,0 0 221-15</inkml:trace>
          <inkml:trace contextRef="#ctx0" brushRef="#br1" timeOffset="-239498.5579">-1910 4713 157 0,'3'-7'254'0,"-2"-2"-13"0,1 0-9 15,-1-2-6-15,0-4-17 0,2 2-15 0,0-3-12 0,0 3-13 16,0-2-15-16,1 2-11 0,0 1-12 0,-2 5-14 16,0-1-11-16,0 0-8 0,-2 3-14 15,1 0-12-15,-1 5-26 0,2-8-32 0,-2 8-36 0,0-7-65 16,0 7-80-16,0-7-259 0,0 7-461 0,0-6 205 15</inkml:trace>
          <inkml:trace contextRef="#ctx0" brushRef="#br1" timeOffset="-238575.7505">-2228 4655 199 0,'0'0'209'0,"0"0"-10"0,-5-3-12 0,5 3-13 16,0 0-16-16,0 0-9 0,0 0-7 0,0 0-8 16,0 0-10-16,0 0-9 0,0 0-5 0,0 0-9 15,0 0 1-15,0 0-4 0,7 13-5 0,-3-9-8 16,-4-4-13-16,5 6-3 0,-3-3-2 0,2 2-8 15,-1-2 0-15,-1 2-5 0,0-1-3 0,1 1-4 0,1-2-5 16,-2 3-2-16,-1-2-4 0,-1-4-4 16,4 8-3-16,-3-6 1 0,-1-2-2 0,0 0-6 15,-5 10 1-15,1-7-5 0,-2-1-1 0,-1 0-15 0,-1-2-11 16,0 0-26-16,1 2-34 0,-1-2-39 0,-1 0-57 16,1-3-43-16,1 1-223 0,-2 0-466 0,1-2 206 15</inkml:trace>
          <inkml:trace contextRef="#ctx0" brushRef="#br1" timeOffset="-238389.2474">-2349 4505 4 0,'3'-3'252'0,"-3"3"-16"0,0 0-16 0,0 0-12 0,3-5-11 15,-3 5-9-15,0 0-8 0,0 0 2 0,0 0-7 16,6 11-10-16,-3-5-5 0,-3-1-11 0,0 1-13 16,0 1-7-16,0 1-18 0,-2 1-7 0,2 0-7 15,0 1-10-15,-1-1-10 0,1 5-6 0,-2-2-9 16,1-2-6-16,-1 1-11 0,1-2-20 0,1 0-30 16,-2 0-36-16,0-1-51 0,-1 1-54 0,1-3-55 15,0 2-82-15,-1-1-142 0,-1-3-461 0,1 0 205 16</inkml:trace>
          <inkml:trace contextRef="#ctx0" brushRef="#br1" timeOffset="-237060.2362">-2469 4655 96 0,'0'0'224'0,"0"0"-10"0,0 0-17 0,0 0-17 16,0 0-10-16,0 0-9 0,0 0-10 16,0 0-12-16,8 14-13 0,-8-14-7 0,0 0-8 0,-2 11-9 15,-1-7-10-15,3-4-6 0,-3 6-10 0,3-6-4 16,-3 7-10-16,0-3-3 0,0-2-9 0,3-2-3 16,-7 6-7-16,7-6-5 0,-4 1-1 0,0 1-8 15,4-2-5-15,-7-1-7 0,7 1-10 0,-8-1 6 16,4 0-7-16,4 1-2 0,-6-5-4 0,2 2-2 15,4 3 2-15,-5-6-2 0,1 2 2 0,4 4 0 16,-2-5 0-16,2 5 3 0,-3-7 0 0,3 7-3 16,-1-5 0-16,1 5 6 0,0 0-3 0,-2-7 5 15,2 7-2-15,0 0 0 0,0 0 3 0,0-6 3 0,0 6-1 16,0 0-2-16,0 0 1 0,0 0-6 0,0 0 2 16,0 0 1-16,0 0-3 0,0 0 2 15,0 0 0-15,0 0-4 0,0 0 6 0,0 0-3 0,0 0 3 16,0 0-2-16,0 0 0 0,0 0-1 0,0 0-5 15,-2 16 7-15,2-16-4 0,-3 8 0 0,3-8 0 16,-2 4 3-16,2-4-1 0,-5 6-3 0,3-4 2 16,2-2-7-16,-7 3-3 0,3-2-1 0,4-1-2 15,-9 0-1-15,3 0-7 0,-1 0 5 0,1-1-4 16,0 0-3-16,0-1 5 0,-1-1 0 0,4 1 0 16,-3-1 3-16,2 0 2 0,4 3 0 0,-6-4 0 15,6 4 4-15,-5-5-3 0,5 5-4 0,-3-5 7 16,3 5 0-16,-1-7 6 0,1 7 9 0,0 0 4 15,-2-7 5-15,2 7 4 0,0-7 3 0,0 7 2 16,0 0 3-16,2-7 6 0,-2 7 5 0,0 0 4 0,1-7 4 16,-1 7-2-16,0 0 3 0,2-4-8 0,-2 4-5 15,0 0-2-15,0 0 0 0,0 0-7 16,0 0-1-16,0 0-1 0,0 0-2 0,0 0-6 0,0 0 1 16,0 0-1-16,1 16 2 0,-1-16-7 0,0 0-1 15,-1 9-1-15,1-9 1 0,-3 8-3 0,3-8 8 16,-2 6-12-16,-1-3-5 0,0 1 1 0,3-4-8 15,-6 5 1-15,2-3-6 0,4-2-3 0,-6 3-1 16,3-1-9-16,3-2 3 0,-10-2-9 0,5 2 6 16,5 0 1-16,-11-1 3 0,7-1-4 0,-1 0 7 15,1-4-3-15,-1 3 5 0,0 1-1 0,-1-4 2 16,2 1 3-16,2 1 0 0,-2 0 0 0,1-1 4 16,1 0 1-16,0-1 3 0,0 1 3 0,2 5 3 0,-3-8 6 15,1 5 3-15,2 3 4 0,-2-7 2 0,2 7 2 16,-2-6 3-16,2 6-1 0,0 0 0 15,-1-6-2-15,1 6 2 0,0 0-6 0,0 0 0 0,0 0-2 16,0 0 1-16,0 0-1 0,0 0 0 0,0 0 2 16,0 0-1-16,0 0 0 0,0 0-1 0,0 0-5 15,0 0 1-15,0 0 3 0,1 20 1 0,-1-20-3 16,0 9-2-16,-1-3 2 0,-1-1 1 0,2-5-3 16,-6 9 2-16,3-5-2 0,-1 2-2 0,0-2 2 15,-2 1 0-15,-1-3-8 0,0 0 4 0,1 1 1 16,-2-1-3-16,1 0 2 0,-2-1-4 0,3 0 2 15,-1-1 2-15,7 0-4 0,-8 0-1 0,4 0 3 16,4 0 0-16,-7-1-1 0,7 1 3 0,-6 1-3 0,6-1 2 16,0 0 1-16,0 0 0 0,-7-1-2 15,7 1 7-15,0 0-6 0,0 0 3 0,0 0 2 16,0 0 2-16,0 0 1 0,0 0 4 0,0 0 1 0,0 0-2 16,0 0-1-16,0 0 2 0,0 0 0 0,0 0 4 15,8 12 0-15,-8-12 2 0,5 6 3 16,-3-5-1-16,0 3-3 0,1 0 3 0,0-1-4 0,-3-3 0 15,3 8-3-15,-1-6-3 0,1 3 1 0,-3-5 4 16,1 9-2-16,-1-6 1 0,0-3-4 0,0 11 2 16,0-11-6-16,0 9 2 0,-1-4 2 0,1-5-1 15,-3 8 5-15,1-5-3 0,-1 1-2 0,3-4-1 16,-6 7-1-16,2-5 1 0,0 1-3 0,-2 0 4 16,-1 0-4-16,0-1 3 0,1 0 0 0,-1 0-6 15,0 0 3-15,-4-2-3 0,2 2-1 0,-1-2 3 16,2 0 0-16,-3-1 1 0,2 0 0 0,1-1-3 15,-2-1-1-15,3 1 1 0,-1-1-4 0,2-2 2 0,-1 1 2 16,1 0-3-16,-2 0-1 0,3-1 0 16,0 0-2-16,1-1-3 0,0 0-8 0,1 0-10 15,1 0-14-15,-1 0-11 0,1 2-28 0,1-4-36 0,1 8-39 16,-2-9-32-16,2 3-36 0,1-2-265 0,-1 8-524 16,1-11 232-16</inkml:trace>
          <inkml:trace contextRef="#ctx0" brushRef="#br1" timeOffset="-236467.5128">-2513 4518 80 0,'0'0'211'0,"0"0"-6"16,3-2-9-16,-3 2-10 0,0 0-8 0,0 0-9 16,4-3-6-16,-4 3-11 0,0 0-8 0,0 0-3 15,0 0-10-15,0 0-12 0,0 0-9 0,0 0-13 16,0 0-10-16,-14-2-7 0,14 2-8 0,-11-1-9 15,3 1-2-15,1 0-15 0,2 0-5 0,0-2-8 16,-1 1-15-16,-1 0-9 0,7 1-12 0,-8-1-18 16,8 1-13-16,-5-3-17 0,5 3-18 0,-4-3-17 15,4 3-2-15,0 0-7 0,0-6-3 0,0 6 8 0,0 0 7 16,7-11 10-16,-5 6 17 0,-1 1 9 0,-1 4 3 16,5-7 20-16,-5 4 10 0,3-2 8 15,-3 5 6-15,4-7 12 0,-2 4 2 0,0-1 1 0,-2 4 3 16,2-5 5-16,-2 5-1 0,3-5-9 0,-3 5 0 15,2-4-6-15,-2 4-17 0,0 0-38 0,5-3-30 16,-5 3-37-16,0 0-168 0,0 0-306 0,0 0 135 16</inkml:trace>
          <inkml:trace contextRef="#ctx0" brushRef="#br1" timeOffset="-236139.4122">-2729 4475 146 0,'0'0'194'0,"5"-2"-5"0,-5 2-12 16,0 0-11-16,0 0-7 0,0 0-8 0,0 0-7 15,0 0-15-15,0 0-13 0,0 0-7 0,0 0-13 16,0 0-10-16,-16 2-6 0,9 0-9 0,2-2-15 16,-1 0-20-16,6 0-29 0,-9 0-39 0,3 3-44 15,-1-3-50-15,1 1-187 0,-2-1-340 0,2-1 151 0</inkml:trace>
          <inkml:trace contextRef="#ctx0" brushRef="#br1" timeOffset="-236983.1169">-2995 4603 280 0,'3'-6'309'0,"-3"6"-17"0,3-6-13 0,-2 0-19 0,-1 6-19 16,2-6-26-16,-2 6-13 0,2-3-22 15,-2 3-22-15,0 0-18 0,2-6-24 0,-2 6-28 16,0 0-31-16,4-3-52 0,-4 3-63 0,0 0-72 0,6 1-74 15,-6-1-201-15,7 2-439 0,-3-1 194 0</inkml:trace>
        </inkml:traceGroup>
        <inkml:traceGroup>
          <inkml:annotationXML>
            <emma:emma xmlns:emma="http://www.w3.org/2003/04/emma" version="1.0">
              <emma:interpretation id="{105C0218-FDC9-42D0-ABA9-8E78B6F0C3A4}" emma:medium="tactile" emma:mode="ink">
                <msink:context xmlns:msink="http://schemas.microsoft.com/ink/2010/main" type="inkWord" rotatedBoundingBox="11403,5772 9324,5775 9323,5216 11402,5212"/>
              </emma:interpretation>
              <emma:one-of disjunction-type="recognition" id="oneOf31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1" timeOffset="-234811.3563">-3216 4693 74 0,'0'0'187'0,"0"0"-9"16,0 0-17-16,12 7-10 0,-12-7-10 0,4 3-9 16,-4-3-13-16,4 6-9 0,-3-4-6 0,-1-2-15 15,2 7-8-15,-2-7-6 0,1 6-8 0,-1-6-6 16,2 6-6-16,-2-6-6 0,0 5-5 0,0-5-4 15,0 0-6-15,0 0-7 0,-1 7-4 0,1-7-5 16,0 0-6-16,0 0-4 0,-4 3-7 0,4-3-1 16,0 0-1-16,-9-1-4 0,9 1 1 0,-6-4-5 15,6 4 6-15,-7-4-8 0,2 3 2 0,1-3 0 16,0 1-1-16,4 3 1 0,-6-4 4 0,3 2-2 0,-2-1-1 16,5 3 5-16,-4-7 1 0,2 5 1 0,2 2 9 15,-2-6 5-15,2 6 12 0,0 0 1 0,-2-8 5 16,2 8 1-16,1-7 8 0,-1 7 3 0,1-7 2 15,-1 7 7-15,1-7-1 0,-1 7-1 0,1-5 5 16,-1 5 0-16,0 0-5 0,3-6-1 0,-3 6-5 16,0 0-3-16,1-6-2 0,-1 6-7 0,0 0-2 15,0 0-8-15,0 0 1 0,0 0-2 0,0 0-3 16,0 0-3-16,0 0-1 0,0 0 1 0,0 0-1 16,0 0-2-16,0 0-5 0,0 0-2 0,0 0-1 15,-9 16-6-15,6-14-3 0,0 1 0 0,-1 0-7 16,-1-1-4-16,5-2-6 0,-8 4 4 0,4-2-4 15,-2 1 3-15,1-3-4 0,1 3 0 0,-1-2-2 16,5-1 6-16,-7 3-3 0,1-2 3 0,6-1-1 16,-10 0 5-16,7 0-4 0,3 0 6 0,-9 0-1 15,5-2 6-15,4 2-3 0,-8-4 4 0,5 2-4 0,-1-2 7 16,1 0 2-16,0-1 3 0,0 0 4 0,3 5 4 16,-5-10 5-16,3 3 2 0,0 2 2 0,1-4 2 15,0 2 2-15,1-3 1 0,1 0-1 0,0 1 3 16,1-3-1-16,-1 1 0 0,1-1 3 0,0 3 0 15,1-1 1-15,-2 2 1 0,3 0-2 0,-3 2-1 16,-1 1-1-16,0 5-6 0,2-8-2 0,-2 8-4 16,2-5-9-16,-2 5-17 0,0 0-19 0,0 0-39 15,0 0-38-15,0 0-43 0,0 0-56 0,0 0-197 16,0 0-439-16,-16 12 194 0</inkml:trace>
          <inkml:trace contextRef="#ctx0" brushRef="#br1" timeOffset="-234514.5175">-3515 4618 198 0,'0'0'221'0,"0"0"-16"0,0 0-14 15,0 0-17-15,0 0 2 0,0 0-7 0,0 0-11 16,0 0-6-16,0 0-12 0,0 0-6 0,0 0-8 15,9 15-7-15,-8-11-10 0,2-1 2 0,0 1-11 16,0 1-4-16,0 0-4 0,0-1-3 0,0 0-6 16,-1 0-7-16,1 1-9 0,-2-1 1 0,-1-4-3 15,3 10 2-15,-2-6-13 0,1 0 3 0,-2-4-8 0,0 8-8 16,0-8 1-16,-3 8-6 0,3-8-6 16,-4 4-11-16,-1-1-25 0,-3-1-34 0,1-1-31 15,-4 1-41-15,0-2-33 0,-1 2-35 0,0-4-36 0,-1 2-242 16,1-3-495-16,-1 3 219 0</inkml:trace>
          <inkml:trace contextRef="#ctx0" brushRef="#br1" timeOffset="-234233.3135">-3676 4673 4 0,'0'0'234'0,"0"0"-13"0,0 0-1 16,0 0-1-16,0 0-7 0,7 13-12 0,-7-13-10 16,1 9-10-16,0-4-4 0,-1 1-5 0,1-1-3 15,-1 2-12-15,1 0-8 0,-1 1 2 0,-1-2-9 0,-2 2-7 16,3-1-7-16,-2 1-11 0,0 2-4 16,-1-2-13-16,1-1-9 0,-1 0-11 0,-1 0-4 15,0 2-6-15,0-3-11 0,-1-2-14 0,0 2-24 0,2-2-35 16,-3 0-38-16,-1 0-56 0,2-1-71 0,0-1-75 15,0-2-279-15,-2 0-578 0,7 0 256 0</inkml:trace>
          <inkml:trace contextRef="#ctx0" brushRef="#br1" timeOffset="-233733.339">-3780 4666 84 0,'0'0'208'0,"0"0"-16"0,0 0-23 0,0 0-3 0,0 0-10 15,0 0-14-15,0 0-9 0,0 0-7 0,0 0-11 16,-12 8-13-16,8-6-9 0,0 0-13 16,-2 1-2-16,1 1-8 0,-1-1-5 0,0 1-11 15,0-1-7-15,2 0-1 0,-1 0-7 0,1-1-3 0,1 1-5 16,3-3-1-16,-6 5-5 0,6-5-4 0,-2 5-3 15,2-5 0-15,-1 5-2 0,1-5-1 0,0 0-3 16,0 0-2-16,3 9 1 0,-3-9-1 0,4 3-1 16,-4-3-2-16,5 3 0 0,-1-1 0 0,-4-2 1 15,7 2 5-15,-5 0 5 0,-2-2 1 0,6 3 0 16,-6-3-4-16,5 0 0 0,-5 0 2 0,4 3-2 16,-4-3 2-16,0 0 3 0,4 4-1 0,-4-4 5 15,1 4 4-15,-1-4 0 0,0 0-1 0,1 6 7 16,-1-6-5-16,0 0 2 0,-5 9 1 0,2-7 2 15,0 2-1-15,3-4 4 0,-8 6-3 0,4-4 4 16,0 1-7-16,0-1-2 0,-1 0 1 0,-1 0 4 0,0-1-10 16,0 0 2-16,-1 1-6 0,1-1-2 15,-1-1-2-15,-1 0 1 0,1 0-6 0,-1-3 4 16,0 3-4-16,-2-3 0 0,-1 0 0 0,2 0-2 0,-2-1-2 16,3 1 0-16,0-3-2 0,-1 0-4 0,2 0 4 15,1 1 0-15,0-2-3 0,3 2-3 0,2-3-4 16,-1-1-12-16,2 0-16 0,2 0-20 0,-1 0-29 15,2 1-44-15,1-1-37 0,1-2-57 0,-1 2-230 16,3 0-487-16,-1-2 216 0</inkml:trace>
          <inkml:trace contextRef="#ctx0" brushRef="#br1" timeOffset="-232733.4091">-4149 4629 215 0,'0'0'217'15,"0"0"-19"-15,0 0-13 0,0 0-15 0,0 0-11 16,0 0-9-16,0 0-11 0,0 0-3 0,0 0-8 0,-9 5-4 15,9-5-7-15,-2 6-4 0,2-6-13 0,-1 6-20 16,1-6-8-16,0 0-7 0,3 10-8 0,-3-10-2 16,0 6-8-16,0-6-4 0,0 7-2 0,0-7-5 15,-3 6-3-15,3-6-2 0,-3 7-6 0,3-7 1 16,-4 6-5-16,1-4 0 0,-1 0-4 0,0 1 0 16,-2 1-6-16,0-2-3 0,1 1-3 0,-1 0-3 15,0 0-6-15,-1 0-4 0,3-1-5 0,-3 1-2 16,3-2-4-16,1 1-2 0,3-2-2 0,-4 5 2 0,4-5 0 15,-4 4 0-15,4-4 3 0,-3 3-1 0,3-3 1 16,0 0 5-16,1 7 1 0,-1-7 2 16,0 0 3-16,0 0-1 0,2 8-1 0,-2-8 4 0,3 4 2 15,-3-4-2-15,3 2 5 0,-3-2-1 0,4 3 3 16,-4-3 1-16,4 3 4 0,-4-3 1 0,0 0-2 16,5 1 5-16,-5-1-4 0,0 0 2 0,4 2-3 15,-4-2 0-15,0 0 2 0,0 0 6 0,0 0-4 16,0 0 3-16,0 0 1 0,-6 9 0 0,6-9-1 15,-6 4 0-15,3-2 1 0,-2 0 0 0,0 1 3 16,0-2 2-16,-1 2-5 0,0-3 4 0,-2 1 1 0,1 1-2 16,0-2 2-16,-1 1-5 0,1-2-2 0,-3 0-1 15,1 0-1-15,1-2 2 0,0 2-3 16,0-2 0-16,2 1-1 0,-2-1 1 0,1-1-3 0,3 0 4 16,-2-1-2-16,3-1-1 0,0 2 1 0,0-2 0 15,3-1-2-15,0 0-4 0,0-1 2 0,1 1-8 16,2-2-12-16,-1 1-11 0,2 1-25 0,1-1-29 15,-1 3-39-15,3-2-40 0,1 0-42 0,-2 2-194 16,1-1-429-16,1 2 189 0</inkml:trace>
          <inkml:trace contextRef="#ctx0" brushRef="#br1" timeOffset="-232499.0523">-4193 4930 29 0,'0'0'294'0,"4"-3"-21"0,-4 3-25 15,3-5-25-15,-3 5-29 0,0 0-35 0,2-4-53 16,-2 4-73-16,0 0-95 0,0 0-188 0,0 0-271 15,-6-9 121-15</inkml:trace>
          <inkml:trace contextRef="#ctx0" brushRef="#br1" timeOffset="-231952.2036">-4497 4643 180 0,'0'0'204'0,"0"0"-3"0,0 0-9 0,0 0-17 16,0 0-8-16,0 0-12 0,0 0-9 15,7 12-6-15,-7-12-14 0,2 4-8 0,-2-4-8 0,0 7-7 16,0-7-13-16,0 8-4 0,0-8-7 0,0 0-3 16,-1 11-8-16,0-7-4 0,1-4-8 0,-1 6-2 15,1-6-6-15,-4 7-5 0,2-3-4 0,-1-1 0 16,0 0-7-16,3-3 1 0,-8 1-6 0,8-1-1 15,-8 2-15-15,3-2-4 0,-1 0-11 0,-1-2-9 16,1 1-19-16,0-2-17 0,-1 0-30 0,2-1-24 16,-1 1-26-16,1-3-28 0,0 2-27 0,1-2-174 15,0-1-388-15,1 1 173 0</inkml:trace>
          <inkml:trace contextRef="#ctx0" brushRef="#br1" timeOffset="-231749.1054">-4522 4524 188 0,'5'-4'247'16,"-5"4"-13"-16,4-3-22 0,-4 3-16 0,3-3-21 16,-3 3-17-16,0 0-17 0,0 0-21 0,0 0-24 15,0 0-32-15,0 0-43 0,0 0-48 0,0 0-56 16,0 0-91-16,0 0-88 0,-9 17-283 0,4-13 126 15</inkml:trace>
          <inkml:trace contextRef="#ctx0" brushRef="#br1" timeOffset="-230967.9134">-4581 4386 32 0,'0'0'279'0,"2"-7"-22"16,-2 7-20-16,3-4-23 0,-3 4-24 0,3-4-22 15,-3 4-17-15,0 0-22 0,0 0-27 0,0 0-41 16,0 0-43-16,0 0-60 0,0 0-56 0,0 0-185 16,0 0-308-16,0 0 137 0</inkml:trace>
          <inkml:trace contextRef="#ctx0" brushRef="#br1" timeOffset="-231342.8998">-4684 4667 69 0,'2'-5'212'0,"0"1"-13"0,2 1-12 0,-2-1-5 15,1 0-5-15,-1 1-8 0,1-1-17 0,0-1-7 16,-3 5-14-16,4-7-8 0,-1 5-11 0,2 0-6 16,-5 2-10-16,6-3-11 0,-6 3-10 0,5-1-1 15,-2-2-12-15,-3 3 0 0,0 0-6 0,10 1-8 16,-10-1-6-16,7 3-5 0,-4-1-4 0,0 1 2 0,0 1-10 15,0-2 3-15,-3-2-5 0,3 8-3 16,-1-4-2-16,0-1-1 0,-2-3 1 0,2 9-3 16,-1-6-2-16,-1-3 4 0,1 10 0 0,-1-10 1 0,-4 8 1 15,2-5-2-15,-1 1 2 0,-1 0 2 0,0-2 0 16,-2 1 1-16,-1 0-6 0,1 0 3 0,-2-1-2 16,-1-1-3-16,-1 1 0 0,-1-2-5 0,0 2 7 15,2-2-7-15,-2 0-2 0,1 0 0 0,1-2-1 16,2 1-6-16,-1-1-4 0,0 1-10 0,3 1-15 15,-1-2-12-15,0 0-23 0,2 0-27 0,0-1-29 16,4 3-39-16,-5-3-33 0,5 3-215 0,0 0-440 16,-1-7 195-16</inkml:trace>
          <inkml:trace contextRef="#ctx0" brushRef="#br1" timeOffset="-231155.3988">-4688 4644 183 0,'3'-12'242'0,"-2"7"-8"16,2-2-12-16,0-3-9 0,0-3-18 0,0 2-9 16,0-2-19-16,2 1-13 0,-1-3-19 0,-2 1-11 15,0 1-13-15,0-1-11 0,0 2-13 0,0 2-13 16,-1 2-23-16,-1 2-32 0,1 2-41 0,-1 4-60 16,0-9-41-16,0 9-58 0,1-6-168 0,-1 6-376 15,0 0 166-15</inkml:trace>
          <inkml:trace contextRef="#ctx0" brushRef="#br1" timeOffset="-229999.2339">-4765 4850 33 0,'0'0'234'0,"0"0"-23"16,0 0-15-16,0 0-17 0,-17 3-18 0,12-3-16 16,0 2-9-16,0-2-15 0,5 0-16 0,-10 0-31 15,6 0-19-15,4 0-44 0,-6 0-70 0,6 0-93 16,-5-2-90-16,5 2-262 0,0 0 116 0</inkml:trace>
          <inkml:trace contextRef="#ctx0" brushRef="#br1" timeOffset="-230217.9828">-4792 4637 97 0,'0'0'209'0,"3"-10"-10"0,-3 10-6 0,0 0-7 15,0 0-10-15,3-4-11 0,-3 4-13 0,0 0-9 16,0 0-13-16,4-3-8 0,-4 3-8 0,0 0-9 16,0 0-3-16,0 0-11 0,0 0-3 0,0 0-10 15,4 10-4-15,-4-10-8 0,1 7-5 0,-1-7-9 0,0 7-3 16,0-7-7-16,-1 8 2 0,1-8-9 0,-1 9 0 15,0-5-5-15,1-4-2 0,-2 8-3 16,0-5-1-16,2-3-5 0,-5 8-5 0,3-6-3 0,-2 2-6 16,4-4-2-16,-7 4-4 0,2-2-3 0,1-1-3 15,-1 0 0-15,-1-1 0 0,-2-1-2 0,2 1 2 16,0-2 1-16,0 1-2 0,-1-1 4 0,3 0 2 16,4 2-2-16,-9-4 2 0,5 3-5 0,4 1 7 15,-6-2 4-15,3 0 5 0,3 2-2 0,0 0 6 16,-6-3-2-16,6 3 3 0,0 0-3 0,-3-3-2 15,3 3 1-15,0 0-1 0,0 0 0 0,0 0 3 16,0 0-1-16,0 0 0 0,0 0 0 0,0 0-1 0,0 0-3 16,3 16 4-16,-3-16-1 0,5 10 3 0,-4-5-6 15,0 0 6-15,0 0 1 0,0 2 0 16,-2 0-3-16,0 3-5 0,0-3 8 0,-3 5-4 0,1-4-3 16,0 1-2-16,-3 2 2 0,-2 0 0 0,1-1 1 15,-2-2-4-15,-1 2-4 0,0-3-4 0,0 1-7 16,1-2-14-16,2-1-6 0,0-1-17 0,1 0-20 15,0-2-27-15,2 1-35 0,0-1-36 0,4-2-31 16,-5 1-211-16,5-1-442 0,0 0 196 0</inkml:trace>
          <inkml:trace contextRef="#ctx0" brushRef="#br1" timeOffset="-229264.9122">-5045 4534 199 0,'0'0'212'16,"0"0"-11"-16,0 0-6 0,0 0-22 0,1 15-11 0,-1-10-8 16,0-5-11-16,0 12-6 0,0-5-7 0,0 2-10 15,0 0-12-15,2 3-10 0,-4-3-7 16,2 2-9-16,-1 3-10 0,-1-5-9 0,2-1-13 0,-2 1-25 16,0 1-31-16,-1-3-38 0,1 1-55 0,-1-3-74 15,1-1-177-15,0 1-377 0,2-5 168 0</inkml:trace>
          <inkml:trace contextRef="#ctx0" brushRef="#br1" timeOffset="-228764.9488">-5161 4560 105 0,'0'0'286'0,"4"-5"-25"0,-4 5-21 0,0 0-21 16,4-5-27-16,-4 5-19 0,0 0-21 0,0 0-27 16,0 0-33-16,0 0-50 0,0 0-57 0,0 0-73 15,0 0-65-15,0 0-120 0,0 0-294 0,0 0 131 0</inkml:trace>
          <inkml:trace contextRef="#ctx0" brushRef="#br1" timeOffset="-228999.3228">-5156 4715 39 0,'0'0'203'16,"0"6"0"-16,0-6-2 0,1 10-6 0,-2-5-8 16,2 1-6-16,-1-6-8 0,-3 14-12 0,2-8-9 15,1 3-11-15,-2-2-9 0,0 0-11 0,0 1-9 16,-1-1-10-16,-2 1-9 0,1-2-12 0,-1 0-5 16,-2 2-10-16,1-3-10 0,-1 0-10 0,-1 0-22 15,2-2-16-15,-2 1-27 0,2-1-32 0,0-1-31 16,-1 0-31-16,0 0-36 0,3-2-40 0,-1 0-170 0,5 0-388 15,-10-4 172-15</inkml:trace>
        </inkml:traceGroup>
        <inkml:traceGroup>
          <inkml:annotationXML>
            <emma:emma xmlns:emma="http://www.w3.org/2003/04/emma" version="1.0">
              <emma:interpretation id="{515352E1-453D-46A7-AE34-F57AAAE06F27}" emma:medium="tactile" emma:mode="ink">
                <msink:context xmlns:msink="http://schemas.microsoft.com/ink/2010/main" type="inkWord" rotatedBoundingBox="9204,5772 7596,5775 7595,5198 9203,5195"/>
              </emma:interpretation>
              <emma:one-of disjunction-type="recognition" id="oneOf32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1" timeOffset="-227968.1481">-5389 4529 148 0,'-19'5'217'16,"16"-5"-16"-16,3 0-16 0,-9 1-21 0,6 1-15 15,3-2-16-15,-8 1-18 0,4 0-22 16,4-1-31-16,-7 1-59 0,3 0-49 0,4-1-66 0,-7 1-107 16,3 1-237-16,-2 0 105 0</inkml:trace>
          <inkml:trace contextRef="#ctx0" brushRef="#br1" timeOffset="-228045.2491">-5396 4611 115 0,'0'0'194'0,"0"0"-5"16,0 0-9-16,0 0-14 0,2 16-11 0,-2-16-8 15,0 0-16-15,1 10-13 0,-1-10-7 0,0 7-11 16,0-2-9-16,0-5-9 0,-1 9-6 0,0-3-6 15,0-1-9-15,-2 0-6 0,1-1-6 0,-1 3-3 16,-1-2-3-16,-1 1-7 0,1-1 0 0,-1 0-10 16,0-1-6-16,-1-1-10 0,0 0-12 0,1 0-14 15,0-1-13-15,1-2-16 0,-3 2-3 0,2-2-18 16,5 0-11-16,-11-1 1 0,6 0-7 0,-1-2 3 16,1 1 4-16,1-1 2 0,0 1 10 0,0 0 2 15,4 2 7-15,-6-7 3 0,4 4 7 0,2 3 7 16,-5-6-3-16,5 6 12 0,0-4-1 0,0 4 4 15,0 0 12-15,0 0 12 0,0 0 6 0,2-11 10 0,-2 11 9 16,3-3 1-16,-3 3 9 0,0 0 7 0,6-1-1 16,-6 1 5-16,0 0 6 0,6 1-1 0,-6-1 1 15,6 3 0-15,-6-3-3 0,4 6 8 0,-1-4 6 16,0 1 6-16,-3-3 7 0,3 9 3 0,-1-5-3 16,-2 3-2-16,0-7-2 0,0 12-1 0,0-5 1 15,-2 2 7-15,-1-2-4 0,0 0-4 0,0-1-6 16,-2 2-6-16,1-2-5 0,-1 0-6 0,0 0-5 15,0-1 0-15,-2 0-10 0,1-2-6 0,-1 1-14 16,0-1-16-16,0 0-17 0,3-2-25 0,-1 0-40 16,0 1-47-16,5-2-48 0,-8-2-59 0,8 2-127 0,-6-4-396 15,5-1 175-15</inkml:trace>
          <inkml:trace contextRef="#ctx0" brushRef="#br1" timeOffset="-226796.3574">-5672 4637 103 0,'2'3'187'0,"-2"-3"-18"0,0 0-12 0,1 7-10 16,-1-7-3-16,1 6-13 0,-1-6-9 0,0 0-14 16,-1 9-8-16,1-9-10 0,-2 7-3 0,2-7-3 15,-4 5-19-15,2-1-2 0,2-4-7 0,-5 7-4 16,3-6-3-16,2-1-7 0,-6 4-7 0,2-2-9 15,-2 0-13-15,2-2-11 0,-1 1-11 0,5-1-15 16,-9-1-14-16,9 1 0 0,-9-2-5 0,5 0-7 0,4 2-7 16,-6-4-5-16,3 1 10 0,3 3 0 0,-4-7 5 15,2 4 1-15,2 3 4 0,-2-8 8 0,2 8 2 16,-1-7 5-16,1 7 13 0,0 0 17 0,0-7 1 16,0 7 5-16,0 0 4 0,0 0 10 0,0-8 10 15,0 8-2-15,0 0 11 0,0 0-3 0,2-6 5 16,-2 6-6-16,0 0 4 0,0 0-8 0,4-3-3 15,-4 3 0-15,0 0 1 0,0 0-2 0,0 0-2 16,0 0-1-16,0 0 1 0,0 0-2 0,0 0-5 16,0 0-4-16,0 0 0 0,0 0-3 0,-3 20 2 15,2-16-5-15,-1 0 6 0,2-4-8 0,-5 6-7 0,3-3-4 16,-1 0-5-16,3-3-11 0,-5 5-2 16,5-5-9-16,-6 3-7 0,2-1-5 0,4-2-3 0,-6 1 5 15,6-1-10-15,-8 0 12 0,8 0-1 0,-7-2 6 16,7 2 8-16,-6-3-5 0,6 3 6 0,-5-6 3 15,3 2 4-15,0 0 2 0,2 4 4 0,-2-7 9 16,2 7 5-16,-1-8 1 0,1 8 2 0,-1-7 4 16,1 7 7-16,0 0-3 0,1-9 7 0,-1 9-5 15,0 0 7-15,-1-7-3 0,1 7-8 0,0 0-2 16,0 0 4-16,0 0-3 0,0 0 1 0,0 0-4 16,0 0 1-16,0 0-3 0,0 0 8 0,0 0-7 0,0 0-3 15,0 0 3-15,0 0-5 0,0 0 0 0,0 0 4 16,0 0-6-16,3 18 7 0,-3-18-9 0,0 0 11 15,0 0-10-15,-2 9 3 0,2-9 0 0,-2 4-1 16,2-4 0-16,-4 4 0 0,4-4-11 0,-4 4 4 16,1-2-9-16,3-2 5 0,-6 2-8 0,6-2 1 15,-8 1-6-15,8-1-3 0,-7 0-6 0,7 0-1 16,-7 0-3-16,7 0-7 0,-8 0 2 0,8 0-3 16,-6-2-3-16,6 2 4 0,-8-2-1 0,8 2 10 0,-5-2 4 15,5 2 1-15,-7-3 3 0,3 2 5 16,1-3 1-16,3 4 4 0,-5-3 1 0,2 1 20 15,3 2-5-15,-6-6 1 0,6 6 6 0,-3-3 9 0,3 3-1 16,-4-4 9-16,4 4 2 0,0 0 6 0,-3-3 1 16,3 3 5-16,0 0-4 0,-2-5 1 15,2 5 0-15,0 0-1 0,0 0-4 0,0 0 4 0,0 0 7 16,0 0-1-16,0 0-5 0,0 0-2 0,0 0 0 16,0 0-4-16,0 0-1 0,0 0 0 0,0 0-3 15,0 0 1-15,0 0-8 0,0 0 3 0,7 11-3 16,-7-11-2-16,0 0-1 0,-2 10-1 0,2-10-2 15,-2 5 0-15,2-5-2 0,-3 6-2 0,-1-3-3 16,4-3 3-16,-6 5-4 0,4-3 3 0,-2 1-2 16,0-1 0-16,-2 1 0 0,1-1-5 0,1-1 2 15,4-1 0-15,-11 3 3 0,5-3-2 0,2 0-1 16,4 0-1-16,-8-2-2 0,8 2 4 0,-7-2 0 0,7 2 0 16,-6-4 0-16,6 4 1 0,-4-5 6 15,4 5 8-15,-2-6 4 0,1 1 0 0,1 5 0 0,1-9-4 16,1 1 1-16,-1 1 3 0,2-1-3 0,-2-2-1 15,2 1-2-15,0-1 1 0,0-1-5 0,0-1 3 16,-1 3 0-16,1-1 0 0,-2 5 2 0,0-1-7 16,1 2 0-16,-2 4-2 0,1-8-11 0,-1 8-10 15,0 0-27-15,1-6-32 0,-1 6-42 0,0 0-47 16,0 0-197-16,0 0-387 0,0 0 171 0</inkml:trace>
          <inkml:trace contextRef="#ctx0" brushRef="#br1" timeOffset="-226530.7379">-5933 4826 53 0,'6'2'225'0,"-6"-2"-14"16,0 0-13-16,0 0-18 0,0 0-14 0,0 0-16 16,0 0-10-16,0 0-11 0,0 0-12 0,0 0-13 15,-18-5-12-15,13 5-8 0,5 0-8 0,-10-1-21 16,6-1-17-16,4 2-27 0,-9-1-44 0,6 0-60 16,3 1-58-16,-8-4-141 0,4 4-317 0,4 0 140 15</inkml:trace>
          <inkml:trace contextRef="#ctx0" brushRef="#br1" timeOffset="-226358.8872">-6016 4889 104 0,'0'0'273'0,"0"0"-25"15,11-9-27-15,-11 9-22 0,3-3-16 0,-3 3-26 16,3-5-30-16,-3 5-46 0,0 0-64 0,2-7-68 15,-2 7-82-15,0 0-105 0,-1-8-257 0,1 8 113 16</inkml:trace>
          <inkml:trace contextRef="#ctx0" brushRef="#br1" timeOffset="-225045.4859">-6149 4637 25 0,'0'0'177'0,"4"7"-25"0,-4-7-10 16,0 0-11-16,1 7-10 0,-1-7-13 0,0 7-4 15,0-7-10-15,-1 7-9 0,1-7-6 0,-3 9-6 16,3-9-7-16,-1 6-3 0,-1-2-7 0,2-4-6 16,-5 7-4-16,4-3-2 0,1-4-4 0,-4 6-7 15,2-4-8-15,2-2-8 0,-4 3-9 0,4-3-2 16,0 0-3-16,-6 1 2 0,6-1-11 0,0 0-1 15,-7-4 0-15,7 4 5 0,-5-4-1 0,5 4-1 16,-3-7 3-16,3 7-5 0,0-7 6 0,0 7-3 16,0-10 3-16,-2 7 6 0,2 3 2 0,-1-8 5 0,1 8 3 15,-1-8 4-15,1 8-1 0,0-6 1 0,0 6 0 16,0 0 3-16,0 0-1 0,-1-7 2 16,1 7-4-16,0 0-4 0,0 0 2 0,0 0-6 0,0 0 0 15,0 0 1-15,0 0-3 0,0 0-1 0,0 0 0 16,0 0 2-16,0 0 1 0,0 0-7 0,0 0 2 15,-8 13-4-15,7-8 1 0,1-5 2 0,-5 6 0 16,2-2-1-16,0-1-2 0,0 1-3 0,-1-1-8 16,-1 0-4-16,-1-1 1 0,3 1-6 0,-2-3-3 15,5 0 1-15,-9 3-4 0,5-2 3 0,4-1-4 16,-8-1 6-16,8 1 1 0,-9-2-3 0,6 1 9 16,3 1-1-16,-6-4 4 0,2 0 3 0,4 4 2 0,-5-7 9 15,4 4 3-15,1 3 9 0,-3-8-2 0,3 8 3 16,-3-7 3-16,3 7-2 0,-1-5 5 0,1 5 1 15,0 0 0-15,-1-7 3 0,1 7 0 0,0 0-6 16,0 0 0-16,0 0-3 0,0 0-1 0,0 0-2 16,0 0-1-16,0 0-2 0,0 0-2 0,0 0 2 15,0 0-3-15,0 0 1 0,0 0-4 0,0 0 6 16,0 0-5-16,-1 22 1 0,0-17-4 0,1-5 0 0,-4 8-1 16,2-3-4-16,0-1 7 0,-1-1-2 15,0 1-4-15,3-4 2 0,-5 5-3 0,3-3 0 16,2-2-5-16,-8 4-5 0,4-4-1 0,4 0 2 0,-7 1 0 15,7-1 0-15,-6-1-5 0,6 1-2 0,-8-4 3 16,5 2 4-16,0-2-1 0,0 0 0 0,3 4 3 16,-6-7-3-16,3 0 2 0,2 1-2 0,-1 0 6 15,-1 2-2-15,2-4-1 0,-1 0 6 0,1 0 1 16,-2 0 0-16,2 0 6 0,0-1 1 0,0 1 3 16,0 0 8-16,1 2 4 0,0 6 4 0,-1-11 2 15,1 11 2-15,0-7 3 0,0 7-1 0,-1-7 1 16,1 7-6-16,0 0 2 0,0-6-2 0,0 6-8 15,0 0 2-15,0 0-1 0,0 0-4 0,0 0 2 16,0 0-3-16,0 0 1 0,0 0-2 0,4 17 3 16,-2-12 0-16,-2 2-3 0,0-1-2 0,0 2 0 0,0-1-5 15,-1 0 2-15,0 1 0 0,0-1-1 0,0 0 0 16,-2 0-2-16,0 0-1 0,0-4 1 0,0 3-1 16,-2-1-1-16,0 1 0 0,0-2-4 0,-2 0 5 15,0 0-7-15,0-3-2 0,0 2-5 0,-1-1 5 16,3-1-5-16,-2 1 1 0,1-1-2 0,6-1 0 15,-9-1 3-15,5 1 1 0,4 0-1 0,-6 0 2 16,6 0-1-16,-6 0 4 0,6 0-1 0,0 0 0 16,0 0 4-16,-7-1 2 0,7 1 5 0,0 0-5 15,0 0 2-15,0 0-3 0,-5-1 2 0,5 1-2 16,0 0 2-16,0 0 0 0,0 0 2 0,0 0-1 16,0 0 3-16,7 15 3 0,-5-11 2 0,-2-4-1 15,3 11 2-15,-1-3 6 0,-2-1 0 0,0 1-2 0,-2 3 0 16,-1-3 1-16,0 1 3 0,-1 2-5 15,-3-1-1-15,1 0 4 0,-2 0-8 0,2-2 0 0,0-1-3 16,0-1-4-16,0 0 3 0,0-1-18 0,2-2-11 16,0-2-19-16,-1 2-29 0,1-1-39 0,-1-2-39 15,5 0-31-15,-9-2-45 0,9 2-167 0,-7-3-420 16,5-2 186-16</inkml:trace>
          <inkml:trace contextRef="#ctx0" brushRef="#br1" timeOffset="-224671.5113">-6194 4353 42 0,'0'0'228'16,"0"0"-16"-16,0 0-10 0,0 0-2 0,0 0-14 15,0 0-6-15,0 0-10 0,-5 15-14 0,0-9-5 16,1 0-10-16,-1 1-15 0,-2-1-8 0,0 4-9 15,-2-1-3-15,3-1-15 0,-1 3-8 0,-3-2-8 16,2 2-8-16,0-3-4 0,2-2-10 0,0 2-20 16,0-3-21-16,1 1-22 0,-1 0-39 0,-1-3-43 15,2 0-40-15,0-1-45 0,1-1-44 0,-1 1-134 16,5-2-382-16,-9 1 169 0</inkml:trace>
          <inkml:trace contextRef="#ctx0" brushRef="#br1" timeOffset="-224515.2584">-6308 4393 2 0,'0'0'190'0,"0"0"-15"0,-7 17-19 0,4-13-10 16,0 1-27-16,0-2-8 0,0 3-28 0,-3-1-46 15,3 0-51-15,-3-1-52 0,0 0-91 0,-1 1-170 16,1-3 76-16</inkml:trace>
          <inkml:trace contextRef="#ctx0" brushRef="#br1" timeOffset="-224952.7429">-6469 4545 239 0,'3'-5'263'16,"-3"5"-18"-16,3-5-18 0,-3 5-20 0,3-3-21 15,-3 3-19-15,0 0-15 0,3-3-28 0,-3 3-31 16,0 0-44-16,0 0-55 0,0 0-64 0,0 0-67 16,0 0-154-16,3-6-313 0,-3 6 139 0</inkml:trace>
          <inkml:trace contextRef="#ctx0" brushRef="#br1" timeOffset="-224124.675">-6631 4528 39 0,'0'0'232'16,"0"0"-15"-16,0 0-9 0,0 0-9 0,0 0-8 0,0 0-7 15,0 0-11-15,0 0-12 0,0 19-1 0,0-11-12 16,0 1-11-16,0-1-12 0,0 2-12 16,-1-1-11-16,2 3-8 0,-3 1-10 0,1-4-8 0,0 0-10 15,1 1-31-15,0 0-31 0,-1-2-39 0,-1 2-48 16,1-1-47-16,-2-1-42 0,0-1-216 0,-1-1-421 15,0 1 186-15</inkml:trace>
          <inkml:trace contextRef="#ctx0" brushRef="#br1" timeOffset="-223905.9274">-6714 4730 132 0,'-1'8'205'0,"1"-8"-2"16,1 7-9-16,-1-7 1 0,1 9-4 0,1-3-5 0,-1 0-11 16,-2 0-9-16,1 2-12 0,-1-1-13 0,-1-1-16 15,0 1-10-15,-2 1-10 0,0 0-9 0,-1-1-8 16,2 0-14-16,-2-1-24 0,-1 1-30 0,-3 0-45 16,3-2-58-16,0-2-69 0,-1 1-81 0,1-4-121 15,0 3-383-15,2-3 169 0</inkml:trace>
          <inkml:trace contextRef="#ctx0" brushRef="#br1" timeOffset="-223405.9781">-6852 4676 25 0,'3'-9'150'0,"-2"5"-11"0,2 0 0 16,-1 0-15-16,-2 4 2 0,2-6-11 0,-2 6-7 15,3-6-4-15,-1 3-8 0,-2 3-9 0,5-6 0 16,-5 6-2-16,4-2-9 0,-4 2-3 0,5-2-7 16,-5 2-4-16,0 0-4 0,0 0 1 0,8 2-5 15,-8-2-1-15,3 3-5 0,-3-3-3 0,2 5-3 16,-2-5-2-16,2 6 1 0,-2-6-5 0,0 8 3 15,0-8 3-15,-1 8-2 0,1-8-4 0,0 0 3 0,-2 9 4 16,0-5-4-16,2-4 0 0,-4 7 6 0,0-3-4 16,-1-1-5-16,2-1 0 0,-2 2-3 15,-1-2-5-15,0 2-2 0,0-2 1 0,0 1-6 0,0 0-1 16,0-1-3-16,0 0 1 0,2 0-3 0,-1 1-4 16,0 0 0-16,2-2 1 0,3-1-6 0,-7 3-1 15,4 0-1-15,0-1 1 0,3-2 0 0,-5 8 1 16,3-4 1-16,0 1 0 0,1 0 3 0,1 2 0 15,0 0 4-15,0 0 3 0,1 1-4 0,0 0 0 16,0-1 3-16,1 2-2 0,-1 0-2 0,1 0 1 16,0 0-1-16,0-1-1 0,-2 1-3 0,1 0 1 15,1 0-1-15,-2-2 1 0,1-1-6 0,-2 2-14 16,1 0-12-16,-2-2-17 0,-1 1-21 0,1-2-33 16,0-1-56-16,-1 0-55 0,0-1-213 0,-2 0-453 15,1 0 202-15</inkml:trace>
          <inkml:trace contextRef="#ctx0" brushRef="#br1" timeOffset="-223124.7486">-6997 4658 73 0,'0'0'284'0,"5"-3"-28"0,-5 3-26 16,0 0-24-16,0 0-20 0,0 0-29 0,0 0-52 15,0 0-74-15,0 0-103 0,0 0-171 0,0 0-263 0,0 0 116 16</inkml:trace>
          <inkml:trace contextRef="#ctx0" brushRef="#br1" timeOffset="-221984.2069">-6986 4676 215 0,'0'0'212'0,"0"0"-12"0,0-13-11 16,0 13-7-16,0 0-9 0,0 0-10 0,0 0-8 16,0 0-14-16,4-7-9 0,-4 7-11 0,0 0-11 15,2-3-12-15,-2 3-12 0,0 0-3 0,3-3-17 16,-3 3-26-16,0 0-40 0,0 0-61 0,0 0-62 0,0 0-80 15,0 0-128-15,0 0-356 0,0 0 158 16</inkml:trace>
        </inkml:traceGroup>
        <inkml:traceGroup>
          <inkml:annotationXML>
            <emma:emma xmlns:emma="http://www.w3.org/2003/04/emma" version="1.0">
              <emma:interpretation id="{46B009A0-B517-41F0-9B97-3D28A6675F71}" emma:medium="tactile" emma:mode="ink">
                <msink:context xmlns:msink="http://schemas.microsoft.com/ink/2010/main" type="inkWord" rotatedBoundingBox="7487,5758 4839,5763 4838,5233 7486,5228"/>
              </emma:interpretation>
              <emma:one-of disjunction-type="recognition" id="oneOf33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1" timeOffset="-221249.8859">-7127 4674 84 0,'3'8'149'15,"-2"-4"5"-15,2-1-14 0,-3-3-8 0,4 8-7 16,-2-4-9-16,0 1-8 0,0-2-4 0,-2-3-14 16,3 7-7-16,-3-7-7 0,1 5-4 0,-1-5-6 15,0 0-6-15,0 0-6 0,-2 7-6 0,2-7-1 16,0 0-10-16,-6 3-17 0,6-3-7 0,-6 2-11 15,6-2-21-15,-8-2-14 0,8 2-7 0,-8-1 2 0,8 1-12 16,-5-3 8-16,5 3-13 0,-6-3 2 0,6 3 5 16,-5-5 17-16,5 5-9 0,-3-6 9 15,3 6 7-15,-2-7 19 0,2 7 4 0,-1-9 6 0,1 9 9 16,0-9 6-16,0 9 14 0,3-10 4 0,-2 6 5 16,1 0 4-16,-2 4-1 0,1-9 8 0,-1 9-5 15,3-8 6-15,-3 4-9 0,0 4-3 0,3-6-5 16,-1 2-2-16,-2 4-2 0,2-5 2 0,-2 5-5 15,0 0-2-15,3-4-3 0,-3 4-2 0,0 0-5 16,0 0-1-16,0 0-1 0,0 0 0 0,0 0-9 16,0 0 7-16,0 0-3 0,0 0-2 0,-7 14-4 15,4-9 2-15,1 0-9 0,-3-1-4 0,2 2-2 0,-2-1 0 16,0 0-4-16,0 0-3 0,-1-1-5 16,0-1 4-16,0 0-4 0,1 1 2 0,-1-2 2 15,0 0-2-15,0 0 0 0,1-2 2 0,-1 0 0 0,6 0-4 16,-13-2 9-16,7 1 2 0,0-1 5 0,2 1 3 15,4 1 6-15,-8-4 8 0,4 0 0 0,2 0 3 16,-1-1 7-16,3 5 2 0,-2-10 2 0,2 6 17 16,0 4 3-16,0-13 1 0,2 4-3 0,-2 1-2 15,2-2 3-15,2-2-4 0,1-1-1 0,-1 1-1 16,0 0-1-16,0 4-2 0,-1-1 3 0,0 0-4 16,1 2 1-16,-3 4-3 0,1-2-4 0,-2 5-5 15,2-8-15-15,-2 8-23 0,0 0-31 0,2-5-47 16,-2 5-48-16,0 0-63 0,0 0-177 0,0 0-408 15,0 0 182-15</inkml:trace>
          <inkml:trace contextRef="#ctx0" brushRef="#br1" timeOffset="-220906.1465">-7401 4603 92 0,'0'0'231'0,"0"0"-12"0,0 0-10 16,0 0-12-16,0 0-12 0,0 0-12 0,0 0-8 0,0 0-14 16,0 0-5-16,7 13-8 0,-7-13-11 0,6 6-8 15,-4-2-8-15,1-1-5 0,-1 0-6 16,1 2-12-16,0-2-4 0,1 1-3 0,-2-1-6 0,1 2-3 15,0-1 1-15,1 1-8 0,-2-2-6 0,1 2-1 16,-1-1-6-16,1-1-8 0,-3-3-4 0,3 8-2 16,-3-8-3-16,0 5-7 0,0-5-2 0,0 0-8 15,-6 6-8-15,3-4-21 0,-2 0-21 0,-1-1-30 16,1 0-30-16,-3-1-40 0,1 1-42 0,-2-1-41 16,1 0-55-16,-3-1-135 0,0 1-438 0,0-1 193 15</inkml:trace>
          <inkml:trace contextRef="#ctx0" brushRef="#br1" timeOffset="-220530.1875">-7522 4670 145 0,'0'0'209'0,"0"0"-2"0,1 13-11 16,-1-13-5-16,4 6-4 0,-3-1-5 0,1 0-1 15,0 0-7-15,-1 0-5 0,1 4-8 0,-1-3-5 16,0 1-9-16,-2 0-8 0,0 2-6 0,-2-2-10 16,1 2-8-16,-1 0-11 0,0-2-10 0,-1 1-7 0,0-1-16 15,-2 2 1-15,0-1-13 0,1-2-8 0,-1-1-16 16,-1 1-24-16,0-3-23 0,0 2-34 0,1-1-46 16,0 0-54-16,-1-2-37 0,2 0-42 0,-2 0-225 15,1 0-486-15,2-1 215 0</inkml:trace>
          <inkml:trace contextRef="#ctx0" brushRef="#br1" timeOffset="-220093.7204">-7656 4697 3 0,'0'0'168'0,"0"0"-13"16,-7 0-12-16,7 0-12 0,-8 2-10 0,8-2-8 15,-6 2-13-15,2 0-8 0,4-2-7 0,-8 6-10 16,3-4-8-16,-1 0-6 0,1 3-3 0,1-2-11 16,-1 0-2-16,1 1-6 0,1-1-5 0,1 1-2 15,2-4-2-15,-4 7-4 0,1-4 0 0,3-3-6 16,0 5-2-16,0-5-1 0,0 0-3 0,0 0 0 15,4 9 3-15,-2-8 1 0,-2-1 2 0,6 3-3 16,-6-3 1-16,4 3 2 0,0-1 0 0,-4-2-1 16,5 3 0-16,-5-3-1 0,2 2 2 0,-2-2 0 15,4 2-1-15,-4-2-2 0,0 0 3 0,3 4-1 16,-3-4 2-16,0 0 2 0,2 5 1 0,-2-5-2 0,0 0-3 16,0 0-1-16,-2 9-1 0,2-9 2 0,0 0-4 15,-3 6-2-15,3-6-1 0,0 0 5 0,-6 4-3 16,6-4 2-16,-4 3 4 0,4-3 0 0,-6 2-4 15,2 0-1-15,-1-1 5 0,5-1-5 0,-10 0 3 16,5 3 0-16,-1-3-1 0,-1 0 2 0,-1 0-4 16,1 0 1-16,0 0 0 0,0-2-1 0,-1 1-3 15,0 1 1-15,1-3-1 0,1 2-1 0,-2-1-4 16,1 0 0-16,3 0 0 0,-1-1 0 0,1 0 2 16,-1-1-4-16,5 4 3 0,-5-7-7 0,3 4 4 15,1-2-2-15,-1-2 0 0,2 7-3 0,2-13 0 0,0 4-6 16,1 0-13-16,0 1-16 0,2 0-22 0,-1-1-38 15,1 2-33-15,0 0-43 0,1 0-183 0,-1 1-384 16,-2-1 170-16</inkml:trace>
          <inkml:trace contextRef="#ctx0" brushRef="#br1" timeOffset="-219390.6466">-7749 4386 107 0,'0'0'197'16,"0"0"-13"-16,0 0-13 0,-11 15-5 0,2-7-13 15,1 2-12-15,-2 0-10 0,-4 1-12 0,1 2-7 16,1 2-11-16,-2-3-11 0,-1-2-7 0,5-1-11 16,1-3-24-16,0 0-38 0,2 1-62 0,1-2-72 15,0-1-162-15,0-1-308 0,2-1 137 0</inkml:trace>
          <inkml:trace contextRef="#ctx0" brushRef="#br1" timeOffset="-219640.6294">-7961 4579 211 0,'0'0'211'16,"0"7"-10"-16,0-7-12 0,0 11-10 0,0-5-9 15,0 0-13-15,0 2-12 0,-1 1-13 0,0-1-7 16,0 0-7-16,0 1-10 0,0-1-5 0,0 1-8 16,-2-2-7-16,2 0-3 0,-1 0-10 0,0-1-8 15,-2 0-4-15,1-1-8 0,0-1-4 0,0-1-5 16,3-3-2-16,-3 5-5 0,3-5-2 0,-5 3-6 16,5-3-3-16,-5 0-2 0,5 0 0 0,-7-5-8 0,4 2 0 15,3 3-4-15,-5-7-2 0,3 2 0 16,0 1 1-16,2 4-4 0,-5-9-1 0,2 3-2 15,2 2 3-15,-2 0-4 0,3 4-2 0,-5-7 3 0,5 7-5 16,-4-4 4-16,4 4 1 0,-5 0-4 0,5 0 0 16,0 0-1-16,-11 6 1 0,8-3 1 0,-2 0 0 15,1 2 0-15,-1 1-3 0,1 0 3 0,1-1 0 16,-1-1-5-16,-1 2 1 0,2-1-5 0,0-2-11 16,0 0-13-16,-1 1-16 0,4-4-32 0,-6 4-38 15,6-4-47-15,-3 2-50 0,3-2-187 0,0 0-434 16,0 0 192-16</inkml:trace>
          <inkml:trace contextRef="#ctx0" brushRef="#br1" timeOffset="-218578.2046">-8183 4649 22 0,'0'0'163'0,"0"0"-11"16,0 0-8-16,0 0-2 0,0 0-17 0,0 19-15 15,-3-15-6-15,3-4-12 0,-4 7-7 0,1-3-6 16,1-1-9-16,2-3-9 0,-3 7-3 0,0-4-8 15,3-3-3-15,-5 5-4 0,2-4 0 0,3-1-10 16,-4 2-4-16,4-2-2 0,0 0-1 0,-7 2-5 16,7-2-2-16,-6-5 5 0,6 5-5 0,-5-2 7 0,5 2 2 15,-3-6 2-15,3 6-2 0,-2-7 0 16,2 7 3-16,-2-7-2 0,2 7 0 0,-2-8 0 16,2 8 5-16,-3-7-1 0,3 7-1 0,-1-5 0 0,1 5 4 15,-2-4-10-15,2 4-1 0,0 0-3 0,0 0 0 16,-5-4-5-16,5 4-3 0,0 0 2 0,-8 2-3 15,8-2-2-15,-9 2-2 0,3 1-4 0,2-2-2 16,-2 2-11-16,0-1-18 0,3 1-16 0,-2 0-23 16,1-1-31-16,0 0-38 0,1 0-53 0,3-2-120 15,-5 4-332-15,5-4 148 0</inkml:trace>
          <inkml:trace contextRef="#ctx0" brushRef="#br1" timeOffset="-218390.7177">-8336 4840 33 0,'0'0'324'0,"0"0"-20"0,0 0-22 16,10-6-26-16,-10 6-24 0,0 0-25 0,0 0-21 16,1-8-38-16,-1 8-58 0,0 0-83 0,0 0-105 15,0 0-231-15,-5-12-356 0,2 9 158 0</inkml:trace>
          <inkml:trace contextRef="#ctx0" brushRef="#br1" timeOffset="-217422.038">-8458 4627 90 0,'0'0'160'0,"2"6"-8"0,0-2-9 16,-2-4-10-16,2 9-6 0,1-5-6 0,-3-4-8 15,2 9-8-15,-1-4-7 0,0 0-10 16,-1-5-3-16,1 9-11 0,-1-9-2 0,0 8-9 0,0-8 0 15,-1 7-5-15,1-7-7 0,-2 7-7 0,2-7 0 16,-4 3-2-16,4-3-1 0,-4 3 0 0,4-3-2 16,-6 3-3-16,6-3-7 0,-7 0 0 0,7 0-5 15,-7 0 0-15,7 0-3 0,-9-5-2 0,3 4-2 16,1-1-2-16,0 0 0 0,0-1-3 0,-1-1-3 16,2 1 0-16,-2-1-1 0,1 0-2 0,-1 0 0 15,2 1-2-15,1-1-1 0,0 0-5 0,0 0 5 16,0-3-3-16,2 2-6 0,1 5-2 0,-2-9 2 0,2 3-2 15,0 6 0-15,0-9-2 0,0 9 3 16,2-9 1-16,-2 9 0 0,0-6-1 0,2 1 2 16,-2 5-3-16,3-5 4 0,-1 1-2 0,-2 4 2 0,5-2-2 15,-5 2 2-15,5-3-3 0,-5 3 5 0,6-1 3 16,-6 1 1-16,8 0 0 0,-8 0-2 0,7 1 2 16,-7-1 3-16,5 2 1 0,-2 0-1 0,-3-2 0 15,5 6 2-15,-3-4 0 0,-2-2 2 0,1 7-1 16,-1-7 0-16,-1 9 3 0,1-9 0 0,-3 9 0 15,2-6 1-15,-2 2-2 0,0-1 3 0,-2-1 0 16,2 0-3-16,0 1-5 0,-4 0 3 0,3-1-1 16,-2 1 0-16,1-2-4 0,-2 1-2 0,1-1-2 0,-1-1 4 15,1 0-8-15,-1 0 0 0,0-1-2 0,0-1-3 16,1 1 2-16,-1-3-1 0,-1 0-1 16,1 1 2-16,2-2 2 0,-3 1 0 0,3-1 3 0,0-1-2 15,-1 1-3-15,1-1 5 0,1 1-1 0,1 0 1 16,-1-1 3-16,1 0 4 0,0 1-4 0,0 0 8 15,-1 0 9-15,4 4 3 0,-2-6 3 0,2 6 3 16,-2-5 1-16,2 5-4 0,-2-4-1 0,2 4-2 16,0 0-3-16,0 0-3 0,0 0-1 0,0 0-2 15,0 0-1-15,0 0 1 0,0 0-2 0,0 0 2 16,0 0-1-16,0 0-1 0,0 0-3 0,6 13 3 16,-6-13-2-16,1 6-3 0,2-2 4 0,-3-4-3 0,3 7-1 15,-3-4 0-15,0-3 2 0,2 6 0 0,-2-6 0 16,0 0-1-16,-3 11-2 0,-1-8 0 15,0 0 2-15,1-1-1 0,-1 0 0 0,-3 1-1 0,-1-1-3 16,1-1-1-16,0 1-6 0,-3-1-3 0,3-1-3 16,0 1-13-16,-1-1-8 0,-3 0-9 0,3-1-18 15,2 1-22-15,0-1-12 0,1-1-14 0,5 2-31 16,-8-3-33-16,5 2-146 0,3 1-344 0,-8-3 152 16</inkml:trace>
          <inkml:trace contextRef="#ctx0" brushRef="#br1" timeOffset="-217187.6727">-8678 4764 171 0,'-4'3'225'0,"4"-3"-12"0,-6 2-20 15,6-2-13-15,-5 0-19 0,5 0-15 0,-6 0-18 16,6 0-19-16,-7 0-24 0,1 0-41 0,0-2-61 16,1 0-62-16,5 2-182 0,-9-6-281 0,2 1 126 15</inkml:trace>
          <inkml:trace contextRef="#ctx0" brushRef="#br1" timeOffset="-216609.5829">-8871 4564 61 0,'0'0'192'16,"2"-4"-15"-16,-2 4-17 0,0 0-10 0,4-3-18 15,-4 3-11-15,0 0-14 0,6-3-5 0,-6 3-17 16,5 1-4-16,-5-1-11 0,5 3-6 0,-5-3-7 16,6 4 0-16,-2-1-16 0,-4-3-5 0,5 6-12 15,-3-3-1-15,1 1-5 0,0 0-3 0,0 0-8 16,0 1-1-16,0-2-2 0,-2 0-6 0,2 3-3 16,-2-1-2-16,1-1-1 0,0 0-4 0,1 1-2 15,-2-1-2-15,2 1-4 0,0-1 3 0,-2 1-9 0,2 0 3 16,0-2 0-16,0 1-8 0,-3-4 4 0,3 7-3 15,-1-6 7-15,-2-1 7 0,5 5-3 16,-5-5 7-16,0 0 6 0,0 0 5 0,0 0-1 0,0 0 10 16,0 0-5-16,0 0 7 0,0 0 5 0,0 0 2 15,0 0 5-15,0 0 1 0,0 0 2 0,0 0 9 16,-18-6 1-16,18 6-3 0,-8-2 1 0,3 1-1 16,-1 1 5-16,6 0-3 0,-11-2 0 0,4 2 6 15,0 0 7-15,0 0 2 0,-1 1-2 0,-1 1 4 16,-1-2 0-16,0 2 3 0,2-1-2 0,-2 2 3 15,-1-1-2-15,2 1-1 0,0 0-3 0,1 1-1 16,0-2 1-16,1 3 2 0,2 0-8 0,-1-1-1 16,1 3 2-16,-1-2-1 0,3 4-4 0,-1-2 2 0,-1 3-1 15,1 0 0-15,2-1 3 0,-1 3-1 16,-1-2-4-16,3-2-2 0,0 4-2 0,1-2-4 16,2-2 1-16,-2 1-5 0,4-1-4 0,-1 1 1 0,-1-2-4 15,4-1-4-15,-1 0 4 0,1-2-16 0,2 0-11 16,-1 0-20-16,0-1-40 0,0-2-45 0,2 1-53 15,2-2-59-15,-3-3-225 0,4 1-487 0,0-1 216 16</inkml:trace>
          <inkml:trace contextRef="#ctx0" brushRef="#br1" timeOffset="-216328.3533">-8813 4754 30 0,'0'0'226'0,"0"0"-12"0,0 0-14 0,0 0-6 16,-14-2-22-16,14 2-12 0,-7 0-13 0,7 0-14 15,-8 1-13-15,8-1-13 0,-9 1-9 0,6-1-12 16,3 0-17-16,-10 2-23 0,7-1-29 0,3-1-42 16,-7 2-38-16,7-2-51 0,0 0-49 0,-6 1-113 15,6-1-299-15,0 0 132 0</inkml:trace>
          <inkml:trace contextRef="#ctx0" brushRef="#br1" timeOffset="-216030.5165">-8872 4802 55 0,'0'0'232'16,"0"0"-20"-16,0 0-22 0,7-9-20 0,-7 9-27 15,0 0-40-15,1-6-54 0,-1 6-63 0,1-7-83 16,-1 7-78-16,0 0-187 0,-1-8 83 0</inkml:trace>
          <inkml:trace contextRef="#ctx0" brushRef="#br1" timeOffset="-215656.5305">-8899 4605 96 0,'0'0'188'0,"0"0"-11"0,0 0-8 0,0 0-16 0,0 0-13 16,0 0-11-16,0 0-15 0,0 0-9 0,0 0-17 15,11-9-25-15,-11 9-41 0,6-4-65 0,-3 2-77 16,0-3-94-16,2 3-232 0,-2-2 104 0</inkml:trace>
          <inkml:trace contextRef="#ctx0" brushRef="#br1" timeOffset="-213609.8009">-9188 4637 115 0,'3'0'105'0,"-3"0"-3"0,0 0-11 15,6-3-7-15,-6 3-14 0,6-1-1 0,-6 1-10 16,0 0 3-16,6 1-17 0,-6-1-2 0,7 4-1 16,-7-4-9-16,4 3-2 0,-4-3 6 0,4 3-12 15,-4-3 0-15,2 6-13 0,-2-6-2 0,2 5-8 16,-1-2-5-16,-1-3-1 0,2 6 0 0,-2-6-3 16,1 6 0-16,-1-6-3 0,1 4 5 0,-1-4-7 15,2 4 0-15,-2-4 1 0,0 0 6 0,2 5-5 16,-2-5 15-16,3 3-9 0,-3-3 8 0,0 0-1 0,6 3 5 15,-6-3-9-15,3 2 4 0,-3-2-2 16,5 3 9-16,-5-3-6 0,4 3 4 0,-4-3-9 0,0 0 5 16,2 2-3-16,-2-2 5 0,0 0 1 0,4 2-4 15,-4-2-1-15,0 0 5 0,4 2 1 0,-4-2 3 16,5 3-2-16,-5-3 5 0,0 0-3 0,0 0 8 16,4 0 0-16,-4 0 8 0,0 0-3 0,0 0 3 15,0 0 0-15,0 0 3 0,0 0 5 0,0 0-1 16,0 0-5-16,-17 1-2 0,12-1-2 0,-2-1-4 15,-1 1 3-15,2 1-1 0,-2-1-3 0,-1 0-5 16,1 0 1-16,0 0-3 0,-2-1-4 0,0-1 0 0,1 2-2 16,2-2-8-16,-1 1-5 0,-1-1-4 0,2 0 1 15,-1 0 5-15,1-1-12 0,0 0-1 16,-2 0 5-16,4 0 9 0,1 1-2 0,-1-1 2 0,5 3 4 16,-7-4 2-16,4 3 6 0,3 1 7 0,-4-5 0 15,4 5 1-15,-3-4-2 0,3 4-2 0,0 0 6 16,0 0 3-16,-1-6-2 0,1 6-1 0,0 0 2 15,0 0-6-15,0 0 0 0,0 0-2 0,0 0-2 16,0 0-2-16,0 0-1 0,6-5 2 0,-6 5-3 16,0 0-1-16,0 0 2 0,0 0 1 0,0 0-4 15,4 12 1-15,-4-12-2 0,0 0-1 0,-1 8-2 16,1-8-1-16,0 0 3 0,-4 8-2 0,4-8-2 0,-1 5 2 16,1-5-6-16,-3 4-3 0,3-4 1 0,-3 5-1 15,-2-3-7-15,5-2-3 0,-6 2 3 0,2 0-12 16,-2-2-4-16,6 0-5 0,-12 0-1 0,7-1 6 15,5 1 2-15,-10-2-2 0,6 0 9 0,0 1 3 16,4 1-1-16,-6-6 6 0,3 3-1 0,3 3-1 16,-5-5 8-16,5 5 12 0,-3-7 6 0,2 4 0 15,1 3-7-15,-2-9 11 0,2 9 5 0,0-6 3 16,0 6 11-16,-1-7-4 0,1 7 5 0,0 0 1 16,-2-7 0-16,2 7-2 0,0 0-4 0,-1-5 0 15,1 5-5-15,0 0-3 0,0 0 0 0,0 0-7 0,0 0 3 16,0 0-1-16,0 0-3 0,0 0-2 0,0 0-2 15,0 0 1-15,0 0-4 0,0 0 6 16,-1 18-7-16,1-18 3 0,-2 7-2 0,2-7 0 0,-3 8-6 16,1-4-1-16,2-4-1 0,-4 6-2 0,1-3-6 15,0 0-6-15,0 0-3 0,-2 0-2 0,1-1-9 16,4-2-11-16,-10 3-13 0,4-2 8 0,0 0 2 16,0-1-6-16,-1-2-1 0,7 2 5 0,-11-3-1 15,5 1 19-15,3-1-9 0,3 3 13 0,-7-4-4 16,4 0 13-16,1-1 9 0,2 5 3 0,-3-7 9 15,1 2 11-15,-1 2 5 0,3 3 17 0,-2-9 7 16,2 9 13-16,-1-6 3 0,1 6 0 0,-1-7 3 0,1 7-1 16,0 0-5-16,-1-7-2 0,1 7-6 0,0 0-4 15,0 0-2-15,0 0-7 0,0 0-3 0,-1-5-4 16,1 5-2-16,0 0-6 0,0 0 0 0,0 0-2 16,0 0-2-16,0 0-4 0,0 0 2 0,0 0 2 15,0 0-9-15,-1 19 0 0,1-19 3 0,-1 7 0 16,1-7-4-16,-4 5 4 0,3-1-4 0,-3-1-1 15,4-3-2-15,-6 6 2 0,1-4-2 0,1-1 0 0,-3 1-4 16,1 0 1-16,0 0 1 0,-2-2 3 16,0 1-2-16,2-1-4 0,-2 1 0 0,1-1 4 15,1 0-5-15,6 0 5 0,-9 0-3 0,9 0 4 0,-7-1 2 16,7 1-1-16,-6-1 2 0,6 1 3 0,0 0-5 16,-5 0-2-16,5 0-2 0,0 0 3 0,0 0-3 15,0 0 2-15,0 0-1 0,-1 9-3 0,1-9 3 16,0 0-4-16,0 0 3 0,4 12 1 0,-2-9 0 15,-1 2-4-15,2 1 2 0,-1-3 0 0,-1 2-2 16,2 0 2-16,-3-5-1 0,2 7-2 0,1-3 1 16,-3-4-5-16,1 8 1 0,-1-8-4 0,0 5-2 15,0-5-5-15,0 0-8 0,-1 8-2 0,1-8-7 16,-5 3-5-16,5-3-4 0,-6 3-5 0,6-3-10 16,-6 2-3-16,6-2 0 0,-7 0 3 0,7 0-9 15,-6-1 7-15,6 1-4 0,-7-2 7 0,7 2 4 0,-5-5 4 16,3 2 8-16,2 3 4 0,-5-5 1 0,4 1 3 15,1 4 5-15,-2-8-1 0,2 8 9 16,-1-5 3-16,1 5-1 0,-2-7 3 0,2 7 4 0,-2-9 0 16,2 9 8-16,-3-7 7 0,1 4-2 0,2 3 3 15,-4-7 4-15,4 7-1 0,-4-4 0 0,4 4 1 16,-3-5-1-16,3 5-3 0,-6-2 4 0,6 2-2 16,-7-1-1-16,7 1 6 0,-7-1 1 0,7 1 1 15,-8 2 1-15,4-1 2 0,4-1 4 0,-10 3 3 16,5-1-3-16,0-1 5 0,1 2 3 0,-2 0 4 15,2 0-5-15,-1-1 6 0,1 2 5 0,-1-1 2 16,3 2 3-16,-2-2 0 0,0 1 6 0,3 1 4 16,-1 0 4-16,1 1-2 0,0-1-1 0,1-5 2 15,1 14 0-15,0-6 1 0,0 1 1 0,1-1 6 16,0 2-2-16,0-2 0 0,1 2 0 0,-1 0-2 16,-1-2-2-16,2 4-8 0,-1-3 1 0,0 1-9 0,-2-1-6 15,0-1 2-15,0-1-9 0,0 1 6 0,1-2-23 16,-1-6-19-16,-1 9-19 0,1-9-39 0,0 8-41 15,0-8-52-15,0 0-69 0,0 0-225 0,0 0-486 16,0 0 215-16</inkml:trace>
          <inkml:trace contextRef="#ctx0" brushRef="#br1" timeOffset="-213219.1902">-9414 4526 115 0,'0'0'246'0,"0"0"-14"0,0 0-15 0,0 0-14 15,0 0-18-15,0 0-19 0,0 0-15 0,0 0-14 16,0 0-11-16,-18-1-13 0,12 0-11 0,-3 0-11 16,2 2-11-16,-1-2-12 0,2 2-15 0,-1-1-11 15,1-1-17-15,0 0-12 0,6 1-16 0,-7 0-10 16,2-2-19-16,5 2-14 0,-5-2-13 0,5 2-5 0,-5-4 0 16,5 4-1-16,-1-4-2 0,1 4 10 15,0 0 6-15,0-8 11 0,0 8 0 0,0 0 10 16,4-10 9-16,-4 10 11 0,2-5 8 0,-2 5 1 0,2-7 2 15,-2 7-4-15,3-6 1 0,-3 6 3 0,3-5-17 16,-3 5-14-16,3-4-42 0,-3 4-50 0,0 0-122 16,5-3-262-16,-5 3 116 0</inkml:trace>
          <inkml:trace contextRef="#ctx0" brushRef="#br1" timeOffset="-212875.4809">-9223 4788 177 0,'0'0'214'0,"0"0"-17"0,0 0-18 0,0 0-13 16,0 0-15-16,0 0-16 0,-12-11-10 0,12 11-17 0,-8 0-10 15,8 0-10-15,-10 1-21 0,5-1-29 0,0 1-30 16,5-1-27-16,-9 0-49 0,4 1-37 0,5-1-156 15,-8 1-281-15,3-1 126 0</inkml:trace>
          <inkml:trace contextRef="#ctx0" brushRef="#br1" timeOffset="-212688.0103">-9295 4838 106 0,'6'0'300'15,"-6"0"-15"-15,0 0-19 0,0 0-15 0,8-5-18 0,-8 5-22 16,4-2-19-16,-4 2-19 0,0 0-20 0,3-3-29 16,-3 3-44-16,0 0-59 0,0 0-76 15,0 0-89-15,0 0-222 0,0 0-397 0,0 0 175 0</inkml:trace>
        </inkml:traceGroup>
        <inkml:traceGroup>
          <inkml:annotationXML>
            <emma:emma xmlns:emma="http://www.w3.org/2003/04/emma" version="1.0">
              <emma:interpretation id="{14EE8052-48B1-4135-ABBA-A18D9340D74D}" emma:medium="tactile" emma:mode="ink">
                <msink:context xmlns:msink="http://schemas.microsoft.com/ink/2010/main" type="inkWord" rotatedBoundingBox="4561,5650 3823,5652 3822,5270 4560,5269"/>
              </emma:interpretation>
              <emma:one-of disjunction-type="recognition" id="oneOf34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1" timeOffset="-212031.8058">-10083 4603 192 0,'0'0'198'0,"0"0"-14"16,0 0-12-16,0 0-13 0,0 0-8 0,0 0-11 0,0 0-10 16,0 0-8-16,0 0-8 0,12 13-5 0,-10-11-5 15,2 3-7-15,-2 0-5 0,3-1-1 0,-1 1-8 16,-1 2-3-16,1-2-2 0,-2 0-6 0,0-1-5 15,1 3-4-15,-1-2-7 0,0 0 0 0,-1 1-6 16,1-1-7-16,-1-1-4 0,-1-4 0 0,-1 10-6 16,1-10-5-16,-4 7-1 0,0-2-2 0,-2-1-1 15,-1 1-8-15,-2-1-11 0,1-1-16 0,-4 0-13 16,-1-1-17-16,4 1-35 0,-1-3-39 0,-1 0-45 0,4-1-48 16,0-1-176-16,1-1-416 0,0-1 184 15</inkml:trace>
          <inkml:trace contextRef="#ctx0" brushRef="#br1" timeOffset="-211750.5775">-10207 4484 4 0,'3'-4'267'0,"-3"4"-20"0,0 0-19 0,0 0-14 16,0 0-14-16,0 0-12 0,0 0-8 0,0 0-11 15,0 17-2-15,0-10-5 0,0 0-15 0,0 1-10 0,0 2-10 16,0-1-12-16,-2 3-6 0,1-2-14 0,-1 2-8 16,0-2-5-16,0 1-12 0,-1-1-7 15,2-1-11-15,-1 1-19 0,1-2-26 0,-1 2-47 0,0-1-46 16,0-2-58-16,1-1-62 0,-1 0-240 0,-1-1-483 15,3-5 213-15</inkml:trace>
          <inkml:trace contextRef="#ctx0" brushRef="#br1" timeOffset="-210578.7877">-10288 4646 19 0,'0'0'184'0,"0"0"-10"15,0 0-12-15,0 0-15 0,-2 10-10 0,2-10-6 16,0 0-6-16,0 7-8 0,0-7-8 0,-1 6-10 16,1-6-11-16,-3 5-6 0,3-5-9 0,-2 5-6 15,2-5-8-15,-3 4-7 0,3-4-5 0,-3 3-12 16,3-3-10-16,-3 3-6 0,3-3-6 0,0 0-6 15,-9 2-5-15,9-2 1 0,-5 0-2 0,5 0-1 16,-8-2 2-16,8 2-5 0,-4-5 1 0,4 5 3 16,-6-5-3-16,6 5 0 0,-5-5 8 0,4 1-7 0,1 4 3 15,-4-8 2-15,3 4 1 0,1 4-1 16,-2-6 0-16,2 6-1 0,0 0 5 0,-1-8-4 16,1 8 6-16,0 0-2 0,0 0-1 0,0 0 0 0,1-9 1 15,-1 9-4-15,0 0 2 0,0 0 0 0,0 0-2 16,4-2 2-16,-4 2-1 0,0 0-3 0,0 0 1 15,0 0-2-15,0 0 1 0,0 0 3 0,5 11 1 16,-5-11-4-16,0 0 1 0,-2 8-5 0,2-8-1 16,0 0-1-16,-4 10-2 0,4-10-6 0,-4 4-9 15,2-1-10-15,-1 0-7 0,3-3-10 0,-7 4-11 16,3-3-12-16,4-1 3 0,-8 2-7 0,5-1 3 16,3-1 9-16,-9 0 4 0,9 0-1 0,-9-1 11 15,5 0-1-15,-1-1 9 0,5 2 6 0,-7-3 2 16,3 0 10-16,4 3 11 0,-5-6 5 0,5 6 4 15,-4-6 14-15,3 4 3 0,1 2 0 0,-3-7 7 16,3 7 9-16,-2-6 12 0,2 6 4 0,0 0 6 16,0-9-1-16,0 9-1 0,0 0 0 0,0 0-1 15,2-7-6-15,-2 7 1 0,0 0-4 0,0 0-2 0,0 0-5 16,0 0-3-16,2-5 2 0,-2 5-4 0,0 0-4 16,0 0 1-16,0 0-8 0,0 0 1 0,0 0-1 15,2 17 0-15,-2-17-2 0,0 0-4 0,-4 12 0 16,4-7 0-16,-3 0-8 0,0-2 0 0,1 1-1 15,-1 0 2-15,3-4-8 0,-7 6-1 0,4-3-4 16,0 0-3-16,3-3-7 0,-7 2-7 0,3 0-1 16,4-2 1-16,-9 0 5 0,4-2-13 0,5 2 6 15,-8-1 3-15,4-1 0 0,-2-1 7 0,1-1-2 16,0 1 4-16,2-2 0 0,-1 1 4 0,1-1 2 0,0 2 4 16,1-2 6-16,2 5 14 0,-4-10 2 15,2 6 3-15,2 4 2 0,-2-7 7 0,0 3-1 16,2 4 0-16,-2-6 3 0,2 6 4 0,0 0-7 0,0 0 4 15,-3-5-12-15,3 5 2 0,0 0 0 0,0 0-2 16,0 0-1-16,0 0-1 0,0 0-1 0,0 0 2 16,0 0-6-16,0 0 0 0,0 0 0 0,0 0-3 15,0 0-3-15,0 0 7 0,8 14-4 0,-8-14-1 16,1 6-3-16,-1-6 1 0,0 0-2 0,-2 11 4 16,0-7-4-16,-1 1 3 0,0 1-4 0,-2-1 3 15,1 0-3-15,-1 0 0 0,-1 1-1 0,1 0-3 16,-1-2-1-16,1 1 0 0,-1-1 1 0,2 1-1 15,-1-2-4-15,1 1 0 0,-1-1 1 0,3 0-1 16,2-3-6-16,-5 4 7 0,5-4-4 0,-4 4 1 16,4-4-1-16,-2 3 5 0,2-3-8 0,0 0 4 0,-2 6-3 15,2-6 7-15,0 0 1 0,0 0 0 0,0 0 1 16,3 9 8-16,-3-9-2 0,4 2 3 16,-4-2 4-16,6 4 1 0,-2-2-3 0,-1-1 2 0,-3-1-2 15,9 3 3-15,-6-1-3 0,1 0 6 0,-4-2-5 16,6 4 2-16,-3-1-1 0,0-2 0 0,-3-1-3 15,3 5 2-15,-3-5 3 0,2 5 2 0,-2-5-1 16,0 0 4-16,-2 8 6 0,2-8 2 0,-3 6-3 16,3-6 2-16,-6 3-1 0,3 0 0 0,-1-2 1 15,4-1-3-15,-11 3 0 0,6-1-2 0,-2-1-2 16,1 1 0-16,-1-2 2 0,-1 0-3 0,0-1 3 16,-3 1-6-16,1-2-1 0,-2 0 0 0,1 0 0 0,0 0-6 15,0-1 2-15,1 1-1 0,-1-2 3 0,0 1-4 16,4 0 0-16,-1-3-2 0,3 0 0 15,-1 3 4-15,2-3-4 0,1 2-7 0,-1-2-9 0,2-2-7 16,0 2-14-16,1-3-21 0,0 2-22 0,2-1-25 16,-1 0-28-16,2 1-34 0,0-1-46 0,0 1-130 15,1-2-365-15,2 1 162 0</inkml:trace>
          <inkml:trace contextRef="#ctx0" brushRef="#br1" timeOffset="-210313.1655">-10557 4552 197 0,'0'0'216'0,"0"0"-17"15,0 0-22-15,0 0-12 0,0 0-18 0,0 0-14 16,0 0-13-16,0 0-10 0,-16 0-12 0,16 0-14 16,-8 0-21-16,8 0-19 0,-5 1-26 0,5-1-26 15,-6 2-30-15,6-2-36 0,0 0-37 0,-6-1-146 16,6 1-279-16,0 0 124 0</inkml:trace>
          <inkml:trace contextRef="#ctx0" brushRef="#br1" timeOffset="-209921.5759">-10350 4523 160 0,'0'0'228'0,"0"0"-8"0,0 0-15 15,0 0-16-15,0 0-16 0,-13-1-14 0,13 1-15 16,-7-2-11-16,7 2-14 0,-10-1-11 0,5 1-12 16,5 0-7-16,-9-1-11 0,9 1-13 0,-9-4-22 15,2 4-31-15,3-1-43 0,-2-1-32 0,0 1-34 16,3-2-36-16,-1 1-38 0,4 2-117 0,-7-6-312 0,3 5 138 16</inkml:trace>
          <inkml:trace contextRef="#ctx0" brushRef="#br1" timeOffset="-209844.4659">-10426 4439 139 0,'2'-6'177'0,"-2"6"-20"15,2-2-11-15,-2 2-17 0,0 0-14 0,0 0-24 16,2-5-30-16,-2 5-45 0,0 0-56 0,0 0-126 16,0 0-178-16,0 0 79 0</inkml:trace>
        </inkml:traceGroup>
        <inkml:traceGroup>
          <inkml:annotationXML>
            <emma:emma xmlns:emma="http://www.w3.org/2003/04/emma" version="1.0">
              <emma:interpretation id="{AEE1006E-4EA7-4567-97EF-BACFCB8A750D}" emma:medium="tactile" emma:mode="ink">
                <msink:context xmlns:msink="http://schemas.microsoft.com/ink/2010/main" type="inkWord" rotatedBoundingBox="3610,5658 1484,5662 1483,5236 3609,5232"/>
              </emma:interpretation>
              <emma:one-of disjunction-type="recognition" id="oneOf35">
                <emma:interpretation id="interp39" emma:lang="" emma:confidence="1">
                  <emma:literal/>
                </emma:interpretation>
              </emma:one-of>
            </emma:emma>
          </inkml:annotationXML>
          <inkml:trace contextRef="#ctx0" brushRef="#br1" timeOffset="-200798.1418">-10992 4678 104 0,'0'0'143'0,"-8"-2"1"0,8 2-15 16,0 0-7-16,-8-2-4 0,8 2-15 0,0 0-7 16,-8-2-6-16,8 2-5 0,-4-2-4 0,4 2-13 15,-5-1-7-15,5 1-1 0,-6-3-9 0,6 3-2 16,-3-4-5-16,3 4-8 0,0 0 1 0,-2-6-7 16,2 6-3-16,0 0-1 0,0 0-2 0,4-10-5 15,-4 10 2-15,1-4-5 0,-1 4-2 0,6-5-2 0,-6 5 1 16,3-5-1-16,-3 5 5 0,3-2 0 0,-3 2 0 15,4-2 2-15,-4 2-4 0,6-1 1 0,-6 1 2 16,0 0-1-16,6 0-1 0,-6 0 2 0,0 0-2 16,6 2 1-16,-6-2 0 0,3 3 2 0,-3-3 2 15,3 5-3-15,-3-5-3 0,3 4 1 0,-3-4-1 16,3 5 2-16,-3-5 4 0,2 6-3 0,-2-6-1 16,0 6 6-16,0-6 2 0,0 0 1 0,-2 9 2 0,2-9 2 15,-4 6-3-15,4-6 0 0,-5 5-1 16,1-3-3-16,0 1 1 0,0-1-2 0,-1 1-2 15,-1-2-3-15,0 1-3 0,-2 0-2 0,1 0-1 0,0 0-2 16,0-2-5-16,-1 0-5 0,0 1-4 0,-2-2-6 16,-1-1-5-16,3 1-4 0,-3-1 2 0,1-1-6 15,-1 0-5-15,4 2 2 0,-1-1-4 0,1-1-2 16,0 0 3-16,1 0 3 0,0 0 2 0,3 1 2 16,3 2 4-16,-6-5-2 0,5 3 1 0,1 2 4 15,0 0 2-15,-3-9 5 0,3 9-4 0,0 0 1 16,0-7 8-16,0 7 0 0,0 0 2 0,3-8 6 15,-3 8-2-15,1-4 2 0,-1 4 2 0,0 0 3 16,6-2 2-16,-6 2-2 0,0 0 3 0,5-2-2 16,-5 2 3-16,0 0 0 0,7 2-2 0,-7-2 5 0,0 0-5 15,4 3 4-15,-4-3-2 0,5 4 0 0,-4 0 1 16,-1-4 2-16,3 6 5 0,-3-6-3 0,2 5 4 16,-2-5-3-16,0 0 7 0,-2 8-1 0,2-8 6 15,-3 7 6-15,1-4 0 0,0 0 2 0,-3 0-8 16,5-3-2-16,-7 5-4 0,1-2 1 0,-1 0-4 15,1-2-3-15,-2 0-2 0,1 1-2 0,-1-1-1 16,0 0 1-16,0 0-5 0,0-1-7 0,0 0-7 16,0 0-12-16,0-2-12 0,0 1-20 0,1 0-14 0,0-1-26 15,0 0-36-15,3 0-45 0,0-2-43 16,-1 1-138-16,1-1-379 0,1 1 167 0</inkml:trace>
          <inkml:trace contextRef="#ctx0" brushRef="#br1" timeOffset="-200548.1452">-11151 4553 128 0,'0'0'185'0,"0"0"-3"0,0 0-13 16,0 0-11-16,0 0-12 0,0 0-16 0,-22-1-12 16,22 1-14-16,-7-2-11 0,3 1-10 0,4 1-10 15,-8 0-19-15,8 0-25 0,-7-2-30 0,7 2-30 16,-5 2-45-16,5-2-43 0,0 0-119 0,0 0-258 16,-5-3 115-16</inkml:trace>
          <inkml:trace contextRef="#ctx0" brushRef="#br1" timeOffset="-200140.9398">-11027 4477 101 0,'0'0'279'0,"4"-6"-15"16,-4 6-17-16,3-3-15 0,-3 3-25 0,4-6-15 15,-1 4-23-15,-3 2-19 0,0 0-17 0,4-6-29 16,-4 6-37-16,0 0-47 0,0 0-48 0,0 0-65 16,0 0-58-16,0 0-165 0,0 0-342 0,0 0 151 15</inkml:trace>
          <inkml:trace contextRef="#ctx0" brushRef="#br1" timeOffset="-199813.8375">-11368 4647 87 0,'0'0'146'0,"4"-6"-12"15,-2 3 6-15,2 0-12 0,-4 3-9 16,6-5-6-16,-5 3-11 0,3-1-8 0,-4 3-7 0,7-3-6 16,-4 1-5-16,-3 2-12 0,5-3-5 0,-5 3 1 15,5-1-5-15,-5 1-4 0,5 0-3 0,-5 0-1 16,0 0 0-16,8 1-5 0,-8-1 1 0,3 5-9 15,0-4-2-15,-3-1 2 0,5 4-1 0,-1-1-5 16,-4-3-5-16,5 5 1 0,-3-1 1 0,1-2 5 16,-1 1 1-16,-2-3 2 0,6 5 3 0,-3-1 1 15,-3-1 3-15,0-3 0 0,0 0-1 0,0 8 0 0,0-8-4 16,-5 5-2-16,1-2 2 0,0-1-3 0,-3 0 0 16,0 2-3-16,0-2-3 0,-4 2-4 15,0-2 1-15,0-1-4 0,-6 1-3 0,1 0 0 0,-1-2-1 16,5 1-4-16,-1-2-1 0,-1 2-6 0,2 0-6 15,1-1-7-15,0-1-17 0,2 1-21 0,2 0-25 16,0 0-39-16,1-1-50 0,1-1-67 0,5 2-120 16,-6-3-376-16,6 3 167 0</inkml:trace>
          <inkml:trace contextRef="#ctx0" brushRef="#br1" timeOffset="-199610.7109">-11385 4632 72 0,'0'0'230'0,"6"-7"-9"0,-1 2-7 16,-2-2-5-16,0 0-13 0,1 0-13 0,-1-2-11 16,2-2-17-16,0 1-12 0,1-1-18 0,-3-1-11 15,0 4-11-15,0-1-13 0,-1 2-23 0,0 1-29 16,0 1-37-16,-1 0-43 0,-1 5-59 0,1-8-68 15,-1 8-169-15,-4-6-364 0,4 6 162 0</inkml:trace>
          <inkml:trace contextRef="#ctx0" brushRef="#br1" timeOffset="-198641.0489">-11612 4623 134 0,'0'0'161'0,"0"0"-14"0,0 0-15 16,0 0-10-16,0 0-11 0,-4 14-8 0,4-14-7 15,-1 7-2-15,0-4-5 0,0 2-9 0,-2-1-1 16,0 2-3-16,1-3-7 0,2-3-3 0,-5 8-3 16,2-5-1-16,0 0 2 0,-1 1-5 0,1-1 0 15,3-3-9-15,-7 4-5 0,4-3-6 0,3-1-2 16,-7 3-3-16,7-3 0 0,-7 1 4 0,7-1 3 15,-6-3-2-15,6 3-4 0,-8-3 4 0,5 0-2 0,3 3-6 16,-4-7 3-16,3 3 2 0,1 4 3 0,-3-7-5 16,1 3-3-16,2 4 0 0,-2-8-5 0,-1 5 1 15,3 3-4-15,-2-7-2 0,2 7 2 0,-2-6-5 16,2 6 2-16,-3-3-5 0,3 3 0 0,0 0-6 16,-7 0 2-16,7 0 0 0,0 0-4 0,-9 3 1 15,4 0-2-15,1-2-4 0,0 2-8 0,-2 0-14 16,0 0-14-16,0 2-15 0,1-1-22 0,1-1-38 15,-2 1-41-15,1-1-41 0,-1 0-173 0,1 1-394 0,1-1 175 16</inkml:trace>
          <inkml:trace contextRef="#ctx0" brushRef="#br1" timeOffset="-198563.9281">-11785 4816 73 0,'0'0'232'0,"5"-5"-17"0,-5 5-20 16,0 0-21-16,2-4-28 0,-2 4-36 0,0 0-47 15,3-6-66-15,-3 6-65 0,0 0-122 0,-1-7-206 16,1 7 92-16</inkml:trace>
          <inkml:trace contextRef="#ctx0" brushRef="#br1" timeOffset="-197735.8647">-11936 4656 59 0,'0'0'167'15,"11"10"-15"-15,-9-6-12 0,-2-4-13 0,6 5-2 16,-3-1-5-16,-1 0-7 0,-2-4-6 0,3 7-14 0,-2-3-8 16,1 1-5-16,-1-2-7 0,-1-3-5 0,0 8-9 15,0-8-6-15,0 0-7 0,-4 9 1 16,4-9-8-16,-5 5-6 0,3-3 0 0,2-2-3 0,-7 2-10 16,3 0-4-16,4-2-9 0,-6 1-5 0,6-1-7 15,-6 0 5-15,6 0-3 0,0 0-1 0,-7-3 0 16,7 3-2-16,0 0 0 0,-5-3-3 0,5 3 1 15,-3-4 7-15,3 4 0 0,0-8 3 0,0 8-2 16,0-6 6-16,0 6 2 0,1-9 0 0,-1 9-2 16,1-9 1-16,0 1 0 0,1 3 6 0,-2 5-2 15,1-9 0-15,-1 5 4 0,0 4 2 0,1-7-4 0,-1 7 3 16,2-5-2-16,-2 5-1 0,0 0-4 0,0-5 3 16,0 5-6-16,0 0 1 0,0 0 0 0,0 0-1 15,0 0 2-15,0 0-1 0,0 0-3 0,0 0 2 16,0 0-4-16,-9 0 2 0,9 0 1 0,-8 3 2 15,1-1-3-15,3 0-5 0,-3-1 4 0,-2 1-5 16,-2 0 2-16,4 1 0 0,-4-1-2 0,0 1 1 16,3 0-1-16,-2-1 1 0,2 1 1 0,1-3-5 15,1 3 0-15,0-1 0 0,1 0 2 0,1 0-4 16,1 0 0-16,3-2 3 0,-6 1-1 0,6-1-4 16,-5 3 3-16,5-3 0 0,-3 1 1 0,3-1 2 15,0 0-5-15,-4 3 7 0,4-3 2 0,0 0 7 0,0 0-2 16,-1 6 6-16,1-6-1 0,0 0-1 0,0 0-1 15,4 8 0-15,-4-8-1 0,3 5 3 0,0-2 2 16,-3-3 3-16,4 4 3 0,-1-1 5 0,-3-3-5 16,5 4 1-16,-2-2-1 0,0 1 3 0,-3-3-2 15,4 5 0-15,0-2 1 0,-4-3-5 0,3 6 4 16,-1-4-2-16,-2-2 1 0,2 6 2 0,-2-6-3 16,2 4 4-16,-2-4 1 0,1 7 2 0,-1-7 8 15,0 0-2-15,-4 9 0 0,4-9 0 0,-4 6 0 16,0-4-3-16,0 1-5 0,1 0 1 0,-2-2 0 15,-1 1-2-15,-2 0 1 0,1 1-1 0,-1 0-3 0,-1-2-1 16,-1 0 2-16,-1 1-1 0,-1-2-4 0,1 1-1 16,-1-1 2-16,1 0-3 0,-1-1 2 15,0 0-3-15,1-1-1 0,0 2 1 0,4-3-3 0,-4 0 1 16,4 0-1-16,1 0 2 0,1 0-4 0,0-2 0 16,0 1-1-16,2 0 1 0,-1-3 2 0,1 0-4 15,0 3-1-15,2-2-9 0,1 6-8 0,-2-11-12 16,0 3-16-16,2 3-21 0,0-2-23 0,0 0-33 15,1 0-43-15,0-1-34 0,0 0-204 0,1 2-431 16,-1-1 192-16</inkml:trace>
          <inkml:trace contextRef="#ctx0" brushRef="#br1" timeOffset="-197548.3783">-12241 4605 87 0,'3'-4'278'16,"1"2"-13"-16,-1-1-10 0,-3 3-13 0,6-4-21 16,-2 3-22-16,-4 1-20 0,5-3-16 0,-2 0-17 15,-3 3-32-15,0 0-40 0,4-2-52 0,-4 2-62 16,0 0-68-16,0 0-85 0,0 0-125 0,0 0-344 16,0 0 153-16</inkml:trace>
          <inkml:trace contextRef="#ctx0" brushRef="#br1" timeOffset="-195907.8682">-12431 4593 45 0,'0'0'182'0,"3"-2"-10"16,-3 2-17-16,0 0-13 0,0 0-16 0,0 0-16 16,0 0-2-16,0 0-12 0,0 0-6 0,-16 1-9 0,16-1-4 15,0 0-4-15,-6 4-10 0,3-3-7 0,3-1-1 16,-8 5-6-16,4-4-8 0,4-1-2 0,-6 3 0 16,3-1-7-16,3-2-4 0,-4 5-4 0,1-2 1 15,3-3-5-15,-2 5 0 0,2-5-5 0,-2 5 3 16,2-5-3-16,0 0 0 0,1 7-2 0,-1-7-5 15,0 0 1-15,4 5-1 0,-4-5 0 0,5 4-6 16,-5-4 0-16,3 1 0 0,-3-1-2 0,5 1 2 0,-5-1-4 16,5 3 1-16,-5-3 3 0,3 2-3 0,-3-2-2 15,0 0-2-15,5 3-3 0,-5-3 8 16,4 1 2-16,-4-1-2 0,0 0 4 0,6 1 1 0,-6-1-8 16,6 0 4-16,-6 0 4 0,0 0-3 0,4 2 1 15,-4-2-2-15,0 0-5 0,0 0 2 0,0 0 2 16,0 0-3-16,0 0 3 0,0 0 0 0,-16 0-4 15,9 2 7-15,2-2-1 0,-1 0 3 0,-1 0 2 16,-1 0 2-16,1 1-4 0,1-1 4 0,0 0-14 16,0 2 5-16,6-2-7 0,-12 1 5 0,9-2 0 15,3 1 1-15,-10-2-5 0,5 1 7 0,5 1-1 0,-9-2-6 16,6 1 1-16,3 1 3 0,-8-5 1 0,5 4 3 16,3 1 1-16,-5-5-2 0,2 2 5 15,3 3 6-15,-3-6 0 0,3 6 0 0,-4-5 5 0,4 5 0 16,-1-4 3-16,1 4 5 0,0 0-1 0,0 0 0 15,-2-6 0-15,2 6-5 0,0 0-1 0,0 0-2 16,0 0-1-16,0 0-1 0,0 0-2 0,0 0-3 16,0 0 3-16,0 0-3 0,0 0 0 0,0 0-3 15,0 0 1-15,0 0-2 0,0 0 2 0,-3 12 0 16,3-12 0-16,-1 5-1 0,1-5-3 0,0 0 1 16,-2 7 1-16,2-7 1 0,0 0-1 0,-1 5 0 0,1-5-3 15,-2 5 0-15,2-5 2 0,-4 4-2 16,4-4 2-16,-5 4-5 0,2-3-3 0,-1 1-5 0,4-2-1 15,-9 2-6-15,5-2 0 0,4 0-1 0,-8 0-1 16,8 0-2-16,-9-2 1 0,5 1 4 0,4 1-6 16,-6-2 5-16,6 2 0 0,-6-3 6 0,6 3-1 15,-5-3-1-15,5 3 3 0,-3-6-2 0,3 6 3 16,-3-6 3-16,3 6-1 0,-1-5 3 0,1 5 7 16,0 0 3-16,-1-7 3 0,1 7 0 0,0 0 1 0,0 0 3 15,1-7 3-15,-1 7-5 0,0 0 3 16,0 0-2-16,2-5-3 0,-2 5-1 0,0 0 0 15,0 0-1-15,0 0 0 0,0 0-4 0,0 0 4 0,0 0-5 16,0 0 4-16,0 0-1 0,0 0-2 0,0 0 0 16,0 0 2-16,-4 20-2 0,2-16 2 15,2-4-2-15,-5 5-3 0,2-3 0 0,3-2 1 0,-6 5-5 16,2-3-6-16,1 1-3 0,3-3-7 0,-9 2-1 16,4-1-2-16,0 0-7 0,5-1-8 0,-8 1-1 15,8-1 4-15,-8-2 1 0,3 1-1 0,0-1 1 16,1-1 1-16,4 3 9 0,-7-5 1 0,2 2 6 15,2 0 7-15,0 0-2 0,3 3 6 0,-4-7 5 16,2 2 7-16,2 5 8 0,-3-7 3 0,3 7 2 16,-1-7 3-16,1 7 6 0,0 0 0 0,-3-8 3 15,3 8-2-15,0-6-2 0,0 6-3 0,0 0 2 0,0 0-4 16,0 0-2-16,0 0 0 0,0 0 2 0,0 0-2 16,0 0 3-16,0 0-1 0,0 0-3 0,0 0 3 15,0 0-8-15,0 0 2 0,0 0-3 0,0 0-2 16,0 0 2-16,0 0 0 0,-2 19-3 0,2-19-2 15,-2 9 0-15,1-6-2 0,1-3 0 0,-4 7 3 16,2-3-4-16,-1-1 0 0,-1 0 2 0,-1 1-2 16,-1-1-4-16,1 1-3 0,-1-1-6 0,-2-1-1 0,2 1-8 15,1-1-2-15,-1-1-8 0,0 0-6 16,0-1-6-16,-2 0-1 0,2 0-4 0,-1-1-2 16,0 0-3-16,1 0-8 0,0-1 5 0,0 0 8 0,0-1-4 15,2 1 1-15,1 0 5 0,3 2 3 0,-6-5 1 16,3 2 2-16,3 3 4 0,-4-6 3 15,4 6 2-15,-2-4 11 0,2 4-6 0,0 0 7 0,-2-6 6 16,2 6 1-16,0 0 8 0,0 0-4 0,0 0 9 16,0 0-2-16,0 0 10 0,0 0 4 0,0 0 2 15,8-5-2-15,-8 5 3 0,0 0-4 0,0 0 9 16,7 3-1-16,-7-3 2 0,5 4-3 0,-5-4 3 16,4 3 3-16,-1-1-1 0,-3-2 3 0,5 3-3 15,-3 0-5-15,-2-3-1 0,5 6-2 0,-2-4 3 16,-2 2-1-16,-1-4 1 0,2 7 0 0,-1-2 3 15,-1-5 5-15,0 10 3 0,0-5-1 0,0 1 0 0,-2 0 1 16,-2 2 4-16,4-4 2 0,-1 2 0 0,-1 1-5 16,-2 0-1-16,2-3-5 0,-1 1 1 15,-1 0-6-15,3-1-2 0,-2 1-2 0,0-1-3 0,0-1 0 16,-2 0-3-16,2 0-1 0,0 0 1 0,-2 0-1 16,0-2-4-16,-1 2 0 0,0-1 1 0,0 1-2 15,-2-2 0-15,1 2-1 0,-1-2 0 0,-3-1-2 16,2 1-1-16,2 0 2 0,-2-2-2 0,-1 1 0 15,2-2-3-15,-2 1 6 0,1-1-4 0,0 1-2 16,1-2 2-16,-1 0 2 0,3-1 0 0,-1 1-4 16,1 0 0-16,1-2-1 0,0-1 0 0,2 1-2 15,-1-2-1-15,2 1-12 0,0-2-13 0,1 2-13 0,0-3-16 16,1 2-27-16,1-2-29 0,-1 1-34 0,3-2-24 16,-1 1-40-16,2 0-153 0,-1 0-392 15,2-2 173-15</inkml:trace>
          <inkml:trace contextRef="#ctx0" brushRef="#br1" timeOffset="-195689.1376">-12931 4537 163 0,'0'0'194'0,"0"0"-19"15,0 0-7-15,-16-2-8 0,16 2-15 16,-10 2-14-16,5-2-11 0,-1 1-15 0,2 1-11 0,4-2-25 16,-9 1-35-16,6 0-45 0,3-1-55 0,0 0-71 15,-6 0-87-15,6 0-243 0,0 0 107 0</inkml:trace>
          <inkml:trace contextRef="#ctx0" brushRef="#br1" timeOffset="-195250.6706">-12653 4471 206 0,'0'0'221'0,"0"0"-11"0,0 0-14 0,0 0-19 16,0 0-16-16,0 0-13 0,0 0-15 0,0 0-16 16,0 0-11-16,-18-1-8 0,14 1-13 0,4 0-9 15,-12 0-8-15,6-1-4 0,6 1-7 0,-9-1-5 16,5 1-6-16,4 0-10 0,-6-3-4 0,6 3-14 16,-5-3-15-16,1 1-10 0,4 2-11 0,0 0-17 15,0-8-11-15,0 8-10 0,0-7-12 0,0 7-2 16,0 0-9-16,3-9-3 0,-2 5 8 0,-1 4 4 15,4-7 6-15,-3 3 6 0,-1 4 8 0,3-5 12 0,-3 5 8 16,1-6 12-16,-1 6 1 0,0 0 8 0,2-6 7 16,-2 6-6-16,0 0-3 0,0-6-2 0,0 6-25 15,0 0-28-15,1-6-46 0,-1 6-84 0,0 0-211 16,0 0 94-16</inkml:trace>
        </inkml:traceGroup>
        <inkml:traceGroup>
          <inkml:annotationXML>
            <emma:emma xmlns:emma="http://www.w3.org/2003/04/emma" version="1.0">
              <emma:interpretation id="{4CAE0395-87B4-4881-833D-4EEA37C94A6C}" emma:medium="tactile" emma:mode="ink">
                <msink:context xmlns:msink="http://schemas.microsoft.com/ink/2010/main" type="inkWord" rotatedBoundingBox="1326,5671 505,5673 504,5384 1325,5382"/>
              </emma:interpretation>
              <emma:one-of disjunction-type="recognition" id="oneOf36">
                <emma:interpretation id="interp40" emma:lang="" emma:confidence="1">
                  <emma:literal/>
                </emma:interpretation>
              </emma:one-of>
            </emma:emma>
          </inkml:annotationXML>
          <inkml:trace contextRef="#ctx0" brushRef="#br1" timeOffset="-194345.4859">-13317 4700 21 0,'0'0'92'0,"0"0"-10"0,-4-5 7 16,4 5-15-16,-3-4-5 0,3 4-5 0,0 0-4 16,0 0 0-16,0-7-10 0,0 7-4 0,0 0-5 15,0 0-4-15,2-11 5 0,-2 11 1 0,4-5-4 16,-4 5 8-16,4-4 2 0,-4 4-2 0,5-2-7 15,-5 2 5-15,3-4 2 0,-3 4 2 0,6-3 1 16,-6 3-2-16,5-2-1 0,-5 2-1 0,6 0-4 16,-6 0 1-16,4-1-1 0,-4 1 3 0,0 0 0 15,7 3 0-15,-7-3 0 0,4 1 3 0,-4-1-2 16,3 6 4-16,-1-4-1 0,-2-2 0 0,2 9 2 16,-2-5 3-16,0-4-5 0,-2 9 0 0,2-1 0 15,-2-1-2-15,-1 1-3 0,0-4-2 0,-2 4-5 16,0-2-5-16,1 0-3 0,-3 0-2 0,2 0-4 0,-3-1-7 15,2-1-18-15,-1 2-25 0,0-2-28 0,1 0-34 16,-1 0-51-16,2-2-30 0,0 0-171 0,1-1-367 16,4-1 163-16</inkml:trace>
          <inkml:trace contextRef="#ctx0" brushRef="#br1" timeOffset="-194048.6171">-13414 4672 134 0,'0'0'201'0,"0"0"-6"0,0 0-10 0,4 14-12 0,-4-14-17 16,1 8-10-16,0-2-8 0,-1-6-8 0,0 12-11 15,0-5-8-15,-1 1-11 0,0 0-7 0,-1-1-8 16,1 0-9-16,-2 1-7 0,-2 1-6 0,1-3-6 16,-2 2-4-16,1-1-6 0,0 0-5 0,-3-1-7 15,1 0-13-15,0-1-24 0,1 0-28 0,-2-1-55 16,2 0-58-16,0-2-71 0,0 0-112 0,0-2-354 16,0 0 157-16</inkml:trace>
          <inkml:trace contextRef="#ctx0" brushRef="#br1" timeOffset="-193548.6519">-13533 4547 95 0,'0'0'241'0,"1"-3"-14"0,-1 3-20 16,0 0-20-16,0 0-16 0,2-5-24 15,-2 5-20-15,0 0-32 0,0 0-33 0,0 0-46 16,0 0-43-16,0 0-31 0,0 0-44 0,-13 7-130 0,9-4-250 16,1 0 110-16</inkml:trace>
          <inkml:trace contextRef="#ctx0" brushRef="#br1" timeOffset="-193735.1558">-13554 4668 90 0,'0'0'230'0,"7"6"-10"0,-5-3-6 15,-2-3-11-15,2 9-3 0,-1-5-17 0,0 2-9 16,0 2-4-16,-1 1-10 0,0-1-14 0,0-1-13 16,0 2-11-16,-1-1-12 0,-1-1-10 0,0 2-13 0,0-2-2 15,-1 1-11-15,-1-1-5 0,0-2-7 16,-3 3-8-16,1-3-3 0,1 1-7 0,-1-2-8 16,-1 1-5-16,2-2-17 0,-1 0-19 0,2 0-20 0,-1-2-28 15,1-1-35-15,4 0-53 0,-9 0-47 0,9 0-60 16,-6-6-138-16,3 2-418 0,2-1 185 0</inkml:trace>
          <inkml:trace contextRef="#ctx0" brushRef="#br1" timeOffset="-192986.2089">-13695 4630 72 0,'0'0'187'0,"0"0"-16"0,0 0-6 0,0 0-6 15,0 0-15-15,0 0-10 0,0 0-14 0,0 0-10 0,0 0-10 16,0 0-9-16,6 13-10 0,-6-13-8 0,1 9-6 16,-1-9-9-16,-2 7-3 0,2-7-1 0,0 8-7 15,0-8-6-15,-2 7-6 0,2-7-3 0,-1 4-3 16,1-4 0-16,-3 4-5 0,3-4-3 0,-5 4-3 15,2-2-5-15,3-2-4 0,-8 1 4 0,8-1-6 16,-7 0 3-16,7 0-3 0,-9-3 2 0,5 2-5 16,0-1 6-16,4 2-8 0,-9-5 4 0,5 2-1 15,-1-1 0-15,1 1 3 0,-1 0 5 0,1 0 2 16,1-1 17-16,0 0 3 0,0 0-2 0,3 4 2 16,-6-6 1-16,3 3 6 0,3 3 6 0,-5-4 0 15,5 4-1-15,-4-5-1 0,4 5-8 0,-2-5-3 0,2 5-3 16,0 0-4-16,0 0-6 0,0 0-2 0,0 0 2 15,0 0-2-15,0 0-2 0,0 0-3 0,0 0 4 16,0 0-6-16,0 0-1 0,7 14-3 0,-5-11-3 16,0 2 3-16,-2-5-1 0,6 6-2 0,-5-3 1 15,-1-3 1-15,2 7-3 0,-1-3 3 0,-1-4-5 16,0 0 3-16,-2 9-2 0,2-9-4 0,-5 7-4 16,1-3-7-16,-2 0-7 0,1 0-10 0,-1 0-3 15,-1-1-13-15,-1 0-7 0,1 0-11 0,-1 0-13 16,1-1-9-16,1-1-8 0,0 2-22 0,1-1-15 15,1 0-30-15,4-2-46 0,-7 1-116 0,7-1-346 16,-6 1 153-16</inkml:trace>
          <inkml:trace contextRef="#ctx0" brushRef="#br1" timeOffset="-192767.4751">-13724 4790 42 0,'0'0'200'0,"0"0"-20"15,0 0-10-15,0 0-19 0,-13 5-7 0,9-4-18 16,-2 1-7-16,-1-2-16 0,2 1-13 0,-2 0-17 16,1 0-24-16,-1 0-31 0,7-1-47 0,-9-1-53 15,5 1-144-15,4 0-244 0,-8-2 107 0</inkml:trace>
          <inkml:trace contextRef="#ctx0" brushRef="#br1" timeOffset="-191876.9155">-14024 4725 38 0,'0'0'138'0,"-5"0"-6"0,5 0-15 16,-5 1-14-16,5-1-8 0,0 0-9 15,-9-3-2-15,9 3-10 0,-6-2-3 0,6 2-7 0,-4-5-8 16,4 5-2-16,-6-3-4 0,6 3 1 0,-3-3-3 15,3 3 0-15,-3-4-6 0,3 4 0 0,-2-5-6 16,2 5-4-16,0 0 1 0,0 0-7 0,0 0-1 16,0 0-3-16,6-9 4 0,-6 9-6 0,5-3 4 15,-2 0 2-15,-3 3 5 0,4-2 6 0,-4 2 2 16,6-2-1-16,-6 2 4 0,4-2-3 0,-4 2 0 16,7-1 4-16,-7 1 2 0,0 0 1 0,7 0 3 0,-7 0-4 15,5 5 0-15,-3-3 4 0,-2-2 1 16,5 8 1-16,-4-2-1 0,1 1-1 0,-2 1 4 15,0 0-3-15,-2 0-4 0,-1 1-4 0,-1 0-2 0,0-1-5 16,-1 3-3-16,-1-1-7 0,-1 0-14 0,-2 0-28 16,2-2-52-16,-2 0-83 0,2-2-102 0,1-1-128 15,1-2-415-15,1-3 184 0</inkml:trace>
        </inkml:traceGroup>
      </inkml:traceGroup>
    </inkml:traceGroup>
    <inkml:traceGroup>
      <inkml:annotationXML>
        <emma:emma xmlns:emma="http://www.w3.org/2003/04/emma" version="1.0">
          <emma:interpretation id="{69C5A1D2-C6FD-4C09-A18D-355971FD016F}" emma:medium="tactile" emma:mode="ink">
            <msink:context xmlns:msink="http://schemas.microsoft.com/ink/2010/main" type="paragraph" rotatedBoundingBox="6815,4095 14674,4101 14673,4639 6814,463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A259357-9A28-4C2C-BE77-419378849573}" emma:medium="tactile" emma:mode="ink">
              <msink:context xmlns:msink="http://schemas.microsoft.com/ink/2010/main" type="line" rotatedBoundingBox="6815,4095 14674,4101 14673,4639 6814,4632"/>
            </emma:interpretation>
          </emma:emma>
        </inkml:annotationXML>
        <inkml:traceGroup>
          <inkml:annotationXML>
            <emma:emma xmlns:emma="http://www.w3.org/2003/04/emma" version="1.0">
              <emma:interpretation id="{4C6948BE-7C99-4035-81BB-502200B4EFB9}" emma:medium="tactile" emma:mode="ink">
                <msink:context xmlns:msink="http://schemas.microsoft.com/ink/2010/main" type="inkWord" rotatedBoundingBox="6815,4252 7725,4253 7724,4633 6814,4632"/>
              </emma:interpretation>
              <emma:one-of disjunction-type="recognition" id="oneOf37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1" timeOffset="-332726.3322">-7410 3409 67 0,'0'0'212'0,"0"0"-10"16,0 0-8-16,0 0-4 0,0 0-8 15,0 0-7-15,0 0-8 0,0 0-9 0,0 0-10 16,0 0-9-16,0 0-11 0,0 0-15 0,0 0-6 0,-12 7-16 15,8-6-11-15,-2-1-10 0,0 2-28 0,-1-1-35 16,1 0-54-16,-1 0-61 0,0-1-59 0,1 0-192 16,-1 0-388-16,0 0 172 0</inkml:trace>
          <inkml:trace contextRef="#ctx0" brushRef="#br1" timeOffset="-333085.6957">-6897 3473 8 0,'0'0'174'0,"0"0"-8"16,0 0-13-16,0 0-15 0,6 15-11 0,-6-15-9 16,1 6-3-16,1-2-2 0,-2-4-10 0,3 8-5 15,-2-4-9-15,0 1-7 0,1-2-3 0,-2-3-7 0,3 10-1 16,-2-5-1-16,0 1-3 0,1 0-3 15,0 0 4-15,-1 0-8 0,1-1-6 0,-2 1-4 16,0-6-4-16,1 8-3 0,-1-8-8 0,-1 5-1 0,1-5 2 16,-2 7-3-16,2-7-3 0,-6 2-3 0,3 0-4 15,3-2-2-15,-9 2-3 0,5-2 0 0,-2 0-4 16,2 2-1-16,-2-2-1 0,0 0-1 0,6 0-5 16,-12-2 0-16,5 1-4 0,-1-1-6 0,2 0-4 15,-1-1-7-15,2-1-2 0,-1 2 2 0,1-2-2 16,0-2-4-16,2 2 0 0,-1-1-5 0,-1-1 2 15,2 2 4-15,0-1 0 0,2 1 4 0,-1-4 1 16,1 4 2-16,1 4-4 0,0-9 2 0,0 9 6 0,1-11-2 16,1 8 0-16,-2 3 3 0,3-6-4 15,0 3 9-15,-3 3-6 0,5-6 2 0,-3 3 0 16,-2 3 2-16,6-3 3 0,-3 2-4 0,-3 1-1 0,8-3 6 16,-8 3-1-16,7-1 3 0,-7 1 0 0,7-2 7 15,-7 2-2-15,6 1-2 0,-6-1 6 0,6 2-8 16,-6-2 10-16,4 3-4 0,-4-3 1 0,2 3 2 15,-2-3-1-15,0 7-2 0,0-7 1 0,0 0-2 16,-2 10 1-16,2-10 1 0,-4 8-4 0,3-4 4 16,1-4-4-16,-3 8 6 0,0-5 1 0,1 2-4 15,-1-1-2-15,3-4 2 0,-5 8-3 0,2-7 2 16,-2 3-4-16,2-1 1 0,-3-2 0 0,0 2-1 16,0 0 1-16,-1-3-2 0,0 2 0 0,-1-2 1 15,2 0-5-15,-1 1-2 0,-2-1 1 0,2-1-4 0,0 0 0 16,1 0 0-16,0-1-2 0,0 1 0 0,1-3 2 15,-1 3-2-15,6 1 1 0,-7-6 1 0,3 5-4 16,1-2 5-16,3 3-2 0,-6-5 3 0,6 5 0 16,-3-3 4-16,3 3 0 0,-4-4 0 0,4 4 5 15,0 0 3-15,0 0-3 0,-3-5 2 0,3 5 3 16,0 0 1-16,0 0-3 0,0 0 0 0,0 0-3 16,0 0 3-16,0 0-1 0,0 0-2 0,0 0 2 15,0 0-1-15,0 0 1 0,0 0-2 0,0 0 0 0,0 0-1 16,-4 11 0-16,4-11 1 0,-2 5 0 15,2-5 0-15,-3 5-1 0,3-5-2 0,-3 8 3 16,3-8 1-16,-4 4-5 0,1-1 3 0,3-3-6 0,-5 5 2 16,1-4 0-16,4-1-8 0,-6 3 0 0,6-3-2 15,-9 0-5-15,6 0 1 0,3 0-2 0,-10-1 1 16,10 1 3-16,-9-1-2 0,5-1 3 0,-1 0 1 16,5 2-1-16,-7-4 0 0,5 1 5 0,2 3 1 15,-6-3-6-15,6 3 5 0,-2-4-2 0,2 4 9 16,-3-4-5-16,3 4 8 0,0 0-4 0,-2-5 3 15,2 5 0-15,0 0 1 0,0 0-1 0,0 0 3 16,-1-7 0-16,1 7 1 0,0 0 0 0,0 0 2 0,0 0-3 16,0 0 1-16,0 0-1 0,0 0-2 15,0 0-2-15,0 0 2 0,0 0 1 0,0 0-2 16,0 0 0-16,0 0-2 0,0 0 3 0,0 0 3 0,0 0-6 16,0 0 0-16,0 0-6 0,0 0 1 0,0 0-7 15,-2 16-10-15,2-16 0 0,-4 4-10 16,4-4-7-16,-5 4-12 0,1-2-11 0,0 0-17 0,4-2 6 15,-9 1 2-15,9-1-2 0,-8 1 7 0,2-1 0 16,0-2 13-16,0 1 5 0,-1 0 9 0,1-1 2 16,3 1 12-16,3 1 3 0,-8-4 7 0,6 1 7 15,2 3 10-15,-5-5 4 0,5 5 9 0,-3-5-7 16,3 5 5-16,-3-6 6 0,3 6 4 0,-1-4 6 16,1 4-1-16,0 0 11 0,-3-5-2 0,3 5-3 15,0 0 3-15,0 0-6 0,-2-5 3 0,2 5-5 16,0 0-2-16,0 0-2 0,0 0-4 0,0 0-1 0,0 0 0 15,0 0 0-15,0 0 0 0,0 0 0 0,0 0 0 16,0 0-9-16,0 0 3 0,-3 13-3 16,3-13 1-16,0 0-1 0,0 9-2 0,0-9 0 0,-2 7-2 15,2-7-3-15,-2 5 2 0,2-5 1 0,-3 6 1 16,0-3-3-16,3-3-1 0,-6 3-7 0,3-1 1 16,3-2 0-16,-6 2-4 0,6-2-9 0,-8 2 0 15,8-2-4-15,-8 0 4 0,8 0-4 0,-8 0 2 16,3-2-1-16,1 0 3 0,4 2 4 0,-8-5-1 15,3 2 1-15,1 0 1 0,1-2 3 0,-1 1 2 16,2 1 2-16,-1-1 8 0,0 0 1 0,3 4 6 16,-5-7 1-16,2 2 3 0,3 5-2 0,-2-7 3 0,2 7 8 15,-2-5 2-15,2 5 4 0,-2-5 2 16,2 5 3-16,0 0 1 0,-3-5-3 0,3 5 3 0,0 0-6 16,0 0-2-16,0 0-2 0,0 0-1 0,0 0 0 15,0 0-5-15,0 0 3 0,0 0-5 0,0 0 3 16,0 0-5-16,0 0-2 0,0 0 2 0,0 0 1 15,0 0-3-15,1 19 0 0,-1-19-2 0,0 8 1 16,0-8 0-16,0 7-2 0,0-7-3 0,-2 6 1 16,2-6-2-16,-4 8 1 0,0-5-1 0,0 0-2 15,0 0 1-15,-2-1-3 0,-2 1 1 0,2-1-1 16,-1 0 0-16,1-1-3 0,-1 1 2 0,0-2-3 0,1 0 3 16,1 0-2-16,5 0 1 0,-8 1-2 0,8-1 1 15,-7-1 1-15,7 1 0 0,-6 0 1 16,6 0-3-16,0 0-2 0,0 0 1 0,-7 0-1 0,7 0-2 15,0 0 1-15,0 0 1 0,-2 5 4 0,2-5-2 16,0 0-2-16,0 7 1 0,0-7-1 0,0 0 0 16,0 9 4-16,0-9-3 0,0 7 0 0,0-7 1 15,2 6 2-15,0 0-2 0,-2-6 4 0,2 6 0 16,-2 0-5-16,0-6 3 0,0 7 0 0,0-7-3 16,-1 8 0-16,1-8-1 0,-3 5-5 0,3-5-6 15,-3 4 2-15,3-4-5 0,0 0-3 0,-5 3-12 16,5-3 2-16,-6-1-1 0,6 1 2 0,0 0-3 0,-8-2-6 15,5-2 1-15,3 4 1 0,-8-5 5 0,5 2-6 16,0-1 5-16,3 4 0 0,-4-8-3 16,1 4 2-16,3 4 5 0,-5-7-7 0,3 5 3 0,2 2 4 15,-4-7 0-15,3 3 6 0,1 4-1 0,-3-6 3 16,3 6 3-16,0 0-1 0,-3-6 0 0,3 6 5 16,-3-3 1-16,3 3 4 0,0 0-3 0,-2-4 8 15,2 4-7-15,0 0 1 0,0 0 3 0,-6-2 1 16,6 2-1-16,0 0 5 0,-7 1 0 0,7-1 4 15,0 0 6-15,-9 4-4 0,5-3 9 0,1 2-1 16,3-3 5-16,-6 5-2 0,1-2 4 0,1-2-3 16,1 3 1-16,-3 0 4 0,4 0 4 0,-3 0 5 0,2 1-2 15,0-1-6-15,0 0 2 0,0 1 3 16,2 1 1-16,-1-2 0 0,2-4 3 0,-2 10 2 16,1-4 1-16,0 1-1 0,1-1 3 0,0-6-1 0,0 14-1 15,1-8-2-15,-2 3 1 0,1 0-2 0,1-3-4 16,-2 4-3-16,1-2 0 0,0-1 0 0,0 1-7 15,0-1 0-15,0 0-7 0,0-7-4 0,-2 10-16 16,2-5-16-16,0-5-17 0,-1 7-25 0,1-7-21 16,0 0-38-16,-1 6-46 0,1-6-195 0,0 0-395 15,0 0 175-15</inkml:trace>
          <inkml:trace contextRef="#ctx0" brushRef="#br1" timeOffset="-332398.2299">-7778 3522 89 0,'0'0'279'0,"0"0"-20"0,0 0-23 0,0 0-20 16,7-7-22-16,-7 7-20 0,3-2-20 16,-3 2-33-16,5-4-39 0,-5 4-35 0,4-1-54 15,-4 1-54-15,4-2-58 0,-4 2-159 0,0 0-300 0,0 0 133 16</inkml:trace>
        </inkml:traceGroup>
        <inkml:traceGroup>
          <inkml:annotationXML>
            <emma:emma xmlns:emma="http://www.w3.org/2003/04/emma" version="1.0">
              <emma:interpretation id="{BFF1794E-007F-4DB7-84CA-8D71DA053F81}" emma:medium="tactile" emma:mode="ink">
                <msink:context xmlns:msink="http://schemas.microsoft.com/ink/2010/main" type="inkWord" rotatedBoundingBox="7880,4152 10002,4154 10001,4511 7879,4509"/>
              </emma:interpretation>
              <emma:one-of disjunction-type="recognition" id="oneOf38">
                <emma:interpretation id="interp42" emma:lang="" emma:confidence="1">
                  <emma:literal/>
                </emma:interpretation>
              </emma:one-of>
            </emma:emma>
          </inkml:annotationXML>
          <inkml:trace contextRef="#ctx0" brushRef="#br1" timeOffset="-348693.9263">-4591 3393 78 0,'0'0'226'0,"0"0"-17"0,0 0-10 16,-4-3-7-16,4 3-3 0,0 0-7 0,0 0-15 0,-6 9-10 15,6-9-12-15,-2 6-5 0,1-2 0 0,1-4-8 16,-2 10-5-16,1-4 2 0,0 2-10 0,-1 0-6 15,1 2-13-15,-2 2-9 0,2-2-9 0,0 2-7 16,-1 1-7-16,1-1-3 0,0 0-15 0,0 0-4 16,0-1-14-16,0-2-25 0,-1 0-41 0,0 0-61 15,0-2-65-15,-1-1-69 0,-1 0-228 0,1-3-496 16,0 0 220-16</inkml:trace>
          <inkml:trace contextRef="#ctx0" brushRef="#br1" timeOffset="-347037.8056">-4859 3513 78 0,'0'0'216'0,"2"4"-15"0,-2-4-9 16,0 0-21-16,0 5-13 0,0-5-16 0,0 0-8 15,1 8-4-15,-1-8-7 0,0 0-5 0,-1 12-8 0,0-9-10 16,1-3-6-16,-3 7-8 0,3-7-7 0,-5 5-9 16,2-2-8-16,3-3-5 0,-5 3-6 0,2-1-5 15,-1 0-5-15,4-2-3 0,-7 1-7 0,7-1-3 16,-8 1 0-16,8-1-5 0,-7-2-3 0,7 2-6 15,-5-4-3-15,5 4-3 0,-5-5 3 0,3 1-4 16,2 4 1-16,-4-6-4 0,2 3 2 0,2 3 1 16,-3-8-5-16,2 4 2 0,1 4 1 0,-1-6-2 15,1 6 2-15,-2-7 1 0,2 7 1 0,0 0 3 16,0-5 4-16,0 5 7 0,0 0-5 0,0 0 4 16,-2-8-1-16,2 8-2 0,0 0-1 0,3-6 0 15,-3 6-4-15,0 0-2 0,0 0 2 0,0 0-2 0,0 0-3 16,0 0-1-16,0 0-2 0,3-3 1 0,-3 3 1 15,0 0-3-15,0 0 4 0,0 0-3 0,0 0 4 16,0 0-2-16,0 0 2 0,0 0-2 0,-9 15 0 16,8-12 0-16,1-3 0 0,-4 6 0 0,1-4-4 15,3-2-2-15,-5 6-2 0,2-5-8 0,0 2-7 16,-2-1-5-16,1 1-6 0,4-3-4 0,-8 3-1 16,4-3 0-16,4 0-2 0,-9 3 0 0,4-5-8 15,5 2 1-15,-9-1 5 0,4 0 0 0,0-3 9 16,1 3 0-16,4 1 0 0,-7-3 6 0,4 0 3 15,0-2-1-15,3 5 6 0,-4-5 3 0,4 5 11 16,-2-7-1-16,2 7 7 0,-1-6-1 0,1 6 2 0,0 0 4 16,1-9 8-16,-1 9 5 0,0 0 1 0,1-6 1 15,-1 6 2-15,0 0-2 0,0 0-4 16,3-6-1-16,-3 6-4 0,0 0 0 0,0 0-2 0,0 0 2 16,0 0-6-16,0 0 0 0,0 0 5 0,0 0-6 15,0 0 0-15,0 0-2 0,-3 20 2 0,1-16-2 16,2-4 1-16,-5 7-3 0,2-2-3 0,0-2 0 15,0 0-6-15,0 2-7 0,-1-4-5 0,1 2-2 16,0 0-6-16,-1-1-5 0,4-2-6 0,-8 3-5 0,4-3-1 16,4 0 1-16,-6 0-3 0,6 0 1 15,-9-2 0-15,9 2 8 0,-7-2 2 0,3-2-1 16,1 1 5-16,3 3 1 0,-6-6 1 0,2 3 2 0,1-1 6 16,3 4 1-16,-5-6 1 0,3 1 4 15,2 5-1-15,-5-4 13 0,5 4 4 0,-1-5 6 16,1 5 4-16,0 0 4 0,0 0 1 0,-3-6 8 0,3 6 2 15,0 0 2-15,-2-4 4 0,2 4 1 0,0 0 2 16,0 0 1-16,0 0 0 0,0 0-1 0,0 0 0 16,0 0-1-16,0 0-1 0,0 0-2 0,0 0 5 15,0 0-9-15,0 0 0 0,0 0 2 0,0 0-1 16,0 0 1-16,0 0-5 0,0 0 1 0,0 0-4 16,0 0 0-16,0 0-3 0,-1 16 1 0,1-16-6 15,-2 5-2-15,2-5 0 0,0 0 0 0,-3 7-1 16,3-7-3-16,-4 6 0 0,4-6-5 0,-2 5 3 0,-1-2-4 15,3-3 0-15,-5 6 1 0,2-3 2 16,0-2-5-16,-2 2 4 0,1-1-2 0,-1 2 0 16,1-2-1-16,-2-1 5 0,-1 2-3 0,3-1-1 0,-2-1 0 15,-1 2-2-15,1-2-3 0,-1 1 1 0,-1-1 1 16,0 0 3-16,-3-1-4 0,1 1 6 0,-2-1-3 16,2-1-1-16,-1 1-4 0,1 0 2 0,-2-1-1 15,0-1 5-15,2-1-3 0,-1 0-1 0,-1 1-1 16,2-2 0-16,-1 1-2 0,1-2 0 0,4 1-3 15,0 1-6-15,-1-2-9 0,1 2-6 0,2-1-9 16,1-1-9-16,-1 1-20 0,4 4-25 0,-4-8-23 16,3 5-18-16,1 3-7 0,-1-9-14 0,1 9-32 15,0-9-27-15,0 9-139 0,1-9-377 0,1 5 167 16</inkml:trace>
          <inkml:trace contextRef="#ctx0" brushRef="#br1" timeOffset="-344256.7417">-5211 3393 28 0,'0'0'160'0,"0"0"-7"0,0 0-18 16,0 0-9-16,0 0-5 0,0 0-5 0,0 0-4 0,0 0-7 15,0 0-4-15,0 0 0 0,-16 5 0 16,10-4-11-16,2 0-4 0,-4-1-11 0,2 2-7 16,1-2-1-16,-2 1-11 0,1 1-4 0,1-2-13 0,5 0-13 15,-10 2-16-15,10-2-18 0,-9-2-20 0,3 2-34 16,6 0-53-16,-7-2-172 0,7 2-308 0,-5-3 136 15</inkml:trace>
          <inkml:trace contextRef="#ctx0" brushRef="#br1" timeOffset="-342303.7751">-5737 3493 89 0,'0'0'123'16,"0"0"-4"-16,-19 4-11 0,19-4-12 0,-6 4 2 15,3-1-9-15,3-3-13 0,-7 5-2 0,5-1 2 16,-3-2-12-16,0 1-7 0,1 0 5 0,0 0-11 16,4-3-4-16,-5 4-3 0,2-1-5 0,3-3-6 15,-3 5 1-15,3-5-8 0,-1 4 5 0,1-4-4 16,0 0 4-16,0 0-10 0,0 0 4 0,0 0-1 15,4 10 2-15,0-8-3 0,-4-2 2 0,4 5 4 0,0-4-4 16,1 1-3-16,-5-2 1 0,7 3-3 0,-3-1-1 16,2 0-5-16,-2-1 1 0,0 0-4 0,-4-1 8 15,9 3-6-15,-6-3 2 0,-3 0-8 0,7 0 5 16,-2 0 0-16,-5 0 2 0,9 1 1 0,-9-1-1 16,5 0 5-16,-5 0 0 0,4 3 2 0,-4-3-2 15,0 0 2-15,0 0 0 0,0 0 0 0,-14 3-1 16,8-3-1-16,0 2-5 0,-1-2 0 0,0 0 1 15,-1 3-6-15,1-2 1 0,-4-1 3 0,2 0-4 16,1 0-1-16,-1 0-2 0,-2 1 0 0,3-2-1 16,0 1-1-16,1 0 0 0,-1-3-1 0,2 1-1 0,0 0 2 15,0 0 0-15,2-1 4 0,0 0 4 0,4 3 1 16,-5-6 5-16,2 2 2 0,2-2 4 0,1 6 2 16,-3-9 0-16,3 3-2 0,0 6 0 0,3-14 10 15,-2 6 2-15,2 1 1 0,-1-2-4 0,1 0 0 16,1 0-1-16,-1 0 1 0,0 1-5 0,1 0-1 15,-1 0 2-15,0 2-2 0,-1 0 0 0,1 1 1 16,-1 1 3-16,0 0-8 0,-2 4-5 0,2-6 0 16,-2 6-9-16,3-4-13 0,-3 4-21 0,0 0-22 0,0 0-37 15,0 0-41-15,0 0-44 0,0 0-42 16,0 0-169-16,0 0-412 0,0 0 182 0</inkml:trace>
          <inkml:trace contextRef="#ctx0" brushRef="#br1" timeOffset="-342990.2263">-5540 3579 83 0,'0'0'117'0,"0"0"-6"0,0 0-10 0,-5 1-10 16,5-1-6-16,0 0-14 0,0 0-3 0,0 0-2 15,-8-4-9-15,8 4 0 0,0 0-5 0,-5-4-3 16,5 4-2-16,-3-4 2 0,3 4-2 0,0 0-9 16,-1-7 0-16,1 7-7 0,0 0-3 0,1-9 2 15,-1 9-5-15,0 0-3 0,3-9 3 0,-1 7-8 0,-2 2-2 16,5-5 3-16,-2 2-2 0,-3 3 0 0,5-5-3 16,-2 4 1-16,-3 1 2 0,6-2 5 15,-6 2 2-15,5 0-1 0,-5 0 6 0,7 0 4 0,-7 0 1 16,5 2 1-16,-5-2 8 0,3 3 7 0,-3-3 5 15,2 7 5-15,-2-2 1 0,0-5 7 0,0 9 0 16,-2-2 4-16,1 1-2 0,-2-1 1 0,-2 1-4 16,1 0-2-16,-2 0-3 0,2 0-3 0,-5 0-6 15,3-1-6-15,-1-1-3 0,-1 1-7 0,2 0-9 16,-1-4-22-16,-1 3-27 0,1-3-47 0,1 2-60 16,0-4-60-16,-1 1-206 0,1 1-425 0,1-2 188 15</inkml:trace>
          <inkml:trace contextRef="#ctx0" brushRef="#br1" timeOffset="-336679.1845">-6395 3424 199 0,'0'0'224'0,"0"0"-11"0,4 3-16 16,-4-3-14-16,0 0-8 0,0 0-9 0,0 0-13 15,0 0-9-15,0 0-16 0,0 0-13 0,-13 5-9 16,7-5-9-16,0 1-10 0,-1-1-9 0,-1 2-8 16,1-4-4-16,1 2-10 0,-2 0-6 0,1 0-8 15,0-1-7-15,3 0-8 0,-3-2-11 0,3 0-14 16,0 1-17-16,4 2-22 0,-7-6-27 0,5 4-21 0,2 2-12 16,-2-8-16-16,2 8-2 0,2-8 5 0,2 4-4 15,-4 4 11-15,3-7 5 0,1 3 16 0,-2 1 12 16,1 0 8-16,1-2 16 0,0 2 13 0,-4 3 8 15,4-6 16-15,-1 3 15 0,-3 3 9 0,4-5 5 16,-1 3 8-16,-3 2 4 0,6-5 4 0,-3 3-1 16,-3 2-5-16,4-5-5 0,-4 5-2 0,4-3-14 15,-4 3-14-15,4-4-20 0,-4 4-32 0,4-2-37 16,-4 2-145-16,5-2-258 0,-5 2 115 0</inkml:trace>
          <inkml:trace contextRef="#ctx0" brushRef="#br1" timeOffset="-336288.5894">-6062 3405 61 0,'0'0'234'16,"0"0"-11"-16,0 0-16 0,0 0-10 0,0 0-9 15,0 0-9-15,0 0-10 0,0 0-14 0,0 0-12 16,0 0-13-16,0 0-13 0,0 0-9 0,0 0-12 16,0 0-7-16,0 0-12 0,0 0-5 0,-20-3-6 15,13 3-8-15,1 0-10 0,1-2-15 0,-1 2-20 16,6 0-24-16,-11 0-28 0,5-2-38 0,1 1-41 16,5 1-48-16,-8-4-210 0,5 1-406 0,3 3 179 0</inkml:trace>
          <inkml:trace contextRef="#ctx0" brushRef="#br1" timeOffset="-337132.2774">-6001 3501 8 0,'0'0'156'0,"0"0"-5"16,0 0-22-16,0 0-5 0,0 0-12 0,0 0-6 0,0 0-6 15,-14 6-2-15,14-6-9 0,0 0-1 0,1 9 1 16,-1-9-12-16,-1 6-11 0,1-6-4 15,0 0-5-15,-1 8-3 0,1-8-4 0,0 4 0 0,0-4-7 16,0 0-1-16,-3 7 0 0,3-7-6 0,-3 2-2 16,3-2-5-16,0 0 1 0,-6 3-7 0,6-3-2 15,-3 4-5-15,3-4-4 0,-4 1-5 0,4-1-7 16,-6 1 0-16,6-1-5 0,0 0-2 0,-7-1 0 16,7 1 0-16,0 0-2 0,-9-2 2 0,9 2-1 15,-3-3 4-15,3 3-1 0,-6-4 3 0,6 4-1 16,-3-5 0-16,3 5-1 0,-3-3 7 0,3 3-2 0,-3-4 0 15,3 4 4-15,0 0 1 0,-2-5 1 0,2 5 5 16,-2-5-1-16,2 5 3 0,0 0 1 0,0 0 3 16,0 0 0-16,0-8 2 0,0 8-2 0,0 0 0 15,0 0-1-15,0 0-2 0,0 0 0 0,0 0-3 16,0 0 0-16,0 0-1 0,0 0 0 0,0 0-3 16,0 0-1-16,0 0-2 0,0 0 1 0,0 0 0 15,0 0-4-15,0 0 3 0,0 0-3 0,0 0 1 16,-3 15 4-16,3-15-7 0,-2 6 3 0,2-6-4 0,-4 6 0 15,4-6-3-15,-3 4-8 0,0-1 0 16,3-3-7-16,-5 4 1 0,5-4-6 0,-4 4-5 16,4-4-9-16,-6 3-9 0,3-3 4 0,3 0-6 0,-7 1 2 15,7-1 1-15,0 0 5 0,-11-1 8 0,11 1-2 16,-4-3 3-16,4 3 2 0,-6-3 9 0,6 3-1 16,-5-5 0-16,5 5 9 0,-3-4 6 0,3 4 2 15,-2-5 8-15,2 5 10 0,-1-7 8 0,1 7 4 16,-1-5 9-16,1 5 4 0,-2-7 8 0,2 7 3 15,0 0 1-15,0-8-1 0,0 8-1 0,0 0 1 16,0-7 4-16,0 7 2 0,0 0-5 0,2-6-5 0,-2 6-4 16,0 0-8-16,0 0 0 0,0 0-5 15,0 0 1-15,0 0-3 0,0 0-5 0,0 0-1 16,0 0 0-16,0 0-1 0,0 0-5 0,-8 13-2 0,8-13 1 16,-1 6-4-16,1-6 3 0,-2 6-4 0,2-6 0 15,-2 8 1-15,2-8-1 0,-2 4 1 0,2-4-5 16,-4 6 1-16,1-4-1 0,3-2 0 0,-5 4 0 15,1-1 0-15,4-3-4 0,-5 5 0 0,1-2-3 16,0-3-5-16,-1 1 0 0,-1 1 0 0,-1-1-7 16,1 0-2-16,-1-1-6 0,7 0 0 0,-11 1-1 15,5-3-7-15,1 1-2 0,5 1-8 0,-11-2 2 16,6 1 0-16,-1-2-1 0,2 1-1 0,-1 0-1 16,1-2 4-16,1 3 7 0,-3-3-4 0,3 0 6 15,3 4-3-15,-4-6 3 0,2 2 5 0,2 4-1 0,-3-7 8 16,3 7-4-16,-1-7-2 0,1 7 8 0,0 0 0 15,0 0 5-15,4-8 0 0,-4 8 7 0,4-2-7 16,-4 2 1-16,4-3 5 0,-4 3 6 0,0 0 0 16,7 1 2-16,-7-1 10 0,0 0 2 0,0 0 4 15,9 2 6-15,-6 0-1 0,-3-2 3 0,4 4-3 16,-2-1 0-16,-2-3 3 0,2 5-4 0,-2-5 0 16,2 5 2-16,-2-5 0 0,0 5-4 0,0-5 2 15,2 7-2-15,-2-7-2 0,-5 7 2 0,5-7-3 0,-3 5 1 16,3-5-2-16,-4 5 0 0,1-2-1 15,0 0-6-15,3-3 2 0,-6 3-1 0,6-3-5 16,-6 3 1-16,3-1-2 0,3-2-1 0,-7 3 0 0,3-2-8 16,4-1-5-16,-9 0 2 0,5 0-5 0,-3-1-5 15,7 1 0-15,-11-1 0 0,6-1-2 0,0 0 5 16,0 1-5-16,5 1 1 0,-7-4 4 0,3 1 3 16,4 3-1-16,-7-2 0 0,7 2 7 0,-5-4-5 15,5 4 1-15,-3-4 4 0,3 4-1 0,0 0 3 16,-1-5-1-16,1 5 4 0,0 0 1 0,0 0 6 15,0 0 2-15,1-10 5 0,-1 10 4 0,0 0 3 0,0 0 2 16,2-6 5-16,-2 6-2 0,0 0 0 0,0 0-4 16,0 0 1-16,2-5-6 0,-2 5 3 15,0 0-5-15,0 0 1 0,0 0-2 0,0 0-4 0,0 0-2 16,0 0 1-16,0 0-1 0,0 0-2 0,0 0 0 16,-2 20 2-16,2-20-3 0,-2 6-3 0,2-6-1 15,-1 7-5-15,1-7-7 0,-3 5 0 0,3-5-1 16,-3 5-5-16,0-2-2 0,3-3-5 0,-5 4-7 15,5-4-4-15,-5 3-1 0,5-3-4 0,-7 1-2 16,7-1 7-16,-7 0 1 0,7 0-1 0,-7-1 1 16,7 1 3-16,-8-3-2 0,4 2 6 0,4 1 3 15,-5-5 0-15,2 2 5 0,3 3 5 0,-4-6 0 0,4 6 2 16,-4-6 0-16,2 3 1 0,2 3 3 16,-1-6 3-16,1 6 1 0,0 0 10 0,-1-8-3 0,1 8 5 15,0 0 3-15,0 0 5 0,-2-7-2 0,2 7 2 16,0 0-1-16,0 0-1 0,0 0-4 0,0 0 1 15,3-6 3-15,-3 6-4 0,0 0-1 0,0 0 0 16,0 0 1-16,0 0 2 0,0 0-3 0,10 7-2 16,-10-7 3-16,4 5-4 0,-4-5-3 0,2 4 3 15,-2-4-2-15,1 5 1 0,-1-5 0 0,0 0-2 16,0 7-2-16,0-7 1 0,0 0-3 0,-5 6 4 16,5-6-8-16,-3 5-9 0,3-5-5 0,-6 3-4 0,6-3-4 15,-5 2-7-15,5-2 2 0,-7 1-5 0,7-1-1 16,-8-2 3-16,8 2 2 0,-9-3 6 15,5 2-5-15,-2-2 8 0,1 2-4 0,5 1 8 0,-7-5 6 16,3 2 1-16,-1 1-2 0,5 2 12 0,-5-4 2 16,5 4 11-16,-5-5-2 0,5 5 9 0,-3-1 2 15,3 1 6-15,0 0 8 0,-4-5 4 0,4 5-1 16,0 0 2-16,0 0 3 0,0 0-3 0,-3-3 0 16,3 3-3-16,0 0 1 0,0 0 2 0,0 0 8 15,0 0-2-15,0 0 6 0,0 0-1 0,0 0 1 16,0 0-2-16,0 0-1 0,0 0-6 0,10 12 3 15,-10-12-5-15,2 5-1 0,-2-5-4 0,2 4-3 0,-2-4 2 16,2 8-3-16,-2-4 3 0,0-4-1 0,1 8-4 16,-1-8 1-16,0 8-4 0,0-8-1 15,0 10-8-15,0-10 2 0,0 8-3 0,-1-3 0 0,1-5-1 16,0 9-2-16,0-9 2 0,-1 8 0 0,1-8-1 16,-1 8-3-16,-1-4-1 0,2-4 2 0,-4 6-1 15,3-2-6-15,1-4 7 0,-4 5-3 0,1-2-4 16,3-3 3-16,-6 5-1 0,2-3 1 0,0 0 0 15,0 0-3-15,-1 0 4 0,-2 1-4 0,1-2-1 16,-1 0-2-16,0 1 1 0,-1-1 0 0,0 0-1 16,0-1 1-16,0 0 0 0,-2-1-2 0,-1 1 1 15,3-1 4-15,-3 0-6 0,4-1 3 0,-2-1-1 0,3 0-1 16,-2 0 1-16,1-1 0 0,1-2-2 16,0 2-4-16,2-3-3 0,-1 0-9 0,2-2-10 15,2 0-2-15,0 0-25 0,3-3-20 0,-2 3-27 0,2-4-28 16,1 4-39-16,0-3-39 0,0 4-217 0,0-1-457 15,2 2 203-15</inkml:trace>
          <inkml:trace contextRef="#ctx0" brushRef="#br1" timeOffset="-335648.0104">-6263 3367 39 0,'0'0'230'0,"0"0"-10"16,0 0-17-16,0 0-12 0,0 0-13 0,0 0-16 16,0 0-13-16,0 0-15 0,0 0-14 0,0 0-11 0,0 0-9 15,-13 5-13-15,13-5-13 0,-8 1-18 0,4 1-12 16,-2-2-30-16,-2 1-33 0,3-1-41 0,5 0-46 16,-12 2-51-16,5-4-138 0,2 2-319 0,5 0 140 15</inkml:trace>
          <inkml:trace contextRef="#ctx0" brushRef="#br1" timeOffset="-336053.2312">-6110 3330 171 0,'5'-4'208'0,"-2"2"-9"0,-3 2-11 0,5-6-15 15,-5 6-15-15,4-3-18 0,-4 3-10 0,3-2-15 16,-3 2-14-16,0 0-26 0,0 0-26 0,4-4-31 15,-4 4-41-15,0 0-41 0,0 0-45 0,0 0-147 0,0 0-275 16,0 0 122-16</inkml:trace>
          <inkml:trace contextRef="#ctx0" brushRef="#br1" timeOffset="-348287.7126">-4724 3569 76 0,'0'0'174'0,"0"0"-19"0,0 0-15 15,0 0-14-15,0 0-11 0,0 0-14 0,-3 3-8 16,3-3-11-16,0 0-2 0,0 0-19 0,0 0 5 15,-6 0-17-15,6 0-3 0,0 0-9 0,0 0-8 16,-6-4-6-16,6 4 4 0,0 0-7 0,-3-6-4 16,3 6-1-16,-2-5-6 0,2 5 3 0,-2-4 1 15,2 4-4-15,0 0 1 0,0-7-5 0,0 7 1 16,0 0-1-16,0 0-1 0,2-10 2 0,-2 10 0 0,3-3-3 16,-3 3 5-16,0 0-1 0,5-5 5 0,-5 5-5 15,3-1 8-15,-3 1-2 0,6-2 3 0,-6 2 6 16,0 0 3-16,7 2 10 0,-7-2 7 0,5 4 4 15,-3-1 8-15,-2-3-2 0,5 6 7 0,-1-3 8 16,-2 2 5-16,1 0 4 0,-1-1-6 0,-2-4-5 16,3 10-3-16,-2-5 2 0,-1-1 3 0,0-4 2 15,-3 10-8-15,1-5-4 0,-2 0-8 0,-2 0-5 16,-1 0-2-16,-3 2-10 0,-1-2-14 0,-1 2-26 16,1-3-43-16,0 0-81 0,3-2-78 0,-1 1-215 15,1-1-459-15,2-2 203 0</inkml:trace>
        </inkml:traceGroup>
        <inkml:traceGroup>
          <inkml:annotationXML>
            <emma:emma xmlns:emma="http://www.w3.org/2003/04/emma" version="1.0">
              <emma:interpretation id="{727FBEB5-8964-47FC-9740-E026B88F6A1A}" emma:medium="tactile" emma:mode="ink">
                <msink:context xmlns:msink="http://schemas.microsoft.com/ink/2010/main" type="inkWord" rotatedBoundingBox="10140,4223 10869,4224 10868,4612 10139,4611"/>
              </emma:interpretation>
              <emma:one-of disjunction-type="recognition" id="oneOf39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1" timeOffset="-350412.5603">-3920 3525 112 0,'0'0'183'0,"0"0"-5"16,0 0-7-16,-5 12-7 0,5-12-15 0,-2 8-2 15,1-4-7-15,1-4-6 0,-2 9-5 0,0-1-9 16,0-2 0-16,0 2-7 0,-1 0-11 0,-1-2-7 16,1 1-6-16,-2 1-10 0,2 0-6 0,-2 0-4 15,1-1-9-15,0 0-11 0,1-1-3 0,-1-2-15 16,2 0-19-16,-1 0-33 0,0 0-40 0,0-1-57 16,3-3-57-16,-6 2-190 0,6-2-396 0,0 0 175 15</inkml:trace>
          <inkml:trace contextRef="#ctx0" brushRef="#br1" timeOffset="-349896.9457">-4065 3512 124 0,'0'0'169'0,"4"-6"-18"16,-4 6-1-16,3-6-15 0,1 3-9 0,-4 3-9 16,5-6-5-16,-2 3-11 0,0 1-6 0,-3 2-1 15,5-3-7-15,-5 3-18 0,5-4 5 0,-5 4-10 16,4-2-1-16,-4 2-14 0,0 0-3 0,5-2-4 16,-5 2-4-16,0 0-2 0,0 0-2 0,6 4-6 0,-6-4-2 15,4 4 1-15,-4-4-10 0,4 5 0 0,-2-2-3 16,-2-3 1-16,4 7-1 0,-2-4 0 15,-2-3 0-15,1 7 2 0,0-3 4 0,-1-4 1 0,0 0 1 16,-2 9 1-16,-1-5 2 0,1 1 0 0,-2-2 1 16,-1-2-2-16,1 1-1 0,0 1 0 0,-3-1-4 15,2-1-2-15,0 0 0 0,-1 1 3 0,6-2-6 16,-10 1-1-16,6-1-1 0,-2 3 0 0,2-2 0 16,4-1 2-16,-7 0-3 0,7 0 2 0,-6 1 0 15,6-1 0-15,-7 1 1 0,7-1 1 0,-7 1-2 16,7-1 4-16,-6 4 0 0,3-1 1 0,1 0 3 15,0 1 5-15,2-4 1 0,-4 7-1 0,3-2-3 0,0 1-1 16,0 1-2-16,0 1-1 0,2-2 1 16,0 2-2-16,-1 1-2 0,1-1 1 0,0 1-3 15,-1-1 6-15,1 1-3 0,-1 0 2 0,1 2-5 0,0-2 3 16,-1 1-1-16,0-1-2 0,-1 0-5 0,0 0-8 16,0 0-14-16,1 0-15 0,-3-2-48 0,1 1-54 15,0-4-63-15,-1 1-251 0,1-2-480 0,2-3 213 16</inkml:trace>
          <inkml:trace contextRef="#ctx0" brushRef="#br1" timeOffset="-349506.3594">-4266 3402 11 0,'0'0'224'0,"0"0"-15"0,0 0-9 0,0 0-11 16,0 0-1-16,0 0-7 0,0 0-4 0,0 0 0 15,0 0-11-15,-3 22-6 0,3-17-12 0,-2 3-5 16,1-1-12-16,1 1-4 0,0 2-11 0,0-1-13 16,0 0-8-16,-1 3-10 0,0-3-7 0,0 3-16 15,1-3-21-15,-1 2-29 0,0-3-45 0,-1 1-59 16,0-2-66-16,2-1-59 0,-4 0-204 0,3-1-456 15,-1-1 203-15</inkml:trace>
          <inkml:trace contextRef="#ctx0" brushRef="#br1" timeOffset="-349240.7715">-4367 3557 192 0,'0'0'209'0,"0"0"-12"0,0 0-6 0,0 0-11 16,0 0-16-16,5 17-14 0,-5-17-14 0,1 10-12 15,-2-4-12-15,1 1-4 0,-2 1-3 0,2-1-11 16,-2 1-6-16,-1 0-7 0,-1 1-5 0,1-2-9 16,-1 1-5-16,-1-2-8 0,-1 1-4 0,1-2-5 15,-1 1-5-15,0-1-6 0,0 0-11 0,1-1-16 16,0 0-20-16,1-2-18 0,-1-1-25 0,5-1-42 0,-8 2-37 15,8-2-45-15,-7-2-166 0,7 2-376 0,-5-5 167 16</inkml:trace>
          <inkml:trace contextRef="#ctx0" brushRef="#br1" timeOffset="-348989.7893">-4386 3479 25 0,'0'0'264'16,"2"-6"-15"-16,-2 6-13 0,4-5-16 0,-4 5-15 15,1-4-18-15,-1 4-19 0,0 0-14 0,0 0-21 0,2-5-26 16,-2 5-32-16,0 0-50 0,0 0-67 0,0 0-74 15,0 0-199-15,0 0-342 0,0 0 151 0</inkml:trace>
          <inkml:trace contextRef="#ctx0" brushRef="#br1" timeOffset="-350646.9031">-3859 3385 100 0,'0'0'201'0,"0"-6"-11"0,0 6-3 16,0 0-12-16,0 0-10 0,0 0-10 0,0 0-14 0,0 0-10 15,0 0-13-15,0 0-3 0,0 0-3 0,0 0-4 16,0 0 4-16,0 0-7 0,-3 16-4 16,2-11-6-16,0 3-3 0,1 0-6 0,0-1-1 0,0 2-7 15,-1-1-4-15,1 1-5 0,-1 1-9 0,1-1-4 16,-1-1-3-16,0 2-19 0,-2-2-13 0,3-1-26 16,-1 2-35-16,1-2-34 0,-2-2-44 0,1 3-41 15,0-5-28-15,1-3-219 0,-3 9-441 0,1-6 195 16</inkml:trace>
          <inkml:trace contextRef="#ctx0" brushRef="#br1" timeOffset="-350943.7576">-3747 3483 144 0,'0'0'172'0,"0"0"-7"0,0 0-7 15,0 0-6-15,0 0-3 0,0 0-8 0,0 0-9 16,0 0-9-16,0 0-7 0,2 15 0 0,-2-15-4 16,4 7 1-16,-2-3 0 0,1 2-3 0,-1-2-15 15,-1 1-3-15,2-1-6 0,-1 1-9 0,1 1-2 16,-3-2-8-16,0-4-3 0,1 9-3 0,-1-4-3 15,0-5-4-15,-3 7-1 0,1-3-8 0,-2 0-2 16,1-2-7-16,3-2-5 0,-7 5-4 0,3-4-12 16,4-1-23-16,-6 2-29 0,1 0-41 0,5-2-51 15,-9 0-50-15,4-3-32 0,-2 2-182 0,2-2-424 16,-2 0 187-16</inkml:trace>
        </inkml:traceGroup>
        <inkml:traceGroup>
          <inkml:annotationXML>
            <emma:emma xmlns:emma="http://www.w3.org/2003/04/emma" version="1.0">
              <emma:interpretation id="{5883EA64-F97B-41FD-A936-99B509DE1EE8}" emma:medium="tactile" emma:mode="ink">
                <msink:context xmlns:msink="http://schemas.microsoft.com/ink/2010/main" type="inkWord" rotatedBoundingBox="11020,4099 12659,4100 12658,4559 11019,4557"/>
              </emma:interpretation>
              <emma:one-of disjunction-type="recognition" id="oneOf40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1" timeOffset="-357302.6696">-1937 3642 213 0,'0'0'198'16,"0"0"-13"-16,0 0-17 0,-13-6-17 0,13 6-12 16,-6-1-13-16,6 1-17 0,-8-1-10 0,8 1-12 15,-8 0-15-15,3-1-27 0,5 1-25 0,-9-1-28 16,3 1-21-16,0-1-34 0,1 0-39 0,5 1-133 0,-9 1-256 16,5-1 114-16</inkml:trace>
          <inkml:trace contextRef="#ctx0" brushRef="#br1" timeOffset="-357146.4456">-2029 3715 56 0,'0'0'242'16,"7"-4"-22"-16,-7 4-22 0,0 0-19 0,5-5-24 15,-5 5-43-15,3-2-59 0,-3 2-79 0,0 0-173 16,0 0-214-16,0-7 95 0</inkml:trace>
          <inkml:trace contextRef="#ctx0" brushRef="#br1" timeOffset="-356802.7211">-2195 3534 48 0,'0'0'217'0,"0"0"-4"15,1 20-9-15,-1-20-4 0,0 9-7 0,-1-4-11 16,1-5-6-16,-2 12-7 0,1-4-8 0,-2 0-12 15,2-1-11-15,-1 2-9 0,-2-3-16 0,1 2-6 16,0-1-14-16,0 0-4 0,-2-1-10 0,1 0-8 16,0-1-13-16,0-1-18 0,-1 1-27 0,0-2-20 15,-2 0-40-15,1-2-38 0,1 2-29 0,-2-2-42 16,2-1-39-16,-2 0-178 0,2 0-405 0,5 0 179 0</inkml:trace>
          <inkml:trace contextRef="#ctx0" brushRef="#br1" timeOffset="-356287.1319">-2288 3527 56 0,'0'0'148'0,"0"0"-9"0,0 0-15 16,0 0-6-16,0 0-8 0,0 0-6 0,-14 7-8 15,10-5-6-15,4-2-8 0,-8 3-12 0,3 0-2 16,1-2-8-16,0 1-5 0,-2 1-2 0,1 0-6 16,0-1-9-16,-1 2-3 0,1-1-5 0,1-2 1 15,-1 2-3-15,1 0 1 0,1-1-2 0,-1 1-5 16,4-3-4-16,-5 5 4 0,2-3-4 0,3-2-4 16,-2 6 5-16,2-6-1 0,0 0 1 0,0 6 2 15,0-6 5-15,0 0 2 0,4 8-1 0,-4-8 7 16,3 4 0-16,0-2 4 0,1 1-12 0,-4-3 10 15,5 5 3-15,-4-3-4 0,-1-2 2 0,6 3-2 0,-6-3-12 16,3 5 10-16,-3-5 1 0,3 2-1 0,-3-2 2 16,0 0-3-16,0 6 4 0,0-6 2 15,0 0-1-15,0 0-2 0,-4 8-2 0,4-8-1 0,-5 3-3 16,5-3 0-16,-4 1-5 0,-1 0 3 0,5-1-2 16,-9 0-3-16,4 1-1 0,-2-1-1 0,2 0 2 15,-3 0-6-15,1-1 3 0,0 0-8 0,-1-1 5 16,1 1-2-16,-1 0-2 0,0-2-2 0,0 0-2 15,-1-2-2-15,0 2 4 0,-1-1-1 0,4 0 3 16,-1 0-3-16,2 0 3 0,1 1-2 0,0-1 4 16,2-1-2-16,-1 1 1 0,1-1-1 0,2 5 2 15,-2-8-8-15,1 2 3 0,1 6-4 0,3-11-2 16,-2 5-17-16,1 0-9 0,1 0-22 0,-1 2-38 0,1 0-45 16,0 0-47-16,-3 4-75 0,4-5-145 0,-4 5-428 15,4-6 190-15</inkml:trace>
          <inkml:trace contextRef="#ctx0" brushRef="#br1" timeOffset="-355771.5457">-2635 3412 25 0,'0'0'208'15,"0"0"-4"-15,0 0-5 0,6 12-8 0,-6-12-8 16,-2 8-14-16,2-8-10 0,-1 9-11 0,1-3-11 15,-1 0-9-15,-1 0-11 0,0 2-11 0,0-1-3 16,0 2-8-16,-1-3-4 0,0 1-6 0,0 0-9 16,-1 0-9-16,1-1-2 0,0-1-11 0,-3-1-4 15,2 2-4-15,2-3-2 0,-2 2-3 0,1-2-5 16,3-3-6-16,-4 4 2 0,0-2-6 0,4-2-2 16,0 0-4-16,-7 1 2 0,7-1-5 0,0 0-3 15,-9-4 3-15,9 4-4 0,-3-6-1 0,0 3-3 0,0 0 1 16,3 3 3-16,-3-8-5 0,3 8 0 0,-3-7 2 15,0 4 1-15,3 3-6 0,-3-5 5 16,3 5-1-16,0 0 0 0,-3-4-2 0,3 4 0 0,0 0-1 16,-7 0 0-16,7 0 0 0,0 0-4 0,-8 6 1 15,8-6 2-15,-5 4-3 0,2-1 2 0,1 0-7 16,-1 0-2-16,-1 0-9 0,1 2-9 0,-2-2-15 16,0 1-9-16,1-1-26 0,0 0-30 0,-1 2-31 15,1-3-27-15,4-2-24 0,-6 2-42 0,3 0-139 16,3-2-395-16,-6 3 175 0</inkml:trace>
          <inkml:trace contextRef="#ctx0" brushRef="#br1" timeOffset="-355490.3001">-2409 3255 61 0,'0'0'162'0,"0"0"-15"0,0 0 6 0,0 0-14 16,0 0-2-16,-14 5-5 0,4 1-9 0,0 3-4 15,0 0-7-15,0 0-12 0,-5 5-14 0,4-4-3 16,-2 2-10-16,2-3-13 0,0 4-10 0,-4-1-39 15,5-3-49-15,3-3-63 0,-4 1-168 0,7 1-290 16,-2-4 129-16</inkml:trace>
          <inkml:trace contextRef="#ctx0" brushRef="#br1" timeOffset="-352568.6526">-2970 3501 179 0,'0'0'167'0,"0"0"-12"16,0 0-8-16,8 14-14 0,-8-14-8 0,3 7-8 16,-3-2-7-16,1 1-3 0,1-2-10 0,-1 2-10 15,-1-6-4-15,2 10-9 0,-1-6 2 0,0 1-7 16,1 0-11-16,-2-5-4 0,1 7-5 0,-1-7-3 15,0 7-3-15,0-7-4 0,0 7 5 0,0-7-6 16,0 8-2-16,0-8-5 0,0 0-2 0,-2 5-1 16,2-5 3-16,0 0-6 0,-3 3-2 0,3-3-3 15,0 0-3-15,-8 2-1 0,8-2-2 0,-6-1-3 0,6 1-2 16,0 0-3-16,-10-2-5 0,10 2-3 16,-7-2 0-16,3 1-6 0,4 1 3 0,-7-3-2 15,3 0-1-15,0 2-5 0,4 1-2 0,-11-5-3 0,8 3 4 16,-1 0 3-16,2-2-3 0,-3 0 2 0,5 4-5 15,-4-7 1-15,2 3 2 0,2 4-3 0,-1-10 5 16,0 6-5-16,1 4 2 0,0-11-3 0,2 4 4 16,-2-1-4-16,1 3-4 0,0 0 2 0,2 0-1 15,-2-1 4-15,-1 6 2 0,5-7 3 0,-5 3 0 16,2 0-1-16,-2 4-3 0,4-4 9 0,-4 4 0 16,3-4 0-16,-3 4 6 0,5-4-5 0,-5 4-2 15,0 0 2-15,6-1 3 0,-6 1-3 0,0 0 0 16,0 0 7-16,7 3-4 0,-7-3 3 0,4 4 3 0,-2-1 1 15,-2-3 0-15,3 6 2 0,-1-2-6 16,-2-4 4-16,2 7 0 0,-1-3-1 0,-1-4 4 16,3 8 2-16,-3-8 3 0,-3 7-1 0,3-7 3 0,-3 5 6 15,3-5 0-15,-5 6-7 0,1-5 2 0,0 1 2 16,4-2-1-16,-10 4-4 0,4-2 0 16,-1-2-3-16,0 1 1 0,1 1 0 0,-1-2-3 15,1 0 3-15,-1 0-6 0,1 0 5 0,-1 0-4 0,2-3-2 16,5 3 5-16,-9 0-2 0,5-1 0 0,4 1-2 15,-8-2 1-15,3 0-5 0,5 2 5 0,-7-1-2 16,7 1-1-16,-5-3 1 0,5 3 2 0,-5 0-1 16,5 0 2-16,0 0 2 0,0 0 0 0,-7-3 3 15,7 3 0-15,0 0 1 0,0 0 1 0,0 0-2 16,0 0 3-16,-4 3 3 0,4-3-3 0,0 0 4 16,-2 7 1-16,2-7 3 0,0 6 0 0,0-6 0 15,0 8 4-15,0-8-1 0,-3 10 0 0,3-5 1 0,-1 4-1 16,-1-2 0-16,1 1 3 0,-2-1-2 15,-1-1-3-15,1 2 1 0,-1 0-7 0,0-1 3 16,0 1-4-16,-1-1-1 0,0-1-1 0,-1-1-2 16,1 1-13-16,0-2-17 0,-1 0-22 0,0 0-29 0,1 0-34 15,0-3-44-15,0 0-41 0,1 1-185 0,4-2-402 16,-8 0 178-16</inkml:trace>
          <inkml:trace contextRef="#ctx0" brushRef="#br1" timeOffset="-351381.2246">-3450 3706 154 0,'0'0'267'0,"0"0"-11"0,0 0-16 0,0 0-23 15,0 0-20-15,0 0-22 0,0 0-31 0,8-9-55 16,-8 9-83-16,0 0-84 0,0 0-201 0,0-7-300 15,0 7 133-15</inkml:trace>
          <inkml:trace contextRef="#ctx0" brushRef="#br1" timeOffset="-351537.478">-3375 3646 14 0,'4'2'228'0,"-4"-2"-12"0,0 0-10 16,0 0-5-16,0 0-19 0,0 0-16 0,0 0-9 16,0 0-17-16,0 0-12 0,-18-3-9 0,12 2-15 15,0 0-10-15,1 0-9 0,5 1-13 0,-10 0-18 16,10 0-18-16,-7-1-26 0,7 1-40 0,-9 0-41 16,9 0-47-16,-6 0-68 0,6 0-116 0,-6 0-326 15,6 0 145-15</inkml:trace>
          <inkml:trace contextRef="#ctx0" brushRef="#br1" timeOffset="-351787.4593">-3381 3474 55 0,'0'0'207'0,"0"0"-16"0,0 0-17 0,0 0-13 15,0 0-12-15,0 0-10 0,7-12-18 0,-7 12-1 16,5 0-9-16,-5 0-8 0,0 0-6 0,8 0-11 16,-8 0-9-16,5 0-7 0,-5 0-3 0,7 0-12 15,-7 0-3-15,6 2-7 0,-3-1-4 0,-3-1 0 16,6 2-8-16,-6-2-4 0,4 3-1 0,-4-3-5 15,3 4 0-15,-3-4 1 0,4 5-6 0,-4-5-3 16,3 6-3-16,-3-6 0 0,1 6-4 0,-1-6-7 16,0 7-3-16,0-7 1 0,0 7-3 0,0-7 0 15,0 8-4-15,0-8 0 0,-1 6-1 0,1-6 2 16,0 0-3-16,0 8 0 0,0-8 2 0,1 6-3 16,-1-6 2-16,0 0 1 0,0 4 4 0,0-4-4 0,0 0 0 15,3 6 2-15,-3-6-2 0,0 0 4 0,0 0-4 16,4 3 6-16,-4-3-6 0,0 0 5 15,3 2 1-15,-3-2-5 0,0 0 0 0,0 0 3 0,6 0 1 16,-6 0-3-16,0 0 5 0,0 0-6 0,0 0 4 16,7-3-1-16,-7 3 0 0,0 0 6 0,0 0-2 15,0 0-1-15,0 0-1 0,0 0 1 0,0 0 5 16,0 0 7-16,0 0 2 0,0 0-3 0,0 0 2 16,-14 7 1-16,9-5-1 0,1-2 2 0,4 0-5 15,-12 3 4-15,6-3-6 0,-2 3-1 0,2-3 1 16,-2 1 1-16,-1-1-7 0,1 1 5 0,-3-1 1 15,2 0 1-15,0-1-2 0,1 0 1 0,1-1 0 16,-2 1-4-16,2-1 0 0,-1 1-3 0,1-2 7 0,1 1 5 16,1-1-4-16,1 0 2 0,0 1-4 15,-1-2-1-15,3 0 6 0,2 4 0 0,-3-6-4 16,1 1 2-16,2 5 2 0,-2-9-2 0,2 5-3 0,0 4 8 16,-1-8-2-16,1 8 3 0,-1-6 1 0,1 6-2 15,0 0 1-15,-2-7 4 0,2 7-1 0,-3-2 4 16,3 2-5-16,0 0 0 0,-6-1-3 0,6 1 0 15,0 0-1-15,0 0 0 0,-11 3-3 0,8-2 2 16,3-1-7-16,-8 3 2 0,3-1-3 0,2 1 3 16,-1 0-2-16,4-3 1 0,-8 4-1 0,5-2-2 15,0 2 1-15,-2-1-5 0,3-1-8 0,-1 2-13 16,3-4-15-16,-4 8-22 0,1-5-25 0,3-3-26 16,-5 7-37-16,4-4-38 0,1-3-170 0,-3 6-384 15,1-2 171-15</inkml:trace>
          <inkml:trace contextRef="#ctx0" brushRef="#br1" timeOffset="-357552.65">-1938 3489 15 0,'0'0'182'0,"0"0"-14"15,0 0-10-15,0 0-5 0,0 0-10 0,0 0-8 16,0 0-3-16,0 0-7 0,4 19-12 0,-4-19-7 15,-1 5-13-15,1-5-9 0,0 0-5 0,0 9-6 16,0-9-11-16,-2 5-5 0,2-5-2 0,0 0-16 16,-1 7 5-16,1-7-6 0,-3 5 0 0,3-5-7 15,-3 3-9-15,3-3-5 0,-5 1-9 0,5-1-6 16,-7 2-5-16,7-2 2 0,-8-2-5 0,8 2-5 16,-9-3-9-16,4 0-3 0,0 0 4 0,-2-1 1 15,1 1 0-15,0 0 1 0,0-1 3 0,3 1-1 16,-2-1 3-16,1 1 7 0,1 0 5 0,3 3 2 15,-5-6 10-15,1 2 10 0,2 0-1 0,2 4 7 16,-4-7 0-16,3 3 6 0,1 4-1 0,0 0 5 0,-2-7-2 16,2 7 2-16,-3-4-1 0,3 4 3 0,0 0-9 15,0 0-3-15,0 0 1 0,0 0 0 16,0 0-2-16,0 0 2 0,0 0 2 0,0 0 2 0,0 0-6 16,0 0 3-16,0 0-3 0,0 0-2 0,4 21-1 15,-2-16 0-15,0-1-4 0,-1 1 0 0,0-1 1 16,1 2-5-16,-2-6 1 0,3 9-1 0,-2-3-3 15,-1-6-5-15,1 10 2 0,-2-6 0 0,1-4-2 16,-2 9-1-16,-1-6-8 0,3-3-7 0,-5 7-8 16,2-5-9-16,-3-1-1 0,0 1-2 0,0-2-12 15,-2 1-13-15,3-2-16 0,-2 2-18 0,0-1-18 16,2 0-26-16,5 0-25 0,-8-3-55 0,8 3-117 16,-4-4-354-16,4 4 157 0</inkml:trace>
        </inkml:traceGroup>
        <inkml:traceGroup>
          <inkml:annotationXML>
            <emma:emma xmlns:emma="http://www.w3.org/2003/04/emma" version="1.0">
              <emma:interpretation id="{2AFE9B2C-AA86-454E-BD02-6F463E2CC9ED}" emma:medium="tactile" emma:mode="ink">
                <msink:context xmlns:msink="http://schemas.microsoft.com/ink/2010/main" type="inkWord" rotatedBoundingBox="12808,4158 14159,4159 14158,4547 12807,4546"/>
              </emma:interpretation>
              <emma:one-of disjunction-type="recognition" id="oneOf41">
                <emma:interpretation id="interp45" emma:lang="" emma:confidence="1">
                  <emma:literal/>
                </emma:interpretation>
              </emma:one-of>
            </emma:emma>
          </inkml:annotationXML>
          <inkml:trace contextRef="#ctx0" brushRef="#br1" timeOffset="-361677.3359">-544 3549 20 0,'6'-3'192'0,"-6"3"-22"0,5 0-14 0,-5 0-14 15,0 0-7-15,8 5-11 0,-4-2-8 0,-4-3-6 16,3 6-14-16,-1-3-14 0,-2-3 0 0,4 6-5 16,-4-1-6-16,1 0-5 0,-1-5-5 0,2 6-6 15,-2-1-3-15,0-5-9 0,2 7 0 0,-2-7-3 0,1 6-5 16,-1-6-6-16,1 6-2 0,-1-6-2 0,0 0-5 15,0 6-9-15,0-6-5 0,0 0-6 0,-5 3-7 16,5-3-3-16,0 0 0 0,0 0 3 0,0 0-11 16,-11-6 2-16,11 6 8 0,-6-6-4 0,3 4-1 15,0-2 1-15,-1 1 6 0,1-1 1 0,1-1-3 16,2 5-4-16,-5-8 6 0,3 4 0 0,-1-2 1 16,2 2 7-16,1 4 5 0,-2-9-2 0,2 9 2 15,-1-8 1-15,1 8-2 0,1-7 12 0,-1 7-3 16,0 0 5-16,0-8-1 0,0 8-9 0,0 0 4 15,-1-7 1-15,1 7 0 0,0 0-3 0,0 0-2 16,0 0-1-16,1-7 2 0,-1 7-5 0,0 0-1 16,0 0 5-16,0 0-5 0,0 0-3 0,0 0 3 15,0 0-2-15,0 0 0 0,0 0 0 0,-7 14 0 0,7-14 6 16,-5 7-6-16,3-6-9 0,2-1 3 16,-6 6-4-16,3-4-3 0,3-2-13 0,-6 3-2 15,1-2-3-15,5-1-7 0,-7 0-11 0,2 0 5 16,5 0 1-16,-8 0-1 0,3-2-5 0,0 0 8 0,5 2-3 15,-9-5 8-15,5 2 8 0,1 0-8 0,-1-2 7 16,1 2 5-16,-1-1 6 0,0-1 17 16,4 5 1-16,-4-7 7 0,2 2 6 0,1 0 4 15,1 5 14-15,-3-7 3 0,3 7 7 0,-2-7 9 0,2 7 9 16,0 0-11-16,-1-6 7 0,1 6-1 0,0 0-1 16,0 0-2-16,-1-6-5 0,1 6-5 0,0 0-2 15,0 0-9-15,0 0-2 0,0 0-5 16,0 0 1-16,0 0-4 0,0 0-1 0,0 0-3 0,0 0-3 15,0 0 0-15,-2 15-4 0,2-15 1 0,-2 9 1 16,2-4-1-16,-2 0-6 0,2-5 0 0,-2 9 2 16,1-4-4-16,-1-2 0 0,2-3-3 0,-4 9-6 15,2-6-2-15,2-3-5 0,-4 4-3 0,4-4-3 16,-6 3-5-16,6-3-2 0,-6 2-4 0,6-2 0 16,-7 0 3-16,7 0 2 0,-8-3 1 0,5 1-2 15,-1-1 3-15,-1 1 1 0,1-2 3 0,-2 0 3 16,1-1-1-16,0 1 4 0,1 0-4 0,0 0 11 15,0-2 5-15,1 2 1 0,0 1 7 0,0 0 3 16,3 3 6-16,-6-7 5 0,3 5 0 0,1-3 3 16,2 5 4-16,-3-4 5 0,3 4 0 0,0 0-4 15,-4-5-2-15,4 5 2 0,0 0-5 0,0 0-5 16,0 0 0-16,-3-4 2 0,3 4 0 0,0 0 1 16,0 0-2-16,0 0 1 0,0 0 0 0,0 0-1 0,0 0-3 15,4 20 2-15,-2-16-2 0,-2-4 1 16,3 8-1-16,-1-3-2 0,-1 0-3 0,0-1 0 15,-1-4 0-15,1 9-3 0,-1-9-2 0,-1 8 3 16,1-8-4-16,-4 9-3 0,1-6-5 0,-1 1-4 0,-1-2-8 16,1 2-7-16,-1-2-11 0,0 0-9 15,0 1-11-15,-1-1-23 0,2 0-17 0,-1-2-32 16,5 0-36-16,-6 0-17 0,6 0-191 0,-7 0-396 0,7 0 176 16</inkml:trace>
          <inkml:trace contextRef="#ctx0" brushRef="#br1" timeOffset="-361396.1346">-668 3703 198 0,'0'0'214'0,"0"0"-19"15,0 0-21-15,-16-3-18 0,10 4-15 0,-1-2-15 16,7 1-21-16,-9-1-21 0,9 1-29 0,-10-1-43 16,7 0-58-16,3 1-48 0,-7 0-126 0,7 0-239 15,-4-3 106-15</inkml:trace>
          <inkml:trace contextRef="#ctx0" brushRef="#br1" timeOffset="-360693.0507">-975 3461 28 0,'0'0'199'0,"0"0"-10"0,0 0-10 0,0 0-11 0,0 0-14 16,0 0-11-16,0 0-11 0,0 0-7 0,0 0 1 16,0 0-4-16,0 0-4 0,0 0-9 0,0 0-4 15,0 0-3-15,0 0-7 0,0 0-5 0,7 15-1 16,-7-15-1-16,1 7-3 0,1-2-4 0,1 0-8 16,-3 0-5-16,3 0-6 0,-3 1-6 0,2-2-1 15,0 2-2-15,0-1-10 0,0-1 0 0,0 1-7 16,-2-5-4-16,0 9-1 0,0-5 1 0,0-4-4 15,-2 8-5-15,2-8-1 0,-6 6-6 0,4-4-1 16,-1 1-4-16,3-3-13 0,-12 4-11 0,6-3-24 16,-2-1-27-16,1 2-44 0,0-2-49 0,-1-2-50 0,-2 1-233 15,2-1-477-15,-3-1 212 0</inkml:trace>
          <inkml:trace contextRef="#ctx0" brushRef="#br1" timeOffset="-359161.9072">-1518 3429 113 0,'0'0'230'0,"0"0"-15"16,0 0-19-16,0 0-16 0,0 0-18 0,0 0-11 16,0 0-12-16,0 0-13 0,0 0-14 0,0 0-8 15,-20 2-14-15,13-1-7 0,3 0-17 0,-2 1-20 16,2-2-24-16,4 0-30 0,-9 1-35 0,9-1-45 16,-6-1-52-16,6 1-153 0,0 0-318 0,0 0 142 15</inkml:trace>
          <inkml:trace contextRef="#ctx0" brushRef="#br1" timeOffset="-359380.6576">-1202 3505 105 0,'4'-2'187'16,"-4"2"-14"-16,0 0-11 0,0 0-12 0,0 0-7 0,0 0-5 16,0 0-5-16,7 1-9 0,-7-1-9 0,0 0-4 15,0 0-8-15,2 8-7 0,-2-8-6 16,1 6-7-16,-1-6-6 0,0 0-9 0,-2 9-6 0,2-9-8 16,-3 7-4-16,3-7-3 0,-2 7-5 0,0-5-2 15,2-2-9-15,-4 5-2 0,1-2-5 0,3-3-3 16,-4 3-7-16,-1-2-5 0,5-1-7 0,-6 2-13 15,6-2-2-15,-6 0-3 0,6 0 4 0,-8-2-4 16,8 2 0-16,-6-1 1 0,2-2 3 0,4 3 2 16,-6-5-2-16,2 4 4 0,4 1-2 0,-4-4 6 15,4 4 1-15,-5-7-3 0,5 7 1 0,-2-4 0 16,2 4 2-16,-1-5 2 0,1 5 2 0,0 0 5 16,-1-7 1-16,1 7-1 0,0 0 2 0,0 0 7 15,0-8-3-15,0 8-2 0,0 0 2 0,0 0-3 16,3-4-2-16,-3 4-1 0,0 0 0 0,0 0 0 15,0 0 0-15,0 0-1 0,0 0-2 0,0 0 3 0,0 0-2 16,0 0-2-16,0 0 2 0,-3 18 0 0,3-18-1 16,-3 7 2-16,0-4-5 0,3-3-4 0,-6 8-3 15,3-5-7-15,-1-2-1 0,4-1-5 0,-8 4-5 16,3-3-8-16,0 0-1 0,0-1 0 0,5 0 2 16,-12 0-1-16,8-1 2 0,4 1-1 0,-8-3 6 15,4 0 3-15,4 3 0 0,-7-4 6 0,5 0 2 16,2 4 1-16,-2-6-2 0,2 6 9 0,-2-6 8 15,2 6 3-15,-3-6 6 0,3 6-4 0,0 0 11 16,0-6 5-16,0 6 4 0,0 0-1 0,0 0-1 16,0 0 4-16,2-9 4 0,-2 9-3 0,0 0-3 15,0 0-1-15,0 0-6 0,0 0-2 0,0 0 3 16,0 0-1-16,0 0-2 0,0 0-4 0,0 0-3 0,0 0 4 16,0 0-4-16,0 0-1 0,0 0-4 0,0 0 2 15,-8 14-1-15,8-14-1 0,-3 4 1 16,1 1-1-16,2-5-5 0,-4 4-2 0,1-2-8 0,3-2-1 15,-4 3-5-15,-1 0-6 0,5-3-4 0,-8 1-7 16,4 0 1-16,4-1-7 0,-8 0 5 0,8 0-3 16,-9-4 6-16,3 4 2 0,1-3 6 0,5 3-1 15,-6-4 2-15,4 1-1 0,2 3 4 0,-5-5 0 16,5 5 8-16,-4-6-4 0,4 6 16 0,-2-4 5 16,2 4 4-16,-2-5 6 0,2 5 3 0,0 0 12 15,0 0-1-15,-1-6 3 0,1 6 4 0,0 0 5 16,0 0 0-16,-1-6 1 0,1 6 4 0,0 0 1 15,0 0 1-15,0 0-2 0,0 0 1 0,0 0-3 16,0 0 0-16,0 0 3 0,0 0-4 0,0 0-3 16,0 0-2-16,0 0-3 0,0 0-1 0,0 0-3 15,0 0-4-15,0 0-3 0,0 0-1 0,0 0-4 0,7 14-2 16,-7-14-1-16,1 6 0 0,-1-6 1 0,0 7-2 16,0-2-2-16,0-5-1 0,-2 7 0 0,2-7-3 15,-2 8 0-15,2-8 0 0,-3 6-1 0,1-3 0 16,2-3 0-16,-5 6-1 0,2-3 1 0,3-3-1 15,-6 3 1-15,1-1-2 0,-1-1-1 0,2 0-3 16,-3 0 1-16,2 0 1 0,-2-1 0 0,1 0-5 16,-3 0 6-16,1 0-3 0,-3 0 0 0,0-3-3 15,1 1 0-15,0 1-2 0,-2-2-2 0,1 0-13 16,1-1-5-16,0-1-4 0,-2 2-10 0,3-1-8 16,1 0-14-16,2 1-20 0,-1-1-18 0,1-1-20 15,1 2-13-15,2-2-19 0,1 1-19 0,0-2-33 16,-1 2-152-16,3 4-381 0,-1-10 169 0</inkml:trace>
          <inkml:trace contextRef="#ctx0" brushRef="#br1" timeOffset="-360348.3379">-1131 3361 197 0,'0'0'222'0,"0"0"-12"0,0 0-9 16,0 0-4-16,0 0-7 0,2 17-8 0,-2-17-13 16,1 10-17-16,-1-5-6 0,-1 2-15 0,1 1-8 15,-1 1-13-15,1-1-7 0,0 2-13 0,-1-1-8 0,1-1-6 16,0 2-9-16,0-1-9 0,0 0-13 16,-2-1-19-16,1 0-23 0,1 1-27 0,-3-1-39 0,2 0-31 15,-1-1-37-15,1-1-45 0,-1 2-206 0,0-2-415 16,0-2 184-16</inkml:trace>
          <inkml:trace contextRef="#ctx0" brushRef="#br1" timeOffset="-358115.1141">-1785 3528 150 0,'0'0'282'0,"0"0"-16"0,0 0-10 16,1-7-20-16,-1 7-20 0,0 0-16 0,3-4-16 0,-3 4-20 15,0 0-17-15,0 0-13 0,0 0-13 0,0 0-32 16,0 0-39-16,0 0-54 0,0 0-73 0,0 0-76 15,0 0-225-15,0 0-408 0,0 0 182 0</inkml:trace>
          <inkml:trace contextRef="#ctx0" brushRef="#br1" timeOffset="-358740.0649">-1315 3342 231 0,'0'0'46'0,"0"0"21"15,0 0 17-15,0-5 6 0,0 5 8 0,0 0-16 16,0 0 23-16,0 0-4 0,2-7 5 0,-2 7-4 16,0 0-4-16,0 0-10 0,2-7-7 0,-2 7-8 15,3-2-8-15,-3 2-1 0,0 0-14 0,5-4-14 16,-5 4-17-16,0 0-23 0,3-3-34 0,-3 3-38 15,0 0-186-15,0 0-283 0,0 0 126 0</inkml:trace>
          <inkml:trace contextRef="#ctx0" brushRef="#br1" timeOffset="-358848.447">-1227 3402 12 0,'0'0'233'0,"0"0"-7"15,0 0-12-15,0 0-13 0,0 0-15 0,0 0-19 16,0 0-10-16,0 0-16 0,-15-2-15 0,15 2-13 16,-9-1-11-16,4 0-13 0,-1-1-18 0,-1 2-18 15,0-3-19-15,1 1-21 0,0-1-22 0,0 0-24 0,1 2-28 16,5 1-18-16,-7-3-19 0,4-2-21 0,3 5-16 15,-4-4-133-15,2-1-289 0,2 5 127 0</inkml:trace>
          <inkml:trace contextRef="#ctx0" brushRef="#br1" timeOffset="-362614.7825">-447 3400 92 0,'0'0'227'0,"0"0"-2"0,0 0-10 0,0 0-8 15,0 0-6-15,0 0-9 0,0 0-6 0,6 19-11 16,-6-15-16-16,2 4-11 0,-2-3-1 0,0 3-17 16,2 0-10-16,-2 1-15 0,1-1-6 0,-1 0-8 15,0 1-14-15,1 0-6 0,-1-1-23 0,1 2-29 16,-2-2-33-16,0 1-46 0,1 0-53 0,0-3-48 15,-1 0-44-15,-1 0-193 0,-1 2-429 0,-1-4 191 16</inkml:trace>
        </inkml:traceGroup>
        <inkml:traceGroup>
          <inkml:annotationXML>
            <emma:emma xmlns:emma="http://www.w3.org/2003/04/emma" version="1.0">
              <emma:interpretation id="{C3383002-966B-4F25-9131-95DDC9E915BF}" emma:medium="tactile" emma:mode="ink">
                <msink:context xmlns:msink="http://schemas.microsoft.com/ink/2010/main" type="inkWord" rotatedBoundingBox="14323,4299 14674,4300 14673,4537 14322,4536"/>
              </emma:interpretation>
              <emma:one-of disjunction-type="recognition" id="oneOf42">
                <emma:interpretation id="interp46" emma:lang="" emma:confidence="0">
                  <emma:literal>-B.</emma:literal>
                </emma:interpretation>
                <emma:interpretation id="interp47" emma:lang="" emma:confidence="0">
                  <emma:literal>-B*</emma:literal>
                </emma:interpretation>
                <emma:interpretation id="interp48" emma:lang="" emma:confidence="0">
                  <emma:literal>-P*</emma:literal>
                </emma:interpretation>
                <emma:interpretation id="interp49" emma:lang="" emma:confidence="0">
                  <emma:literal>-BI*</emma:literal>
                </emma:interpretation>
                <emma:interpretation id="interp50" emma:lang="" emma:confidence="0">
                  <emma:literal>-B*'</emma:literal>
                </emma:interpretation>
              </emma:one-of>
            </emma:emma>
          </inkml:annotationXML>
          <inkml:trace contextRef="#ctx0" brushRef="#br1" timeOffset="-363130.3806">50 3549 49 0,'0'0'170'0,"0"0"-5"0,0 0-5 0,0 0-8 15,0 0-12-15,0 0-5 0,11 9-5 0,-8-6-6 16,-3-3-6-16,4 5-6 0,-1-2-5 0,-3-3-4 15,4 5-6-15,-3-1-8 0,-1-4-3 0,2 7-8 16,-1-4-8-16,-1-3-6 0,1 9-6 0,0-5-4 16,-1-4-11-16,0 8-1 0,0-8-1 0,0 7-7 15,0-7-7-15,-1 7-6 0,1-7 0 0,-2 5-10 16,2-5-6-16,-3 6-11 0,3-6-3 0,-5 3-5 16,5-3-1-16,-4 1-4 0,4-1-3 0,0 0 3 15,-10-3-6-15,10 3 2 0,-7-5-1 0,4 3-15 16,3 2 15-16,-7-5-3 0,3 0 1 0,1 3-1 15,0-1 5-15,3 3 1 0,-2-7-8 0,2 7 8 0,0-7 1 16,0 7 2-16,2-9 0 0,-2 9 4 0,2-8-1 16,-1 4 5-16,-1 4-5 0,2-8 10 15,0 5 5-15,-2 3 6 0,2-5-2 0,-2 5 3 0,1-5 2 16,-1 5 2-16,0 0-1 0,2-5-1 0,-2 5 1 16,0 0-3-16,0 0 1 0,0 0 0 0,0 0 0 15,0 0-1-15,0 0-7 0,0 0 9 16,0 0-2-16,-11 1-1 0,11-1 3 0,-8 2-3 0,4 0 0 15,-3 1 1-15,0-1 0 0,1 1-1 0,-2-2-2 16,0 1 2-16,0-2-1 0,1 0-3 0,-1 1 3 16,-1-1 1-16,2 0-4 0,1 0 0 0,1 0-4 15,5 0 5-15,-9 0 0 0,5 1-3 0,4-1-3 16,-7 2 5-16,7-2-3 0,-4 2 0 0,4-2-1 16,0 0 3-16,-5 3 3 0,5-3 2 0,-2 3 6 15,2-3 2-15,0 0 6 0,0 0 3 0,-2 8 0 16,2-8 0-16,0 0 5 0,0 0 4 0,2 9 1 15,-2-9-4-15,5 4-4 0,-5 0-3 0,0-4 1 16,3 7 1-16,-3-7-1 0,3 6 2 0,-3 0-4 16,0-6-2-16,3 7-1 0,-2-2-6 0,-1-5 4 15,0 8-1-15,0-8-2 0,0 9 1 0,0-4 5 16,0-5-8-16,-2 8 7 0,2-8 0 0,-4 7-3 16,3-3 0-16,-4-2 4 0,2 3 0 0,0-3 8 0,-3 0 9 15,0-1-8-15,-1 0 2 0,1 1 6 16,-1-1-12-16,-2-1 1 0,3 0-2 0,-2 0 0 15,0-1 0-15,-1-1 1 0,-1 0-3 0,0-1 8 16,-1-1-9-16,3 1 0 0,1 0-4 0,-1 0-3 0,2-2-2 16,-1 1 3-16,1 1-1 0,0-4-5 15,2 4 2-15,1-2 6 0,0 0-10 0,1 1 2 16,2 4-4-16,-4-11-2 0,4 7-5 0,0 4-5 16,-1-12-15-16,2 6-13 0,-1 6-23 0,3-9-15 0,-1 5-32 15,1-1-33-15,-1 1-32 0,3-1-45 0,-2 2-202 16,0-1-452-16,0 1 201 0</inkml:trace>
          <inkml:trace contextRef="#ctx0" brushRef="#br1" timeOffset="-362942.8869">-177 3467 262 0,'4'-5'284'0,"-4"5"-16"0,3-3-18 16,-3 3-15-16,0 0-30 0,3-3-21 0,-3 3-23 16,0 0-17-16,0 0-51 0,0 0-51 0,0 0-64 15,0 0-74-15,0 0-70 0,0 0-142 0,0 0-332 16,0 0 147-16</inkml:trace>
        </inkml:traceGroup>
      </inkml:traceGroup>
    </inkml:traceGroup>
    <inkml:traceGroup>
      <inkml:annotationXML>
        <emma:emma xmlns:emma="http://www.w3.org/2003/04/emma" version="1.0">
          <emma:interpretation id="{B390E8CD-5354-465D-AB5B-5EDBFE7555F6}" emma:medium="tactile" emma:mode="ink">
            <msink:context xmlns:msink="http://schemas.microsoft.com/ink/2010/main" type="paragraph" rotatedBoundingBox="328,2854 14620,2868 14619,3518 327,350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5EE8A3DD-0AC1-4719-B5BB-BC6CD2440A12}" emma:medium="tactile" emma:mode="ink">
              <msink:context xmlns:msink="http://schemas.microsoft.com/ink/2010/main" type="line" rotatedBoundingBox="328,2854 14620,2868 14619,3518 327,3504"/>
            </emma:interpretation>
          </emma:emma>
        </inkml:annotationXML>
        <inkml:traceGroup>
          <inkml:annotationXML>
            <emma:emma xmlns:emma="http://www.w3.org/2003/04/emma" version="1.0">
              <emma:interpretation id="{CC488E59-5D96-4CD4-B12F-3486E063B44C}" emma:medium="tactile" emma:mode="ink">
                <msink:context xmlns:msink="http://schemas.microsoft.com/ink/2010/main" type="inkWord" rotatedBoundingBox="328,3075 1377,3076 1376,3428 327,3427"/>
              </emma:interpretation>
              <emma:one-of disjunction-type="recognition" id="oneOf43">
                <emma:interpretation id="interp51" emma:lang="" emma:confidence="1">
                  <emma:literal/>
                </emma:interpretation>
              </emma:one-of>
            </emma:emma>
          </inkml:annotationXML>
          <inkml:trace contextRef="#ctx0" brushRef="#br1" timeOffset="-368114.3813">-13303 2251 3 0,'0'0'265'0,"4"-4"-10"0,-4 4-13 0,2-5-9 16,-2 5-15-16,0 0-16 0,4-6-13 15,-4 6-19-15,0 0-15 0,1-3-18 0,-1 3-12 0,0 0-30 16,0 0-42-16,0 0-52 0,0 0-64 0,0 0-63 15,0 0-233-15,0 0-390 0,-12-1 173 0</inkml:trace>
          <inkml:trace contextRef="#ctx0" brushRef="#br1" timeOffset="-368411.2498">-13219 2368 74 0,'0'0'187'15,"0"0"-9"-15,0 0-9 0,0 0-14 0,0 0-3 16,3 5-12-16,-3-5-7 0,0 0-11 15,0 0-8-15,0 0-10 0,0 6-8 0,0-6-6 0,0 0-5 16,0 0-12-16,0 7-5 0,0-7-7 0,0 0-5 16,0 0-5-16,0 6-6 0,0-6-1 0,0 0-6 15,-4 6-4-15,4-6 0 0,-2 5-2 0,2-5-2 16,-3 6-2-16,1-3-11 0,2-3 2 0,-4 3 1 16,4-3-7-16,-5 5-5 0,5-5-4 0,-4 1-6 15,4-1-1-15,-7 1-3 0,7-1-11 0,-6 0-1 16,6 0-8-16,-8-2 3 0,8 2 2 0,-6 0 0 15,6 0 4-15,-7-5-1 0,4 4 0 0,3 1 5 0,-7-4 0 16,5 2 0-16,2 2-1 0,-3-5 4 0,3 5-3 16,-4-4 9-16,4 4-4 0,-3-5 5 15,3 5 3-15,0 0-3 0,-2-4 12 0,2 4-4 0,0 0 2 16,0 0-2-16,0 0 6 0,-2-5-3 0,2 5 4 16,0 0-4-16,0 0-2 0,0 0 2 0,0 0-5 15,0 0 1-15,0 0 0 0,0 0-1 0,0 0 2 16,0 0-3-16,0 0 1 0,0 0 0 0,0 0 0 15,0 0-5-15,0 0 4 0,0 0 0 0,0 0 1 16,0 0-3-16,1 15 5 0,-1-15-4 0,-3 5 1 16,3-5-3-16,-3 6-4 0,3-6 0 0,-3 4-7 15,3-4-3-15,-4 3 4 0,-1-1-6 0,5-2 1 0,-5 3-13 16,1-1-3-16,4-2-6 0,-6 2-2 0,6-2 1 16,-6 0-2-16,6 0 4 0,-6-1 4 15,6 1 4-15,-7-2-1 0,7 2 2 0,-6-4 4 0,6 4 7 16,-5-3-2-16,3 0 9 0,2 3 1 0,-4-5 4 15,4 5 6-15,-2-6 6 0,2 6 8 0,0-7-2 16,0 7 7-16,0-8 4 0,0 8 4 0,0-7-2 16,0 7 5-16,0-7 3 0,0 7 1 0,0 0 0 15,0-7-3-15,0 7 3 0,0 0-3 0,0 0-4 16,0-7-3-16,0 7-6 0,0 0 2 0,0 0-6 16,0 0 3-16,0 0-2 0,0 0-3 0,0 0 0 15,0 0-2-15,0 0 0 0,0 0-2 0,0 0-6 0,0 0 5 16,0 19 1-16,0-19-4 0,0 0-2 15,-2 9 1-15,2-9 0 0,-1 7 1 0,1-7 0 16,-3 8-2-16,1-6-4 0,2-2 6 0,-4 6-4 0,4-6-3 16,-5 4 0-16,3-2-6 0,2-2-1 0,-5 3-3 15,5-3-3-15,-5 3-3 0,5-3-5 0,-5 3-2 16,5-3-4-16,-6 0 2 0,6 0 2 0,0 0 2 16,-9-4 7-16,4 2-8 0,5 2 11 0,-5-5-1 15,2 2 5-15,-1 1-2 0,4 2 8 0,-5-5 3 16,1 3 9-16,4 2 1 0,-5-6 2 0,5 6 7 15,-4-5 1-15,1 3 4 0,3 2 0 0,-2-5 5 16,2 5-2-16,0 0 10 0,-3-6 3 0,3 6 4 0,0 0 2 16,-1-5 4-16,1 5 0 0,0 0-1 15,0 0-1-15,-3-4 3 0,3 4-10 0,0 0-2 16,0 0-3-16,0 0-3 0,0 0-5 0,0 0-1 0,0 0-5 16,0 0-3-16,0 0-2 0,0 0 2 0,0 0-3 15,0 0-1-15,0 0-7 0,7 13 3 0,-7-13-3 16,1 5 2-16,-1-5-2 0,0 6-1 0,0-6 0 15,0 0 0-15,-2 9-2 0,2-9 5 0,-5 5-4 16,2-2 1-16,0 0-2 0,-1 0 1 0,1 0-4 16,-2-1 1-16,-2 1-6 0,-1-1 0 0,0 1-8 15,0-1-6-15,-4 0-2 0,1 0-13 0,3 0-1 16,1-1-4-16,1-1-6 0,0 0-20 0,6 0-22 0,-10-2-31 16,5 1-27-16,5 1-51 0,-6-7-189 15,4 4-414-15,2 3 183 0</inkml:trace>
          <inkml:trace contextRef="#ctx0" brushRef="#br1" timeOffset="-367083.2062">-13792 2281 55 0,'6'0'225'0,"-6"0"-13"0,0 0-13 15,0 0-19-15,0 0-21 0,0 0-16 0,0 0-5 16,0 0-15-16,0 0-8 0,-17 4-15 0,13-2-10 15,-1-1-8-15,-1 1-17 0,2-2-6 0,-1 2-8 16,1-1-21-16,-1 1-24 0,5-2-36 0,-9 3-44 16,5-1-59-16,1 0-167 0,3-2-324 0,-4 3 144 15</inkml:trace>
          <inkml:trace contextRef="#ctx0" brushRef="#br1" timeOffset="-366817.6008">-13641 2540 154 0,'0'0'324'0,"0"0"-16"0,0 0-19 16,0 0-24-16,0 0-20 0,11-7-26 0,-11 7-21 0,0 0-18 16,4-4-31-16,-4 4-35 0,0 0-50 0,0 0-70 15,0 0-87-15,0 0-90 0,0 0-189 0,-12-9-402 16,6 8 179-16</inkml:trace>
          <inkml:trace contextRef="#ctx0" brushRef="#br1" timeOffset="-367301.9555">-13576 2372 152 0,'0'0'194'0,"0"0"-9"0,0 0-8 0,0 0-6 15,0 0-12-15,0 0-8 0,0 0-10 0,0 0-4 16,0 0-7-16,2 16-7 0,-2-16-13 15,1 8-6-15,-1-8-6 0,-1 8-7 0,1-8-5 0,-1 8-9 16,1-8-11-16,-1 8-4 0,-1-4-2 0,2-4-12 16,-1 6 0-16,1-6-8 0,-4 6-3 0,2-3-4 15,2-3-2-15,-6 4-6 0,3-2 0 0,3-2-5 16,-8 3-5-16,5-2-6 0,3-1-4 0,-8 1-8 16,8-1-3-16,-7-1-5 0,7 1-9 0,-7-2 9 15,7 2-3-15,-7-3 0 0,3 0 3 0,1-1-4 16,0 1 6-16,-2 1-1 0,2-3 1 0,-1 0 2 15,4 5 3-15,-5-7 1 0,3 3-1 0,-1-1 5 16,3 5 7-16,-2-6 4 0,2 6 5 0,-2-5-1 0,2 5 4 16,-2-5-3-16,2 5 0 0,0 0 5 15,-1-6-1-15,1 6-1 0,0 0 5 0,0 0-4 0,0 0 2 16,0 0 2-16,-2-5 2 0,2 5-4 0,0 0-1 16,0 0 1-16,0 0 1 0,0 0-4 0,0 0 3 15,0 0 2-15,0 0-8 0,0 0 4 0,0 0-1 16,0 0 0-16,0 0-8 0,0 0 5 0,0 0 1 15,0 0-2-15,0 0-2 0,2 18-2 0,-2-18 2 16,0 0-2-16,0 8-2 0,0-8-2 0,-2 7 0 16,2-7 4-16,-2 8-2 0,2-8 2 0,-2 6-1 15,2-6-5-15,-4 4 4 0,3-1-7 0,-3 1 3 16,0-2-2-16,4-2 1 0,-7 5-3 0,3-3 4 16,-3 0 0-16,2 1-4 0,-2-1 0 0,-1-1 6 15,1 1-4-15,-1-1 1 0,-3-1 0 0,0 0-2 0,-1 0-2 16,1 0-1-16,1 0 2 0,-2-1-3 0,2-2 1 15,-2 1 5-15,0-1-7 0,1 0 1 0,1 0-1 16,2 0-2-16,-2-3-6 0,2 2-4 0,1-1-11 16,1 1-4-16,-1-4-12 0,2 2-16 0,0 0-13 15,1 1-24-15,1-2-26 0,0 2-22 0,1-2-21 16,2 3-22-16,0 4-38 0,0-10-157 0,0 10-411 16,4-12 182-16</inkml:trace>
          <inkml:trace contextRef="#ctx0" brushRef="#br1" timeOffset="-366036.4082">-14169 2584 311 0,'0'0'318'15,"8"-5"-20"-15,-8 5-23 0,4-5-22 0,-1 3-20 0,0-1-24 16,0-2-26-16,-1 1-6 0,0 0-45 0,-2 4-47 16,3-7-73-16,-2 3-100 0,-1 4-102 0,4-6-178 15,-2 1-399-15,0 1 176 0</inkml:trace>
          <inkml:trace contextRef="#ctx0" brushRef="#br1" timeOffset="-366208.27">-14096 2385 184 0,'0'0'199'0,"0"0"-17"0,0 0-12 15,0 0-10-15,0 0-11 0,0 0-11 0,0 0-11 16,0 0-7-16,-6 10-7 0,6-10-11 0,-3 8-2 16,1-5-10-16,2-3-7 0,-3 9-4 0,-1-4-3 15,2-2-4-15,-1 1-5 0,3-4-3 0,-4 5-2 16,4-5-6-16,-4 4-3 0,4-4-4 0,-5 5-2 15,5-5-7-15,-4 2-1 0,4-2-4 0,-7 0-1 16,7 0-8-16,0 0 1 0,-10-4 5 0,7 3 2 0,3 1-5 16,-7-6-1-16,1 1-2 0,3 2 2 15,-1-1-6-15,1 1 6 0,0-2-3 0,0 1 1 16,-1-1-1-16,1 0 0 0,-1 1-5 0,1 1-2 0,3 3 5 16,-6-6 0-16,4 3 0 0,2 3-3 0,-5-2-3 15,5 2-3-15,0 0 0 0,-9 1-1 0,9-1-3 16,-7 3 0-16,3 1-4 0,0-2-10 0,0 1-14 15,1 1-7-15,0-1-15 0,0 1-11 0,0 1-26 16,0-2-34-16,3-3-18 0,-4 9-32 0,4-4-31 16,-1 1-40-16,1-6-142 0,-2 9-405 0,-1-5 179 15</inkml:trace>
        </inkml:traceGroup>
        <inkml:traceGroup>
          <inkml:annotationXML>
            <emma:emma xmlns:emma="http://www.w3.org/2003/04/emma" version="1.0">
              <emma:interpretation id="{BF3AAF52-AA66-403A-BB6A-51D84F74D76C}" emma:medium="tactile" emma:mode="ink">
                <msink:context xmlns:msink="http://schemas.microsoft.com/ink/2010/main" type="inkWord" rotatedBoundingBox="1512,3029 2979,3031 2978,3419 1511,3417"/>
              </emma:interpretation>
              <emma:one-of disjunction-type="recognition" id="oneOf44">
                <emma:interpretation id="interp52" emma:lang="" emma:confidence="1">
                  <emma:literal/>
                </emma:interpretation>
              </emma:one-of>
            </emma:emma>
          </inkml:annotationXML>
          <inkml:trace contextRef="#ctx0" brushRef="#br1" timeOffset="-396174.8626">-11620 2362 101 0,'0'0'188'15,"0"0"-7"-15,0 0-2 0,6 8-17 0,-6-8-11 16,0 6-15-16,0-6-7 0,0 9-8 0,0-9-11 16,-3 9-6-16,1-4-7 0,0-1-1 0,0 1-4 0,-3-1-5 15,1 1-8-15,-1-1-11 0,-1 1-5 0,0-2-7 16,-1 1-6-16,0-2-8 0,-1 1-3 0,1-2-13 16,-2 2-16-16,1-2-9 0,0-1-8 0,0 1-9 15,-1-2-9-15,2 0-6 0,-1-2-4 0,1 2 2 16,-2-1 0-16,4-1-1 0,-1-1 1 0,0 2-5 15,2-2 2-15,2 1-1 0,2 3 0 0,-4-8-7 16,4 8 7-16,-1-7 3 0,1 7 3 0,0 0 7 16,5-8 4-16,-5 8 1 0,4-4 3 0,0 2 3 15,-4 2 13-15,6-3 2 0,-6 3 9 0,6-3 8 16,-6 3 4-16,8 0-3 0,-8 0 3 0,6 1 4 16,-6-1 1-16,6 4 3 0,-3-3 6 0,-1 2 7 15,-2-3 3-15,5 6-2 0,-3-2-5 0,0 1 4 0,-2-5 3 16,2 11 4-16,-4-6 3 0,2-5-4 15,-1 10-5-15,-2-3-4 0,0 0-1 0,-2-1-6 16,1-1 0-16,0 1-3 0,-2-1-6 0,1 0-1 0,0 0-4 16,-1 0-3-16,-2-2-11 0,3 0-11 0,-2 1-16 15,3-2-16-15,-2 1-25 0,1-2-31 0,1 2-39 16,4-3-55-16,-6 1-173 0,6-1-390 0,0 0 173 16</inkml:trace>
          <inkml:trace contextRef="#ctx0" brushRef="#br1" timeOffset="-395268.7049">-12091 2432 88 0,'-5'0'148'0,"5"0"-9"0,0 0-22 0,0 0-7 16,0 0-21-16,0 0-4 0,-7 0-3 0,7 0-11 16,0 0-4-16,-6-3-12 0,6 3-2 0,-4-3-8 15,4 3 2-15,-4-4-9 0,4 4 6 0,-2-5-14 16,2 5-1-16,0 0-12 0,-2-7 12 0,2 7-4 16,0 0 4-16,0-7-5 0,0 7-5 0,0 0-2 15,3-8-5-15,-3 8-1 0,3-4-2 0,0 1 7 16,-3 3-2-16,6-3 3 0,-6 3 5 0,4-2 1 0,-4 2 10 15,7 0-3-15,-7 0 3 0,0 0 0 0,8 3 2 16,-5-1 1-16,0 1 15 0,-1 1 9 0,-2-4 1 16,2 9 5-16,-1-2 6 0,0 0 7 0,-1 1 3 15,-1-2 4-15,0 1-1 0,-2 2-1 0,0-1-6 16,0 0-3-16,-1 0-6 0,1 0-6 0,-3-2-9 16,0 1-1-16,0 1-14 0,-3-3-24 0,-1 0-42 15,-2 2-56-15,-4-1-64 0,-2-1-70 0,0 0-204 16,0-2-454-16,1 0 201 0</inkml:trace>
          <inkml:trace contextRef="#ctx0" brushRef="#br1" timeOffset="-395674.9254">-11940 2317 19 0,'0'0'226'0,"0"0"-13"0,0 0-8 0,0 0-10 16,0 0-5-16,0 0-4 0,0 0-15 0,0 0-14 15,10 15-10-15,-8-11-6 0,2 2-11 0,0 0-7 16,-2 0-2-16,2 1-1 0,0-1-9 0,-2 1-10 15,-1-2-12-15,0 0-4 0,0 2-2 0,0 0-6 16,-1-2-6-16,0-5-7 0,-1 9-3 0,-1-3-9 16,-1-2-3-16,-2 1-5 0,-1 0-4 0,1-1-14 15,-2-1-20-15,1-1-24 0,-1 2-32 0,-1-3-50 16,0 2-62-16,0-3-65 0,-2 0-231 0,2-1-496 16,0 0 219-16</inkml:trace>
          <inkml:trace contextRef="#ctx0" brushRef="#br1" timeOffset="-393097.0021">-12656 2533 34 0,'0'0'188'0,"0"0"-13"0,0 0-12 0,0 0-7 15,0 0-7-15,0 0-15 0,-12 4-18 0,12-4-6 16,-7 0-12-16,2 0-8 0,5 0-11 0,-11 0-16 15,6 0-28-15,-1-1-37 0,-1 0-39 0,1-1-31 16,1 1-69-16,-1-1-82 0,2 0-241 0,-1-1 107 16</inkml:trace>
          <inkml:trace contextRef="#ctx0" brushRef="#br1" timeOffset="-393331.3441">-12350 2361 44 0,'0'0'158'0,"0"0"-9"15,0 0-10-15,0 0-7 0,0 0-3 0,13 10-2 16,-11-7-7-16,1 0-4 0,-1 1-3 0,1 0-5 16,1 1-5-16,-3-1-8 0,3 1-9 0,-2-1-11 15,0 1-6-15,0-1-5 0,-2-4-5 0,3 9-1 16,-2-4-6-16,-1-5-2 0,2 6-4 0,-2-6-4 16,-1 7-2-16,1-7-2 0,-2 6-3 0,2-6-3 15,-5 5-5-15,5-5-4 0,-4 4 3 0,4-4-7 16,-5 2-1-16,5-2 0 0,-6 1-4 0,2 0-2 15,4-1-3-15,-9-1-10 0,9 1-4 0,-10-1-7 16,5 0-2-16,-1-2-6 0,0 0-7 0,0 0-1 0,1 0-1 16,-2-1 0-16,3 1-2 0,1-3-7 0,0 2-5 15,-1 0 2-15,3-1-3 0,-1 0-4 16,2 5 2-16,-2-12 4 0,2 12 0 0,3-12-11 0,-2 7 8 16,0-1 8-16,-1 6 1 0,2-9 7 0,0 5 5 15,-2 4-2-15,3-9 10 0,-1 6 0 0,-2 3 2 16,3-5 1-16,-3 5 8 0,4-4 7 0,-4 4-3 15,5-3 4-15,-5 3 3 0,4-1-3 0,-4 1 14 16,0 0-15-16,0 0 5 0,0 0 1 0,7 6 4 16,-7-6 3-16,2 7-5 0,-1-4 4 0,-1-3 0 15,2 7-8-15,-1-3 4 0,-1-4 3 0,0 8-3 16,0-8 1-16,-1 9 8 0,-1-4 5 0,-1-2-5 16,0 1-1-16,0 0 4 0,0 0-3 0,-2-1 0 0,-1 1 3 15,1-2-1-15,-1 1-5 0,-1-1 5 16,1 1-4-16,-2-2 3 0,1 0-9 0,-2 0 1 0,3-1-7 15,-1 1 5-15,-1-1-1 0,1-1-4 0,0 2 4 16,1-2-5-16,-1 0 4 0,7 1-2 0,-8 0-1 16,4-1 1-16,4 1 2 0,0 0 2 0,-8-1-5 15,8 1 1-15,0 0-4 0,0 0 1 0,-5 0-3 16,5 0 6-16,0 0 0 0,0 0 2 0,0 0-1 16,0 0 2-16,0 0-3 0,0 0-1 0,0 0 1 15,0 0 3-15,0 0 1 0,8 12-4 0,-8-12-3 16,3 5 3-16,-3-5 0 0,1 4-2 0,-1-4 3 15,2 5-1-15,-2-5-1 0,1 6-2 0,-1-6-1 0,1 6 0 16,-1-6 3-16,0 6-1 0,0-6 0 16,0 0-1-16,-2 7-3 0,2-7-6 0,-3 4-3 15,3-4 0-15,0 0-1 0,-4 4-1 0,4-4-3 0,0 0 0 16,-5 2-9-16,5-2 3 0,0 0 1 0,0 0-1 16,0 0 3-16,-9-5 4 0,9 5 3 0,-4-6-2 15,4 6-1-15,-2-7 5 0,2 7-1 0,-2-8 2 16,2 3 1-16,0 5 5 0,-1-8-3 0,1 8 7 15,-1-10 5-15,-1 5-1 0,2 5 3 0,0-7 5 16,0 7 1-16,0-8-3 0,0 8 1 0,0 0 0 16,-1-8-5-16,1 8-1 0,0 0-1 0,0 0 0 15,0-5-5-15,0 5 3 0,0 0 1 0,0 0 0 16,0 0-4-16,0 0 4 0,0 0-4 0,0 0 3 16,0 0-3-16,0 0-3 0,0 0 1 0,0 0 4 15,0 0-1-15,-7 16-3 0,7-16 6 0,-4 6-4 0,3-3-2 16,-2 0-1-16,3-3-6 0,-4 5 2 0,1-3-5 15,-1 1-4-15,4-3-12 0,-7 2 2 16,3 0-9-16,4-2-11 0,-9 1-3 0,4-1 2 0,5 0-7 16,-10-3-4-16,5 3 5 0,0-2 10 0,1 0-4 15,4 2 2-15,-11-6 13 0,6 3 0 0,1-1 5 16,0 0 1-16,-1-2 10 0,1 3 13 0,0-3 3 16,2 2 9-16,2 4 11 0,-4-11 2 0,3 7 8 15,-1-1 5-15,0 0 11 0,2 5 4 0,-2-7 7 16,2 7 2-16,-2-6-1 0,2 6-1 0,-2-4-4 15,2 4-4-15,0 0-7 0,0 0-1 0,0 0 2 16,0 0-9-16,-4-3 1 0,4 3-3 0,0 0 3 0,0 0-2 16,0 0-8-16,-3 12 0 0,3-12-1 0,1 8-1 15,-1-8 0-15,2 7-3 0,-2-7-4 16,1 7-1-16,-1-7-3 0,1 5 2 0,-1-5 2 0,0 0-1 16,-1 9-4-16,1-9-1 0,-4 4 0 0,4-4-2 15,-5 4-2-15,1-2 2 0,-2 1-3 0,-2-1 0 16,2-2-12-16,-2 3 1 0,-1-3-4 0,2 0-5 15,-2 0-4-15,0 0-12 0,3 0-13 0,-2 0-18 16,4 0-7-16,4 0-29 0,-9 0-28 0,9 0-26 16,-7 0-42-16,7 0-131 0,-6-2-351 0,6 2 156 15</inkml:trace>
          <inkml:trace contextRef="#ctx0" brushRef="#br1" timeOffset="-392175.1802">-12763 2367 160 0,'0'0'191'0,"0"0"-12"0,0 0-15 0,0 0-11 15,0 0-1-15,0 0-8 0,0 0 1 0,0 0-10 16,0 0-5-16,0 0-9 0,0 0-12 0,0 0-10 0,0 21-6 16,0-21-10-16,-1 7-7 0,1-7-8 15,-2 8-4-15,2-8-4 0,-3 7-3 0,2-3-8 0,1-4-13 16,-2 6 3-16,2-6-4 0,-1 5-6 0,1-5 1 16,-4 4-2-16,4-4-5 0,-2 4-9 0,2-4-5 15,-5 2-6-15,5-2-2 0,0 0-9 0,0 0 0 16,-10-3-3-16,10 3 2 0,-3-5-1 0,0 2-2 15,3 3 1-15,-4-7 2 0,4 7-2 0,-3-7 4 16,2 3 0-16,1 4-1 0,-2-7 2 0,2 7 2 16,-3-6 2-16,3 6 2 0,-2-7-1 0,2 7 2 15,0 0 2-15,-1-6 2 0,1 6 1 0,0 0-2 16,0 0 2-16,-1-7-2 0,1 7 3 0,0 0-2 16,0 0-1-16,0 0-8 0,0 0 7 0,0 0 2 15,0 0-11-15,0 0 9 0,0 0 0 0,0 0-3 16,0 0 3-16,0 0 0 0,0 0 0 0,0 0-3 0,0 0 3 15,0 0 0-15,-1 22-6 0,0-18 6 0,1-4-3 16,-1 7 2-16,-2-3-1 0,3-4 2 16,-5 5-2-16,2-2 1 0,0 0 1 0,3-3 1 0,-6 3-2 15,3-1-5-15,3-2-7 0,-7 1 5 0,7-1-4 16,-6 0 0-16,6 0 3 0,-8-1-1 0,8 1 2 16,-7-4-1-16,4 2 4 0,3 2-1 0,-6-5-2 15,5 2-3-15,1 3 6 0,-5-6 4 0,4 2-1 16,1 4 5-16,-2-7 1 0,2 7 2 0,-1-9 2 15,1 9 0-15,-3-6-5 0,3 6 10 0,-2-4 1 16,2 4 0-16,0 0-3 0,-1-6-2 0,1 6 0 16,0 0-2-16,0 0-4 0,0 0 0 0,0 0-2 0,0 0 0 15,0 0 0-15,0 0-1 0,0 0 1 16,0 0-3-16,0 0 1 0,0 0 2 0,0 0-2 16,0 0 1-16,0 0 0 0,-4 14 3 0,4-14-6 0,-2 7 2 15,1-4-4-15,1-3 3 0,-4 8 2 0,0-6 1 16,4-2-2-16,-3 6-4 0,1-4 5 0,2-2-1 15,-4 5 3-15,4-5-4 0,-5 3 2 0,5-3 1 16,-6 2-2-16,2-1 1 0,-1 0-3 0,5-1 2 16,-8-1-2-16,8 1 0 0,-9-2 0 0,5 1 5 15,-2-2-4-15,2 1 1 0,0-1-1 0,0 0 0 16,4 3-2-16,-7-7 0 0,2 3 1 0,1-1 0 16,1 2 1-16,-1-2 2 0,2 1-3 0,-2 0 4 15,1 1-3-15,3 3-1 0,-4-6-1 0,4 6 3 0,-5-4-2 16,5 4-4-16,-5-2 3 0,5 2 2 15,0 0-4-15,0 0 6 0,-8 3-3 0,8-3 1 16,-5 6 0-16,2-3-3 0,0 0 4 0,-2 1-3 0,2 0-1 16,0-1-3-16,-1 2-7 0,1-1-4 0,-1-1-12 15,1 1-5-15,0 0-19 0,0-1-18 0,3-3-26 16,-4 4-36-16,4-4-34 0,-2 5-200 0,2-5-397 16,0 0 175-16</inkml:trace>
          <inkml:trace contextRef="#ctx0" brushRef="#br1" timeOffset="-391815.8304">-12761 2264 171 0,'0'0'203'0,"0"0"-16"0,0 0-13 16,0 0-16-16,0 0-1 0,0 0-16 0,0 0-12 15,0 0-12-15,-17-3-12 0,12 2-6 0,5 1-12 16,-9-2-8-16,4 2-6 0,5 0-8 0,-11-1-7 16,4 2-9-16,2-2-7 0,5 1-8 0,-9-2-2 15,4 1-10-15,5 1-7 0,-6-3-5 0,6 3-5 16,-6-3-2-16,3 0-3 0,3 3 0 0,-1-6-4 15,1 6 3-15,-2-5 1 0,2 5 1 0,0 0-2 16,2-11 1-16,-1 7-3 0,-1 4 3 0,2-7-2 16,-2 7-8-16,0-8-11 0,0 8-18 0,1-6-23 15,-1 6-17-15,0-6-32 0,0 6-49 0,0 0-128 16,-1-7-311-16,1 7 139 0</inkml:trace>
          <inkml:trace contextRef="#ctx0" brushRef="#br1" timeOffset="-395987.4033">-11725 2572 123 0,'0'0'330'0,"0"0"-20"0,0 0-22 0,0 0-21 0,0 0-23 15,3 2-19-15,-3-2-22 0,0 0-25 0,0 0-12 16,0 0-28-16,0 0-34 0,0 0-43 15,0 0-62-15,4-12-58 0,-4 12-58 0,0 0-71 0,-7-10-191 16,1 7-410-16,0-2 181 0</inkml:trace>
        </inkml:traceGroup>
        <inkml:traceGroup>
          <inkml:annotationXML>
            <emma:emma xmlns:emma="http://www.w3.org/2003/04/emma" version="1.0">
              <emma:interpretation id="{F81D34E9-462B-48C0-AB54-F827F90CB941}" emma:medium="tactile" emma:mode="ink">
                <msink:context xmlns:msink="http://schemas.microsoft.com/ink/2010/main" type="inkWord" rotatedBoundingBox="3094,2857 4499,2858 4498,3443 3094,3442"/>
              </emma:interpretation>
            </emma:emma>
          </inkml:annotationXML>
          <inkml:trace contextRef="#ctx0" brushRef="#br1" timeOffset="-401346.3876">-10094 2405 164 0,'0'0'213'0,"0"0"-10"0,0 0 2 16,0 0 3-16,0 0-2 0,0 0-5 0,0 18-5 15,0-18-12-15,0 13-8 0,0-6-6 0,0 1-12 16,-2-1-10-16,1 1-4 0,-1 0-16 0,1-1-9 0,-1-1-15 16,-1 2-6-16,-1-1-12 0,0-1-7 15,-1 1-12-15,-1-2-1 0,-1 0-11 0,2 0-12 0,-3 0-13 16,1 0-17-16,-1-2-14 0,0 0-16 0,-2 1-28 15,-1 0-22-15,4-3-33 0,-1 0-40 0,1 0-28 16,1-2-48-16,-1 1-236 0,7 0-490 0,-7-4 218 16</inkml:trace>
          <inkml:trace contextRef="#ctx0" brushRef="#br1" timeOffset="-400955.8042">-10239 2429 28 0,'0'0'136'0,"-5"0"-13"16,5 0-14-16,0 0-5 0,-7 0-13 15,7 0-12-15,0 0-12 0,-4-3 7 0,4 3-10 0,0 0 0 16,-4-4-9-16,4 4-5 0,0 0-3 0,-2-7-2 15,2 7-6-15,0 0-10 0,0 0-2 0,2-11 2 16,-2 11-4-16,0 0-7 0,3-6 5 0,-3 6-4 16,4-3-1-16,-4 3-12 0,3-4 12 0,-3 4-1 15,6-3 5-15,-6 3-3 0,5 0 2 0,-5 0 4 16,6-2 8-16,-6 2 4 0,5-1 3 0,-5 1 9 16,6 1-1-16,-6-1-1 0,4 5-10 0,-2-2 19 15,0 0 0-15,-2-3 7 0,2 8 6 0,0-3 5 0,-1 0-5 16,-1-5-2-16,-2 12 0 0,1-5-1 0,-1 1-1 15,-1-1-5-15,0 1-7 0,1-3-3 16,-2 0-8-16,0 2-7 0,0-2-19 0,0 0-32 0,-2 0-41 16,-1-2-52-16,0 0-56 0,0 0-61 0,0-2-128 15,-1 1-382-15,1-2 170 0</inkml:trace>
          <inkml:trace contextRef="#ctx0" brushRef="#br1" timeOffset="-400471.4411">-10340 2308 210 0,'0'0'265'15,"4"-6"-5"-15,-1 4-18 0,-3 2-21 0,0 0-17 16,5-5-21-16,-5 5-17 0,0 0-31 0,1-2-31 15,-1 2-42-15,0 0-48 0,0 0-56 0,0 0-57 16,0 0-75-16,0 0-119 0,-18 5-315 0,11-3 140 16</inkml:trace>
          <inkml:trace contextRef="#ctx0" brushRef="#br1" timeOffset="-400674.5356">-10364 2412 101 0,'0'0'165'0,"0"0"-7"0,0 0-1 0,0 0-13 16,-7 18-14-16,6-13-7 0,-1 2-8 0,0-2-15 15,2 3 7-15,-2-1-5 0,0 0-5 0,-1 0-6 0,1 0-6 16,-4-1-6-16,3 1-5 0,-1-1-3 0,0 0-3 15,-1 1-4-15,1-3 1 0,-1 0-9 0,2-2-5 16,-2 1-6-16,0 0-3 0,-3 0-2 0,1 0-8 16,1 0-6-16,-1-1-9 0,2-1-26 0,5-1-10 15,-9 0-13-15,4-1-14 0,5 1-20 0,-7-5-30 16,4 4-40-16,3 1-54 0,-5-8-113 0,3 4-326 16,2-4 144-16</inkml:trace>
          <inkml:trace contextRef="#ctx0" brushRef="#br1" timeOffset="-399784.0174">-10588 2350 66 0,'0'0'189'0,"0"0"-11"16,0 0-5-16,0 0-19 0,0 0-14 0,0 0-6 15,0 0-12-15,5 14-2 0,-5-14-7 0,2 7-5 16,0-4-7-16,-2-3-5 0,2 8-4 0,-1-4-8 15,1 2-2-15,-2-6-5 0,1 8-5 0,0-3-8 16,0 0-5-16,-1-5-3 0,0 8-8 0,0-8-2 16,-2 8-10-16,2-8-1 0,-2 6-3 0,2-6-1 15,-4 4-6-15,4-4-1 0,-5 3-5 0,1-1-2 16,4-2-13-16,-5 1-3 0,5-1 2 0,-8 1-4 16,8-1-6-16,-7-2-6 0,3 0-2 0,-1 0 0 15,1-1-7-15,-1-1-3 0,0 1-1 0,0-2-5 16,1 1-3-16,0-2-4 0,1 2-2 0,-1-1-3 15,1-2 1-15,0 1 4 0,1 0 3 0,2-1-2 0,-2 2 0 16,1-3 5-16,1 8 3 0,0-9 3 0,0 9 6 16,1-10-4-16,1 6 3 0,-2 4-1 0,2-9 5 15,1 4 3-15,0 2-7 0,-3 3 14 0,4-5-1 16,0 2 6-16,-1 1-2 0,-3 2 5 0,8-4-8 16,-8 4 16-16,5-1 0 0,-1 0 2 0,-4 1-5 15,0 0 10-15,8 3-2 0,-4-1-1 0,-4-2 2 16,4 4 0-16,-1-1 2 0,-1 0 0 0,-2-3 2 15,1 9 1-15,-1-4-3 0,0-5-3 0,-2 11 0 16,1-6 0-16,-2-1 3 0,0 3-4 0,0-1 2 16,-2 0-4-16,0-2-1 0,0 1-1 0,-1-2-2 15,-1 2 1-15,1-2 1 0,-3 1 2 0,3-1-4 0,-2-1-2 16,-2 1 0-16,2-2-2 0,0-1 0 0,1 1-1 16,-1-1-2-16,0-1 1 0,1 0 1 15,0-1-2-15,2-1 1 0,1 2 2 0,-1-2-1 0,5 3 0 16,-6-6 3-16,3 3 1 0,1-2 13 0,2 5 11 15,-4-9-1-15,4 3 0 0,0-2 4 0,0 0 3 16,2-2-3-16,-2 0 0 0,2-1-1 16,0-1 1-16,0-2-4 0,1 0-4 0,0 0 3 0,0 0-6 15,-1 1-4-15,-1 4 0 0,2 1 1 16,-2 3-5-16,0-1-4 0,-1 6-5 0,1-7-21 0,-1 7-23 16,0-7-43-16,0 7-52 0,0 0-46 0,0 0-202 15,-3-6-413-15,3 6 182 0</inkml:trace>
          <inkml:trace contextRef="#ctx0" brushRef="#br1" timeOffset="-397627.8819">-11232 2399 208 0,'0'0'197'0,"0"0"-5"15,0 0 2-15,6 7-5 0,-6-7-10 0,1 8-4 16,0-4-10-16,-1-4-2 0,0 11-11 0,0-5-11 16,-1 3-7-16,0-2-8 0,-1 0-4 0,1 1-13 15,-1 0-4-15,0 0-12 0,0 0-3 0,-2 0-10 16,0-1-11-16,0-1-5 0,-1 0-7 0,1 0-5 16,-1-1-20-16,-1-1-14 0,-1 0-22 0,3 0-22 15,-1-1-38-15,0-2-32 0,0 0-44 0,5-1-45 16,-8 0-72-16,8 0-132 0,-7-2-422 0,4-1 186 15</inkml:trace>
          <inkml:trace contextRef="#ctx0" brushRef="#br1" timeOffset="-398377.8586">-11022 2197 216 0,'0'0'267'15,"3"-3"-13"-15,-3 3-16 0,4-3-18 0,-4 3-19 16,0 0-21-16,4-3-20 0,-4 3-20 0,3-4-29 16,-3 4-35-16,0 0-52 0,0 0-50 0,3-4-64 15,-3 4-85-15,0 0-125 0,0 0-324 0,0 0 144 16</inkml:trace>
          <inkml:trace contextRef="#ctx0" brushRef="#br1" timeOffset="-398596.5885">-10930 2282 17 0,'0'0'205'0,"0"0"-13"0,0 0-12 0,0 0-11 15,0 0-5-15,0 0-6 0,0 0-3 0,0 0-11 16,0 0-8-16,0 0-6 0,0 0-7 0,0 0-10 0,0 0-12 16,-3 15-5-16,3-15-7 0,0 8-6 0,0-8-6 15,1 9-8-15,-2-3-7 0,1 1-5 0,-1-2-8 16,1-5-1-16,-2 13-5 0,1-6-4 0,-1 0-4 15,1-1-5-15,-1-1-2 0,-1 1-5 0,2-2 1 16,-2 1-4-16,0-2-1 0,1 3-4 0,-2-3-2 16,2 0-5-16,-1 0-6 0,3-3-7 0,-6 5-8 15,3-2-4-15,3-3-4 0,-8 1 0 0,3-1-2 16,5 0 0-16,-7 0 0 0,7 0 1 0,-8-1 0 0,8 1 1 16,-7-3 3-16,4-1 1 0,3 4 2 15,-5-6-3-15,2 3 4 0,1-1 5 0,-1 1-1 16,3 3 2-16,-3-7 8 0,0 3 0 0,3 4 8 0,-2-5 1 15,2 5 5-15,-1-5 0 0,1 5 3 0,0 0-1 16,-2-5 3-16,2 5-4 0,0 0 2 0,0 0-8 16,0 0 3-16,0 0-2 0,0 0 2 0,0 0-9 15,0 0 5-15,0 0-2 0,0 0-1 0,0 0-1 16,0 0 3-16,0 0-6 0,0 0 3 0,0 0-3 16,9 12 4-16,-9-12-8 0,0 7 4 0,0-7-1 15,0 0 2-15,-4 10-2 0,2-6 3 0,2-4-4 16,-3 7-1-16,-1-6-6 0,1 2 3 0,3-3-1 15,-8 4-6-15,3-2-1 0,1 1 3 0,-1-3-2 16,5 0 2-16,-10 2 2 0,5-2 1 0,5 0 0 16,-10-2 0-16,5 1 0 0,5 1 6 0,-9-3 0 15,5 0 4-15,4 3 4 0,-5-4 7 0,5 4 2 0,-4-5 5 16,4-1 2-16,0 6 5 0,0-9-4 0,0 9 1 16,0-13-3-16,2 4 5 0,0 1-4 15,0-2-4-15,1 0 1 0,1-2 0 0,-2 0-7 0,2-1-1 16,-1 4 1-16,-1-3 0 0,0 2-5 0,0 1-5 15,-1 4-13-15,0 0-14 0,-1 5-22 0,1-8-38 16,-1 8-31-16,0-5-42 0,0 5-35 0,0 0-212 16,0 0-438-16,0 0 193 0</inkml:trace>
          <inkml:trace contextRef="#ctx0" brushRef="#br1" timeOffset="-398127.8871">-10741 2014 36 0,'0'0'183'0,"0"0"-11"15,-10 9-7-15,5-4 2 0,-2 0-9 0,0 5-9 16,-1-1-5-16,0 2-9 0,-4 3-8 0,4-3-14 16,-1-1-16-16,-2 4-1 0,0-3-15 0,0-2-4 15,2 1-26-15,0-2-26 0,-2 1-28 0,2 0-45 16,1-1-49-16,2-1-76 0,0-2-104 0,-1-1-298 15,1 1 132-15</inkml:trace>
          <inkml:trace contextRef="#ctx0" brushRef="#br1" timeOffset="-397081.078">-11356 2348 148 0,'0'0'142'0,"2"-6"-10"0,1 3-20 0,-3 3-5 16,4-5-5-16,-2 3-9 0,-2 2-7 0,6-5-3 15,-3 3-4-15,1-1-7 0,-4 3 2 0,5-2-6 16,-5 2-5-16,0 0 3 0,7 0-1 0,-7 0-9 15,0 0-5-15,6 0 0 0,-6 0-2 0,0 0-1 0,3 2 3 16,-3-2-5-16,3 5-4 0,-3-5-4 0,1 5 0 16,-1-5-6-16,2 4 1 0,-2-4-2 0,3 6-2 15,-3-6-4-15,2 5 1 0,-2-5-4 0,1 5 3 16,-1-5-6-16,0 0 0 0,-1 8 2 0,1-8 5 16,0 0-1-16,-5 4 4 0,2-1-2 0,3-3-9 15,-6 4 7-15,0-1-3 0,1-1-2 0,-2-1-1 16,3 2-2-16,-3-1 1 0,1 0-5 0,-2 0 2 15,1 2-2-15,0-3 2 0,2 1-3 0,-2 0 1 16,1-1 0-16,0 1 1 0,3 0 1 0,3-2-4 16,-8 3-1-16,5-1 4 0,3-2-1 0,-5 5 1 15,2-3 3-15,3-2 7 0,-5 8-3 0,3-5 3 16,-1 1-1-16,1-1 6 0,0 2 6 0,-1-1 0 16,1 2-1-16,0-1-1 0,0 2 1 0,0-1 3 15,0 1-6-15,-1 0 3 0,0 0-6 0,2 1-2 16,-1-2-5-16,0 2-3 0,1-1 1 0,-1 2-5 0,1-1-4 15,0-1-8-15,-2 2-14 0,2-1-7 0,-3-2-16 16,1 1-19-16,0-1-39 0,-1 1-54 0,-1-3-52 16,0 3-246-16,0-4-480 0,-1 0 212 0</inkml:trace>
        </inkml:traceGroup>
        <inkml:traceGroup>
          <inkml:annotationXML>
            <emma:emma xmlns:emma="http://www.w3.org/2003/04/emma" version="1.0">
              <emma:interpretation id="{84AB41CF-E238-4EAD-BA24-43529B717D4F}" emma:medium="tactile" emma:mode="ink">
                <msink:context xmlns:msink="http://schemas.microsoft.com/ink/2010/main" type="inkWord" rotatedBoundingBox="4696,3120 5277,3120 5277,3428 4695,3427"/>
              </emma:interpretation>
              <emma:one-of disjunction-type="recognition" id="oneOf45">
                <emma:interpretation id="interp53" emma:lang="" emma:confidence="1">
                  <emma:literal/>
                </emma:interpretation>
              </emma:one-of>
            </emma:emma>
          </inkml:annotationXML>
          <inkml:trace contextRef="#ctx0" brushRef="#br1" timeOffset="-403315.0102">-9340 2338 174 0,'0'0'197'0,"4"2"-5"0,-1 0-15 0,-3-2-8 16,3 2-17-16,-3-2-13 0,4 4-9 0,-4-4-10 0,3 7-5 15,-3-7 2-15,1 7-16 0,2-4-9 0,-3-3-7 16,2 8-7-16,-2-8-8 0,1 7-5 0,-1-7-6 16,-2 8-7-16,2-8-3 0,-1 6-3 0,1-6-7 15,-4 5-4-15,1-4 0 0,-1 2-9 0,4-3-1 16,-6 5-5-16,2-4-5 0,4-1-10 0,-9 1-5 16,4-1-4-16,5 0-5 0,-11 0-1 0,8 0 1 15,3 0-4-15,-9-2 3 0,9 2 1 0,-7-2 3 16,3 0-1-16,4 2 2 0,-6-2-1 0,6 2 1 0,-4-4 5 15,4 4 7-15,-3-2 3 0,3 2 7 16,0 0-1-16,-6-3 5 0,6 3 1 0,0 0 2 16,0 0 0-16,0 0-1 0,0 0-2 0,0 0-3 0,0 0-2 15,0 0 5-15,0 0-1 0,0 0 1 0,0 0-2 16,0 0-1-16,0 0 2 0,3 15 4 0,-3-15 4 16,1 7-3-16,-1-1 5 0,2 0-1 0,-4 1 1 15,2 0 3-15,-1 0 1 0,-2 1-5 0,1-1 2 16,-1 1-5-16,-1-2 1 0,-1 0-7 0,-2 1 5 15,1 0-9-15,0 0-2 0,-1-2 0 0,0 1-2 16,1-2-7-16,-2 1-11 0,1-1-15 0,2-3-13 16,-2 2-31-16,3-1-36 0,-2-1-39 0,6-1-47 0,-8 0-35 15,8 0-195-15,-8-3-452 0,5 0 200 0</inkml:trace>
          <inkml:trace contextRef="#ctx0" brushRef="#br1" timeOffset="-403065.0279">-9315 2276 133 0,'0'0'168'0,"0"0"-14"0,-15 6-11 0,15-6-14 16,-9 2-11-16,5-1-17 0,-2-1-10 0,0 0-27 15,-1 0-29-15,7 0-44 0,-10 0-48 16,3-1-122-16,0 0-193 0,2 0 85 0</inkml:trace>
          <inkml:trace contextRef="#ctx0" brushRef="#br1" timeOffset="-402329.7064">-9634 2337 84 0,'0'0'207'0,"-3"3"-9"0,3-3-15 0,0 0-12 16,0 0-15-16,0 0-13 0,9 9-12 0,-7-6-8 16,1 1-12-16,-3-4-8 0,3 6-7 0,-3-6-10 15,2 7-5-15,-1-3-2 0,-1-4-4 0,-1 7-3 16,1-7-6-16,-4 6-9 0,1-1-4 0,0-3-5 16,-1 2-6-16,0-1-4 0,-1 0-5 0,-1-1-3 15,0 1 1-15,0-1-6 0,0-1-4 0,2 0-3 16,4-1-3-16,-9 2-4 0,4-2 0 0,5 0-5 15,-8 1-2-15,8-1 1 0,-7 0-5 0,7 0 2 0,-7 0-2 16,7 0 0-16,-5 0 6 0,5 0-6 16,0 0 2-16,0 0-1 0,-6-3-1 0,6 3 3 15,0 0-1-15,0 0 0 0,0 0 2 0,0 0 1 0,0 0 2 16,-5 3 4-16,5-3 1 0,0 0 9 0,0 0 5 16,0 0-1-16,0 0-1 0,0 0-1 0,10 8-5 15,-10-8 1-15,5 6-2 0,-4-5-1 0,-1-1 0 16,5 7 0-16,-5-7-1 0,2 5-3 0,-1-2 1 15,-1-3-2-15,3 6-1 0,-3-6 4 0,2 5-2 16,-2-5 1-16,0 0 6 0,0 7-1 0,0-7 0 16,-4 7 7-16,4-7 0 0,-3 5 0 0,1-2-4 15,2-3 3-15,-5 6-3 0,2-4-1 0,3-2 0 16,-7 3-4-16,2-1-1 0,-1 1-2 0,2-2-1 16,-4 0 0-16,1-1 0 0,-1 0-4 0,0 2-1 15,0-3 3-15,-2 0-3 0,1 0 1 0,-2-1-2 0,0-1-2 16,2 2 1-16,-2-2 0 0,0-1 0 0,4 0 1 15,-1 1 0-15,1-1 0 0,0 2-2 16,1-2 1-16,1 1-3 0,1-1 2 0,1 0 0 0,0 0-4 16,1-1 0-16,2 5-7 0,-3-10-11 0,3 5-16 15,0 5-21-15,1-12-11 0,1 6-27 0,-1 0-33 16,2-1-31-16,-1 0-29 0,-1 1-27 0,2-1-196 16,-2 2-444-16,1 0 197 0</inkml:trace>
          <inkml:trace contextRef="#ctx0" brushRef="#br1" timeOffset="-401924.4728">-9635 2584 143 0,'0'0'244'0,"0"0"-12"0,0 0-10 0,0 0-13 16,0 0-12-16,0 0-17 0,0 0-16 0,0 0-15 15,0 0-11-15,0 0-13 0,0 0-8 0,0 0-15 16,0 0-5-16,-21-6-12 0,15 5-7 0,-3-1-6 16,-1-1-23-16,-1 1-26 0,1-1-43 0,0 0-57 15,3 0-65-15,0 0-83 0,2 0-136 0,0 0-390 16,1-2 173-16</inkml:trace>
          <inkml:trace contextRef="#ctx0" brushRef="#br1" timeOffset="-402252.5726">-9839 2305 196 0,'2'-5'237'0,"-2"5"-12"0,4-5-10 16,-4 5-16-16,3-3-16 0,-3 3-17 0,0 0-19 0,0 0-15 15,5-2-17-15,-5 2-22 0,0 0-25 0,0 0-39 16,0 0-42-16,0 0-62 0,0 0-35 0,3 9-192 15,-3-9-326-15,2 8 145 0</inkml:trace>
        </inkml:traceGroup>
        <inkml:traceGroup>
          <inkml:annotationXML>
            <emma:emma xmlns:emma="http://www.w3.org/2003/04/emma" version="1.0">
              <emma:interpretation id="{D74AFF9E-40C4-4272-9AF8-5F4D19A7B84D}" emma:medium="tactile" emma:mode="ink">
                <msink:context xmlns:msink="http://schemas.microsoft.com/ink/2010/main" type="inkWord" rotatedBoundingBox="5457,3050 6568,3051 6567,3409 5456,3408"/>
              </emma:interpretation>
            </emma:emma>
          </inkml:annotationXML>
          <inkml:trace contextRef="#ctx0" brushRef="#br1" timeOffset="-406720.9853">-8068 2348 19 0,'0'0'203'15,"0"0"-14"-15,0 0-12 0,0 0-11 0,0 0-14 16,0 0-10-16,0 0-11 0,0 0-9 0,0 0-7 16,14 6-5-16,-14-6-3 0,7 5-3 0,-5-2-7 15,0 0 3-15,0 2 0 0,0-1-8 0,-2-4-5 16,4 7-13-16,-3-2 6 0,1-1-5 0,-1 1 1 16,1 0-1-16,-1 0-8 0,-1-5-7 0,2 10-4 15,-1-7-8-15,-1-3 2 0,-1 8-6 0,1-8-6 16,-2 6-1-16,2-6-3 0,-6 6-2 0,5-5-5 15,-3 3-12-15,4-4-14 0,-9 2-25 0,4-1-30 16,-1-1-52-16,0 0-62 0,0 0-60 0,-1-1-193 16,1-1-455-16,0-2 202 0</inkml:trace>
          <inkml:trace contextRef="#ctx0" brushRef="#br1" timeOffset="-406439.7819">-8180 2384 152 0,'4'11'222'0,"-4"-11"-4"0,1 8-2 16,-1-8-2-16,0 11-13 0,-1-5-5 0,1-1-11 15,0 2-13-15,-2 0-8 0,2 0-7 0,-2 0-12 16,0 0-2-16,-1 1-13 0,1 0-10 0,0-1-13 0,-2 1-3 15,0-1-16-15,0 1-7 0,-1-1-8 0,-1 0-5 16,0 0-8-16,1-3-6 0,-2 2-8 16,2-1-14-16,-2 0-20 0,0-1-31 0,0-1-41 0,-1 0-51 15,-2 1-55-15,4-2-57 0,-1-1-241 0,1-1-502 16,1 0 222-16</inkml:trace>
          <inkml:trace contextRef="#ctx0" brushRef="#br1" timeOffset="-405627.3265">-8371 2336 30 0,'5'2'210'0,"-5"-2"-17"0,3 4-10 16,-3-4-8-16,2 6-12 0,-2-6-10 0,0 8-13 15,0-8-16-15,-1 8-12 0,1-8-5 0,-2 10-8 16,0-7-6-16,0 2-9 0,0-1-7 0,2-4-10 16,-4 6-5-16,1-3-6 0,-2 0-8 0,1-1-1 0,1 1-10 15,3-3-4-15,-10 0-14 0,10 0-7 16,-8 1-4-16,4-1-9 0,4 0-7 0,-8-1-4 16,4-2-4-16,4 3 4 0,-7-4-6 0,5 1-6 0,2 3 5 15,-5-7-5-15,5 7 9 0,-3-5 0 0,3 5-2 16,-2-7 5-16,2 7 7 0,-2-5 3 0,2 5 4 15,-1-5 4-15,1 5 8 0,0 0-4 0,-2-5 4 16,2 5-2-16,0 0-1 0,0 0-5 0,0 0 3 16,-2-7-3-16,2 7 2 0,0 0-8 0,0 0 7 15,0 0-4-15,0 0-5 0,0 0 7 0,0 0 0 16,0 0 2-16,0 0-4 0,0 0-3 0,0 0 2 16,-2 16-5-16,2-16 1 0,-3 8 1 0,2-5-7 15,-1 1 9-15,2-4-2 0,-6 7 0 0,2-5 2 16,0 1-2-16,1 0 3 0,-2-1-5 0,5-2-4 15,-8 3-5-15,4-2-9 0,0 0-7 0,4-1-11 16,-8-1-6-16,8 1-3 0,-8-1-1 0,2-2-1 0,1 0 11 16,1 0-3-16,4 3 1 0,-6-4 7 0,2-1 0 15,2 2 8-15,2 3 1 0,-4-6 15 16,2 2 5-16,2 4 8 0,-3-8 11 0,1 5 6 0,2 3-1 16,0-8 6-16,0 8 5 0,0 0-2 0,-2-8 5 15,2 8-1-15,0 0 0 0,0 0-3 0,0-7 2 16,0 7 0-16,0 0-5 0,0 0-3 0,0 0 3 15,0 0-5-15,0 0 5 0,0 0 2 0,0 0-3 16,0 0 2-16,0 0-4 0,0 0-1 0,0 0 2 16,0 0 1-16,0 0-6 0,0 0 3 0,0 22 2 15,0-22 2-15,-4 8-5 0,1-4 4 0,0 0 1 16,0 1-5-16,-3 0 7 0,1 0-1 0,-1-2-2 0,-1 1-3 16,0-2-1-16,0 1-1 0,-1 0-5 0,-1-1-4 15,2-1-13-15,0 0-19 0,2 0-22 16,-2 0-19-16,0-2-34 0,7 1-56 0,-9-2-67 0,4-1-126 15,-1 0-374-15,1 0 165 0</inkml:trace>
          <inkml:trace contextRef="#ctx0" brushRef="#br1" timeOffset="-404533.6456">-9007 2278 56 0,'0'0'205'0,"0"0"-8"16,0 0-14-16,0 0-15 0,-16 0-9 0,16 0-24 15,-8 0-2-15,4 0-15 0,4 0-14 0,-10 0-8 16,10 0-17-16,-7 0-20 0,7 0-31 0,-7 0-22 16,7 0-32-16,-4 0-47 0,4 0-48 0,0 0-130 15,0 0-273-15,0 0 121 0</inkml:trace>
          <inkml:trace contextRef="#ctx0" brushRef="#br1" timeOffset="-404299.2985">-8743 2220 233 0,'3'-4'301'0,"-3"4"-13"0,0 0-14 0,4-5-12 16,-4 5-23-16,0 0-23 0,2-4-25 0,-2 4-18 15,0 0-23-15,0 0-32 0,0 0-37 0,0 0-48 16,0 0-60-16,0 0-65 0,0 0-63 0,0 0-227 16,0 0-412-16,0 0 183 0</inkml:trace>
          <inkml:trace contextRef="#ctx0" brushRef="#br1" timeOffset="-404736.7664">-8798 2326 7 0,'0'0'215'0,"0"0"-10"0,0 0-15 16,0 0-8-16,15-6-18 0,-15 6-12 0,6-2-11 0,-6 2-15 16,6-2-11-16,-6 2-10 0,7-2-9 15,-7 2-9-15,6 0-3 0,-6 0-10 0,5 0-7 16,-5 0-8-16,0 0-5 0,8 0-8 0,-8 0-2 0,5 3-6 15,-5-3-5-15,5 3-1 0,-2 0-4 0,-3-3-7 16,4 4 2-16,-2-1-12 0,-2-3 7 0,5 6-3 16,-4-2 0-16,1 0-9 0,0 0-4 0,-2-4-2 15,4 6-4-15,-2-3 1 0,-2-3 1 0,1 8 2 16,0-4-2-16,-1-4-1 0,3 7 1 0,-3-7 3 16,0 7-4-16,0-7 1 0,2 5-2 0,-2-5 2 15,0 0-1-15,1 6 1 0,-1-6-3 0,2 4 3 16,-2-4 3-16,3 4-3 0,-3-4 1 0,2 3 1 0,-2-3-1 15,5 3 0-15,-5-3 3 0,4 1 1 0,-4-1-6 16,6 2 1-16,-6-2 3 0,4 1 1 16,-4-1 1-16,0 0-1 0,4 3-5 0,-4-3 5 0,0 0-1 15,4 2 1-15,-4-2 2 0,0 0-4 0,0 0 0 16,0 0 2-16,0 0 0 0,0 0 1 0,0 0 2 16,0 0-6-16,0 0 4 0,-11 3 0 0,11-3 0 15,-9 0 2-15,1 0-5 0,-1 0 0 0,2 0-3 16,-4 0 6-16,0 0-1 0,0 0 2 0,-2-2-3 15,1 2 3-15,2-1-4 0,-1-1-1 0,0 1 4 16,3-1-5-16,-1 0 4 0,3 0 1 0,-1-1 0 16,1 1-5-16,2-1 1 0,-1 0 1 0,1 0 0 15,0-3 0-15,1 4-3 0,-1-3 4 0,1 1-5 0,0 1 6 16,3 3 6-16,-3-8 3 0,1 4 2 16,2 4-3-16,-4-7 6 0,2 4-3 0,2 3 3 15,-3-7-1-15,3 7 6 0,-2-4 4 0,2 4 3 0,0 0-1 16,-1-5-3-16,1 5-4 0,0 0-2 0,0 0 2 15,0 0 1-15,0 0-1 0,-3-5-1 16,3 5 1-16,0 0 9 0,0 0 4 0,0 0 11 0,0 0 2 16,0 0-4-16,0 0-6 0,0 0-1 0,7 13-5 15,-7-13-2-15,1 4 3 0,-1-4 1 0,2 7-4 16,-2-7-3-16,0 7-1 0,0-7-3 0,1 6 2 16,0-1-5-16,-1-5-1 0,0 0 2 0,-3 9 3 15,2-5-7-15,1-4 4 0,-2 8 3 0,0-4-9 0,-2 0 0 16,4-4 2-16,-6 6 0 0,3-4-5 15,-1 0 5-15,-3 3-6 0,3-2-3 0,-2-1 0 16,-2 1 8-16,1-1-6 0,1-2 1 0,-3 2-4 0,1-2-4 16,-3 1 7-16,-1-1-3 0,5-1-4 0,-6 1 3 15,-1 0-2-15,3-2 4 0,-1 0-4 0,0-1-1 16,1 1 0-16,0-3-4 0,3 2-4 0,2 0-2 16,-1-1-10-16,2 1-2 0,-2-1-15 0,1-1-12 15,2 0-6-15,-1-1-16 0,1 0-14 0,1 0-17 16,-1 0-7-16,2 2-13 0,0-3-14 0,-1 2-20 15,3 5-15-15,0-12-30 0,2 7-183 0,-1-2-415 16,1 2 184-16</inkml:trace>
        </inkml:traceGroup>
        <inkml:traceGroup>
          <inkml:annotationXML>
            <emma:emma xmlns:emma="http://www.w3.org/2003/04/emma" version="1.0">
              <emma:interpretation id="{D7CB52C4-BE30-43D5-A2CC-1C8ABFD514D7}" emma:medium="tactile" emma:mode="ink">
                <msink:context xmlns:msink="http://schemas.microsoft.com/ink/2010/main" type="inkWord" rotatedBoundingBox="6724,2956 7664,2957 7663,3468 6723,3467"/>
              </emma:interpretation>
              <emma:one-of disjunction-type="recognition" id="oneOf46">
                <emma:interpretation id="interp54" emma:lang="" emma:confidence="1">
                  <emma:literal/>
                </emma:interpretation>
              </emma:one-of>
            </emma:emma>
          </inkml:annotationXML>
          <inkml:trace contextRef="#ctx0" brushRef="#br1" timeOffset="-409517.6682">-6936 2362 141 0,'0'0'213'0,"1"-6"-18"0,-1 6-14 0,0 0-9 15,0 0-6-15,0 0-13 0,0 0-14 0,0 0-9 16,0 0-9-16,0 0-10 0,2 20-6 0,-1-16-7 16,1 1 2-16,-2-5-9 0,1 9-6 0,-1-3-9 0,0-6-5 15,0 10-9-15,0-5-2 0,0-5-8 0,-1 11-7 16,0-7 0-16,0 2-7 0,1-6-2 16,-3 9-2-16,0-7-7 0,-1 1-6 0,0 0-5 0,4-3-10 15,-6 4-8-15,2-3-7 0,-3 0-10 0,2 0-5 16,-2-2-2-16,1-1-4 0,-1 1 2 0,0-2 0 15,-2 0 0-15,2 0 5 0,-1 0 1 0,1-2 1 16,2 2 2-16,-1-1 7 0,0-1 7 0,3 2 6 16,-1-1 7-16,1 1 8 0,0-2 7 0,0 2 3 15,3 3 2-15,-4-6 3 0,1 3-4 0,3 3 4 16,-3-4 0-16,3 4 3 0,0 0-4 0,-3-5 4 16,3 5-6-16,0 0 3 0,-3-5-5 0,3 5-2 15,0 0 0-15,0 0-2 0,0 0-1 0,0 0 0 16,0 0-3-16,0 0 0 0,0 0-5 0,0 0-1 15,6 19-2-15,-5-13 1 0,2-2-2 0,-1 1 2 16,-1 0-7-16,0 0 1 0,-1-5 0 0,2 9-1 0,-2-3 0 16,0-6 0-16,-4 7 1 0,2-3-4 0,2-4-4 15,-7 6-8-15,4-5-6 0,-3 2-6 0,-1-2-5 16,1 0-9-16,0 0-7 0,0 0-10 0,0-1-17 16,1 1-21-16,-1-1-20 0,6 0-30 0,-7-1-27 15,7 1-56-15,-6-1-129 0,6 1-382 0,-5-2 170 16</inkml:trace>
          <inkml:trace contextRef="#ctx0" brushRef="#br1" timeOffset="-409267.685">-6951 2563 50 0,'0'0'225'16,"0"0"-11"-16,0 0-14 0,0 0-16 0,0 0-14 15,-17-3-16-15,11 3-15 0,0 0-10 0,0-2-14 16,-1 1-16-16,0 1-4 0,-1 1-14 0,1-1-26 16,0 0-16-16,0 0-35 0,1 2-27 0,0-4-33 15,6 2-39-15,-9 2-60 0,9-2-116 0,-6 0-293 16,6 0 129-16</inkml:trace>
          <inkml:trace contextRef="#ctx0" brushRef="#br1" timeOffset="-409111.4369">-7065 2624 97 0,'0'0'251'0,"0"0"-22"0,6-5-24 16,-6 5-18-16,3-4-22 0,-3 4-38 0,2-4-48 0,-2 4-67 15,0 0-69-15,-1-10-160 0,1 10-233 0,-5-6 104 16</inkml:trace>
          <inkml:trace contextRef="#ctx0" brushRef="#br1" timeOffset="-408798.9841">-7229 2400 222 0,'0'0'216'0,"0"0"-10"0,0 0-6 0,0 0-9 0,0 17-9 16,0-12-8-16,0-5-8 0,-1 10-12 0,1-3-1 15,-1 0-13-15,0 0-12 0,-1 0-5 0,-1 0-9 16,0 0-8-16,1-2-8 0,-2 2-12 0,-2-2-3 16,1 2-10-16,0-1-2 0,-2-1-10 0,1 1-7 15,-2-2-12-15,3 1-19 0,-1-1-23 0,-1 0-28 0,2-1-42 16,-3 1-59-16,1-3-70 0,1 2-241 16,0-3-477-16,0 0 210 0</inkml:trace>
          <inkml:trace contextRef="#ctx0" brushRef="#br1" timeOffset="-408283.3972">-7386 2392 83 0,'0'0'140'16,"-8"3"-10"-16,4-1-8 0,0 1-16 0,0-1-6 0,-1-1-10 16,1 1-6-16,-2 2-7 0,1-1-4 0,-1 0-16 15,0 0 3-15,0 0-6 0,0 1-1 16,2-2-7-16,-1 3-7 0,1-3-4 0,1 1-2 0,3-3 0 16,-4 7 2-16,4-7-10 0,-2 6 3 0,2-6-2 15,0 7 3-15,0-7-5 0,3 5 4 0,-3-5-5 16,6 5 1-16,-4-1-5 0,1-3 10 0,1 2-6 15,-4-3 4-15,5 5-1 0,-2-3 3 0,0 0 4 16,-3-2 2-16,5 5-10 0,-3-3 3 0,-2-2 0 16,0 0 4-16,4 6 1 0,-4-6 1 0,1 4 2 15,-1-4 2-15,0 0-2 0,0 0-3 0,0 0 1 16,0 0-3-16,-8 7-3 0,8-7 1 0,-8 1 3 0,5 1-6 16,-3-2 3-16,6 0-7 0,-11 2 4 0,4-2-4 15,0 2-1-15,-1-2 3 0,1 1-5 0,-1-1-1 16,-1 0-1-16,1-1-3 0,0-1-3 0,0 2 1 15,0 0 0-15,2-2-1 0,0 1-3 0,-1-1 2 16,1 0 0-16,0 0 2 0,2-1 2 0,0 0-1 16,0-1 3-16,1 0 5 0,3 4 2 0,-4-7 4 15,4 1-5-15,0 6-1 0,1-12-2 0,2 5-4 16,-1 0-3-16,1 1-14 0,1-2-21 0,-1 3-27 16,1-1-43-16,1 0-56 0,-1 0-71 0,0 0-172 15,0 0-422-15,-1 0 186 0</inkml:trace>
          <inkml:trace contextRef="#ctx0" brushRef="#br1" timeOffset="-407549.0755">-7485 2114 155 0,'0'0'208'0,"4"-2"-5"0,-4 2-6 15,0 0-6-15,0 0 1 0,0 0-11 0,0 0-9 16,-13 19-10-16,5-11-12 0,-2 1-10 0,-1-1-12 16,-3 4-11-16,0-1-7 0,0-1-14 0,2-1-9 0,1 0-11 15,-4 0-20-15,5-2-35 0,-1-1-45 16,3-1-66-16,0-2-64 0,2-1-242 0,2 1-429 16,0-3 190-16</inkml:trace>
          <inkml:trace contextRef="#ctx0" brushRef="#br1" timeOffset="-407799.0566">-7671 2299 25 0,'3'-5'267'16,"-3"5"-12"-16,0 0-15 0,0 0-16 0,0 0-20 15,3-2-17-15,-3 2-13 0,0 0-17 0,0 0-9 16,0 0-8-16,0 0-7 0,0 0-12 0,-6 17-11 16,4-12-9-16,0 3-10 0,-1 0-8 0,0 0-9 15,-1 1-6-15,2-1-6 0,-1 1-4 0,-1 0-3 16,-1-2-7-16,1 1-3 0,-1 0-6 0,-1-2-2 0,3-2-1 15,-2 1-6-15,2-1 0 0,-1-1-3 0,1 0-2 16,3-3-3-16,-7 5-1 0,4-4-3 16,3-1-2-16,-9 0-1 0,9 0-3 0,-8-3 1 0,4 2-3 15,0-2-7-15,4 3 4 0,-7-8-2 0,5 5-2 16,-1-2 1-16,0 1 1 0,0-2 1 0,0 2-1 16,1 0-1-16,2 4-1 0,-4-7 0 0,2 4-3 15,2 3-2-15,-5-7 5 0,5 7 0 0,-6-4-2 16,3 3-3-16,3 1-1 0,0 0 2 0,-9 0-1 15,9 0-2-15,-6 5-1 0,2-3-3 0,-1 1-3 16,2 2-5-16,-2-2-2 0,2 1-2 0,1 1-8 16,2-5-7-16,-6 7-6 0,3-5-3 0,3-2-16 15,-4 8-16-15,2-6-19 0,2-2-13 0,-4 4-36 0,4-4-28 16,-3 1-64-16,3-1-156 0,0 0-422 16,0 0 186-16</inkml:trace>
        </inkml:traceGroup>
        <inkml:traceGroup>
          <inkml:annotationXML>
            <emma:emma xmlns:emma="http://www.w3.org/2003/04/emma" version="1.0">
              <emma:interpretation id="{884BAD5D-197B-4B6D-96BA-4B3361669D28}" emma:medium="tactile" emma:mode="ink">
                <msink:context xmlns:msink="http://schemas.microsoft.com/ink/2010/main" type="inkWord" rotatedBoundingBox="7845,2915 9484,2916 9483,3513 7844,3511"/>
              </emma:interpretation>
              <emma:one-of disjunction-type="recognition" id="oneOf47">
                <emma:interpretation id="interp55" emma:lang="" emma:confidence="1">
                  <emma:literal/>
                </emma:interpretation>
              </emma:one-of>
            </emma:emma>
          </inkml:annotationXML>
          <inkml:trace contextRef="#ctx0" brushRef="#br1" timeOffset="-417517.0972">-5127 2403 92 0,'0'0'234'16,"0"-7"-16"-16,0 7-18 0,0 0-10 0,0 0-16 16,0 0-4-16,0 0 6 0,0 0-10 0,0 0-15 0,0 0-11 15,3 18-9-15,-3-18-8 0,2 8-8 0,-2-3-5 16,0-5-9-16,2 7-5 0,-2-2-12 0,0-5-7 16,2 6-5-16,-2-6-14 0,0 7-2 0,0-7-5 15,-4 6-4-15,4-6-5 0,-5 5-6 0,2-3-12 16,3-2-10-16,-7 4-12 0,1-2-9 0,-1-2-16 15,0 3-10-15,0-3-6 0,-1 0-11 0,1-2-4 16,-4 1-1-16,4 1-11 0,0-2-2 0,1-2-4 16,-1 1-1-16,1 0-1 0,2 1 5 0,-1-2 3 0,1 1 8 15,1-1 6-15,3 4 5 0,-6-5 4 16,6 5 5-16,-2-5-1 0,2 5 7 0,-3-4 2 16,3 4 7-16,0 0 11 0,0 0-4 0,0 0 18 0,0 0 6 15,5-9 6-15,-5 9 6 0,6 0 8 0,-6 0 6 16,7 0-4-16,-7 0 1 0,0 0 3 0,9 3 4 15,-5-2-2-15,4 1 6 0,-5 1 3 0,1 0-1 16,-1 0 1-16,0 2 4 0,-2-1 8 0,1 1 2 16,-1 0 5-16,-1 2-2 0,0 0 3 0,-2 0-2 15,-1-1-5-15,1 3-3 0,-4-3-6 0,3 1-2 16,-3-2-6-16,2 1-6 0,-2-1-14 0,1 0-21 16,1-2-23-16,0 0-33 0,-2-1-40 0,1 0-28 15,1 0-30-15,4-2-35 0,-9 1-50 0,9-1-146 16,-8-3-416-16,5 1 185 0</inkml:trace>
          <inkml:trace contextRef="#ctx0" brushRef="#br1" timeOffset="-417282.7414">-5109 2279 101 0,'0'0'208'0,"0"0"-16"0,0 0-24 15,0 0-10-15,0 0-17 0,0 0-10 0,0 0-24 16,-17 3-30-16,11-2-34 0,-1 0-46 0,0-1-58 16,0 0-150-16,1 0-228 0,-2-2 102 0</inkml:trace>
          <inkml:trace contextRef="#ctx0" brushRef="#br1" timeOffset="-415954.6874">-5388 2391 123 0,'2'6'180'0,"-2"-6"-13"0,0 5-11 0,0-5-6 16,0 0-7-16,-2 9-6 0,2-9-8 0,-1 6-17 15,1-6-4-15,-3 7-10 0,3-7-9 0,-3 5-13 16,0-2-4-16,3-3-9 0,-6 3-8 0,3 0-12 16,3-3-13-16,-7 4-19 0,2-3-11 0,1 1-13 15,-1-2-5-15,5 0-13 0,-9 0-5 0,9 0-15 16,-9-2 10-16,3 0-7 0,2 0 8 0,4 2 1 16,-7-4 4-16,4 2 3 0,0-2 4 0,3 4-1 15,-3-5 9-15,3 5 8 0,-3-6 12 0,3 6 7 16,-2-6 1-16,2 6 13 0,0 0 0 0,-1-7 4 0,1 7 0 15,0 0 3-15,0 0-3 0,-1-6 1 16,1 6-1-16,0 0-2 0,0 0-6 0,0 0-3 0,0 0 3 16,0 0-5-16,0 0 2 0,0 0-1 0,0 0-5 15,0 0 0-15,0 0-3 0,0 0 2 0,0 0-2 16,2 18 3-16,-2-18-1 0,0 0-4 0,-4 9 6 16,4-9-3-16,-3 4 5 0,3-4-7 0,-6 4 2 15,3-2-7-15,3-2-3 0,-4 2-7 0,4-2-9 16,-8 1-9-16,8-1-2 0,-7-1-3 0,7 1 0 15,-9-4 1-15,5 2 1 0,4 2 3 0,-7-5 6 16,5 3 0-16,2 2 2 0,-5-5-1 0,3 0 11 16,2 5-1-16,-4-6 14 0,4 6 0 0,-1-7 6 0,1 7 4 15,-2-8 8-15,2 8-3 0,0-6 8 16,0 6 1-16,0 0-1 0,0 0 0 0,-1-7-1 0,1 7 2 16,0 0-5-16,0 0-2 0,0 0-4 0,0 0-5 15,-2-5 1-15,2 5 3 0,0 0 1 0,0 0-4 16,0 0 2-16,0 0-9 0,0 0 8 0,0 0-4 15,0 0-1-15,-3 17-1 0,3-17-3 0,-2 5 1 16,2-5-7-16,-1 5 2 0,1-5-4 0,-2 5-2 16,2-5-1-16,-3 4-2 0,3-4-4 0,-5 3-1 15,5-3-10-15,-6 2-6 0,6-2-5 0,-5 3-11 16,5-3-8-16,-7-2-3 0,7 2 4 0,-9 0 3 16,9 0 4-16,-7-1 5 0,1-1-1 0,6 2 15 15,-7-3-10-15,5 1 6 0,2 2 3 0,-6-6 8 16,3 4 2-16,3 2 16 0,-3-6-4 0,3 6 9 15,-3-5 13-15,3 5 9 0,-3-5 8 0,3 5-1 0,-2-4 5 16,2 4 3-16,0 0 7 0,-1-6-1 0,1 6-2 16,0 0 1-16,0 0-2 0,0 0-6 0,0 0-1 15,-3-4-5-15,3 4-1 0,0 0-1 0,0 0-1 16,0 0-3-16,0 0 4 0,0 0-9 0,0 0 2 16,0 0-5-16,4 19-1 0,-4-19 3 0,0 8-6 15,1-4-2-15,-1-4 0 0,-1 7-2 0,1-7 4 16,0 7-4-16,0-7 0 0,-4 5-5 0,1-2 6 15,0-1-8-15,3-2 3 0,-8 5-6 0,4-4-5 16,0 1 1-16,4-2-9 0,-10 2 2 0,4-2-12 16,-1 1 2-16,-1-1 4 0,1-2 0 0,1 1 7 15,-1-1 0-15,-1 1 6 0,3-2 1 0,0 1 5 0,1-2 8 16,0 1 5-16,4 3 7 0,-4-8 2 0,2 4 9 16,1-1 11-16,0-2 0 0,1-1 0 15,1 0 1-15,1 0-3 0,0-5 4 0,3-1-2 0,-1 0 2 16,0 1-3-16,1-1 10 0,1 2 2 0,-1-2-3 15,0 2-4-15,-2 4-5 0,1 1-3 0,-3 4-10 16,1 0-8-16,-2 3-15 0,3-5-23 0,-3 5-28 16,0 0-46-16,0 0-49 0,0 0-60 0,0 0-153 15,-5 17-382-15,5-10 170 0</inkml:trace>
          <inkml:trace contextRef="#ctx0" brushRef="#br1" timeOffset="-415689.1071">-5641 2515 72 0,'0'0'195'0,"0"0"-10"0,0 0-4 0,-9 5-10 15,9-5-14-15,0 0-18 0,-9 0-12 0,5 0-14 16,4 0-9-16,-10-1-11 0,4 0-11 0,0 0-23 16,0 0-23-16,-1 1-32 0,7 0-43 0,-11 0-47 0,6 0-60 15,-1-3-96-15,6 3-261 0,-8 0 116 16</inkml:trace>
          <inkml:trace contextRef="#ctx0" brushRef="#br1" timeOffset="-415517.245">-5748 2580 216 0,'0'0'242'16,"0"0"-20"-16,0 0-17 0,6-6-21 0,-6 6-15 16,0 0-22-16,3-2-37 0,-3 2-40 0,0 0-65 15,3-8-74-15,-3 8-182 0,1-4-271 0,-1 4 121 16</inkml:trace>
          <inkml:trace contextRef="#ctx0" brushRef="#br1" timeOffset="-413048.6706">-6358 2239 167 0,'0'0'246'0,"0"0"-20"0,0 0-10 0,0 0-11 16,0 0-7-16,0 0-12 0,0 0-9 0,0 0-9 15,1 16-12-15,1-7-12 0,-2-2-10 0,1 1-12 16,0 2-12-16,-2-1-6 0,2 1-11 0,0 2-12 16,0-2-10-16,-2 2-7 0,1-2-13 0,-1-1-23 15,0-1-30-15,0-1-35 0,-2 0-38 0,0 0-45 16,1-2-51-16,-1 2-74 0,1-3-139 0,-3 1-414 0,1-1 184 16</inkml:trace>
          <inkml:trace contextRef="#ctx0" brushRef="#br1" timeOffset="-414142.3309">-6203 2278 126 0,'2'-5'263'0,"-2"5"-19"16,3-5-13-16,-3 5-23 0,3-4-20 0,-3 4-22 16,0 0-15-16,3-4-39 0,-3 4-22 0,0 0-46 15,0 0-54-15,3-5-63 0,-3 5-49 0,2-4-148 16,-2 4-292-16,0 0 129 0</inkml:trace>
          <inkml:trace contextRef="#ctx0" brushRef="#br1" timeOffset="-413673.621">-6008 2136 144 0,'-6'8'152'0,"3"-5"-12"15,-2 3-19-15,-1-1-17 0,0 0-22 0,-1 3-32 16,0-3-44-16,-2 2-140 0,0-2-144 0,1-1 64 16</inkml:trace>
          <inkml:trace contextRef="#ctx0" brushRef="#br1" timeOffset="-413845.4917">-5894 2072 27 0,'0'0'203'0,"0"0"-11"15,0 0-12-15,0 0-15 0,0 0-7 0,0 0-8 16,0 0-10-16,-5 19-12 0,2-14-7 0,0 1-10 16,-1 2-10-16,-1-1-4 0,1 0-8 0,-3 4-3 15,-1-2-7-15,0 0-9 0,0 1-9 0,1-1-1 16,-2-1-9-16,3-1-5 0,-5-2-16 0,5 0-16 15,-1-1-25-15,0-1-30 0,1 2-42 0,1-4-36 0,1 1-41 16,1 0-165-16,3-2-350 0,-9 1 155 16</inkml:trace>
          <inkml:trace contextRef="#ctx0" brushRef="#br1" timeOffset="-414345.4572">-5841 2369 159 0,'4'7'171'16,"-4"-7"-14"-16,1 5-14 0,-1-5-14 0,0 0-10 15,-1 10-12-15,1-10-8 0,-1 8-10 0,1-8-14 16,-3 7-6-16,3-7-7 0,-3 6-10 0,0-3 0 15,1 2-11-15,2-5-2 0,-5 4-9 0,0-1-3 0,5-3-6 16,-6 3-9-16,6-3-4 0,-4 2-6 0,4-2-3 16,-5 1-10-16,5-1 3 0,0 0 5 15,-8-1-9-15,8 1 7 0,-5-3 2 0,5 3-2 0,-3-6 2 16,3 6-1-16,-2-8 1 0,2 8-1 0,0-9 2 16,0 9 2-16,-2-8 5 0,1 3 9 0,1 5-5 15,0-7 13-15,0 7-4 0,1-7 14 0,-1 7 0 16,0 0 2-16,0-8 5 0,0 8 1 0,0 0-4 15,0 0 0-15,0-7-4 0,0 7-6 0,0 0-1 16,0 0 0-16,0 0-5 0,0 0-2 0,0 0 0 16,0 0-1-16,0 0-4 0,0 0 2 0,0 0-1 15,0 0-2-15,0 0 1 0,0 0-1 0,0 0-5 0,-2 22 0 16,0-18-7-16,2-4-3 0,-4 6-13 0,1-3 1 16,-1 0-5-16,1-1-10 0,3-2-4 0,-6 5-1 15,1-3-9-15,0-1-1 0,1 1-16 0,4-2-7 16,-10 1-4-16,6-1 5 0,4 0-2 0,-10-1 4 15,6-1 9-15,4 2 8 0,-6-2 4 0,2 0 5 16,4 2 9-16,-5-5 10 0,2 1 3 0,3 4 8 16,-2-8 9-16,0 5 12 0,2 3 5 0,-3-6 15 15,3 6 2-15,0-6 13 0,0 6-2 0,0 0 5 16,0-9-1-16,0 9 1 0,0 0-5 0,0-6 3 16,0 6-3-16,0 0-2 0,0 0-5 0,1-6-7 15,-1 6-5-15,0 0-7 0,0 0 8 0,0 0-5 16,0 0 2-16,0 0-1 0,0 0-1 0,0 0-7 0,0 0 9 15,0 0-3-15,0 0 0 0,0 21-3 16,0-21-1-16,-1 8-10 0,1-8 4 0,-2 7 3 16,0-3-3-16,0 1-1 0,2-5 2 0,-4 5 2 0,3-1-7 15,1-4-1-15,-6 5-4 0,3-2-9 0,3-3-9 16,-9 3-7-16,5-3 3 0,-1 1-8 0,5-1-7 16,-10 1-8-16,4-1-2 0,0-1-6 0,0 0 2 15,0-2-4-15,0 3 3 0,0-3 4 0,0-1 4 16,1 2-4-16,1-4 2 0,-1 1-3 0,1-1 7 15,1 1 8-15,-2-2 4 0,3 1-2 0,-1-2 4 16,1 0 6-16,2 3 3 0,-1-2 12 0,0-1 15 16,0 3 7-16,1 5-2 0,-1-12 17 0,1 12 3 15,1-9 14-15,-1 9 2 0,1-6 2 0,-1 6 3 16,0 0 0-16,0-7-3 0,0 7-4 0,0 0-3 16,0 0-1-16,0 0 3 0,0 0-1 0,0 0 0 15,0 0-1-15,0 0 0 0,0 0-5 0,0 0 1 0,0 0 0 16,-2 22 0-16,2-14-4 0,-2-2-1 0,2 0-3 15,-1 2-1-15,-2-1-4 0,0 0 0 0,1-1-6 16,0 0 2-16,-1 1-5 0,-2 0 1 0,1-2-4 16,-1 1 1-16,0-2-4 0,-2 1-2 0,2-2-1 15,-1 0-1-15,-2-2-3 0,2 2-1 0,-2 0 0 16,2-2-6-16,-1 1 5 0,0-1 0 0,3-1-5 16,-3 0 0-16,7 0 4 0,-8-2-5 0,8 2 4 15,-6-3 2-15,1 1-4 0,5 2 1 0,-5-1-1 16,5 1-1-16,-5-3 3 0,5 3 2 0,-5-2 0 15,5 2 3-15,0 0-1 0,-5-2 1 0,5 2-3 16,0 0 1-16,0 0 2 0,-6 4 0 0,6-4-7 0,0 0 5 16,1 9-1-16,-1-9 3 0,-1 7-4 15,1-7-1-15,1 11-1 0,-1-7 2 0,2 4 1 16,-2-3 1-16,0 2-1 0,0 0 1 0,-2 1-1 0,-1-2 4 16,0 1-2-16,1-1 0 0,-3 1-4 0,0 0 1 15,0 1 0-15,-1-2 1 0,-2-1-5 0,1 0 4 16,-1-2-7-16,0 1-11 0,2 1-13 0,-1-3-8 15,3-1-18-15,0 2-19 0,-1-1-37 0,5-2-35 16,0 0-45-16,-7-5-195 0,7 5-416 0,-4-9 184 16</inkml:trace>
          <inkml:trace contextRef="#ctx0" brushRef="#br1" timeOffset="-412814.2742">-6459 2397 146 0,'0'0'208'16,"0"0"-8"-16,0 0 0 0,0 0-10 0,0 0-8 15,0 0-9-15,0 0-6 0,0 0-13 0,4 20-6 16,-5-12-13-16,0-1-8 0,-1 0-7 0,-1 0-7 15,0 1-11-15,0 0-3 0,-1 1-10 0,-2 0-10 16,1 0-9-16,1-2-5 0,-1 1-10 0,0-1-12 16,0-2-17-16,1 0-29 0,2-1-36 0,-2-1-48 15,1 0-47-15,3-3-56 0,-6 2-217 0,6-2-440 0,0 0 195 16</inkml:trace>
          <inkml:trace contextRef="#ctx0" brushRef="#br1" timeOffset="-412314.3554">-6594 2362 24 0,'0'0'100'0,"3"-5"5"0,-3 5-10 0,4-7-6 16,-2 4-10-16,-2 3-3 0,3-5-5 0,-3 5-13 16,5-3 0-16,-5 3 0 0,4-1 2 0,-4 1-7 15,5-2 2-15,-5 2-5 0,0 0 4 0,6 0-5 0,-6 0-1 16,6 2-3-16,-6-2-5 0,7 2 9 0,-4-1-7 16,-3-1-1-16,6 1 12 0,-2 1-5 15,-4-2 3-15,4 4-7 0,-4-4-1 0,3 4 4 0,-3-4-4 16,0 0 3-16,-1 9 1 0,1-9-2 0,-6 7-3 15,2-2 1-15,1-2-3 0,-3 1-2 0,0 1-2 16,0-2 1-16,0 2-5 0,-1-1-3 0,-1 2 1 16,3-1 3-16,-1-1 4 0,-1 1-3 0,3-2 0 15,0 0 2-15,-1-1-2 0,1 2 0 0,-1-1 3 16,1-1-1-16,1 3 2 0,-1-1 3 0,1-1 0 16,-1 0-3-16,0 3 6 0,1-3-1 0,0 2-2 15,0-1 4-15,1 0-2 0,1 1 0 0,1-5 1 0,-3 10-5 16,3-4-2-16,0 0-4 0,0-6 1 0,2 15-9 15,-1-8 2-15,0 0-3 0,-1 0-2 16,1-1-5-16,-1 2-1 0,0-1-2 0,1 1-1 0,-1-3-13 16,0 1-15-16,0-6-13 0,-2 11-33 0,1-6-31 15,0 0-26-15,-2-1-37 0,3-4-55 0,-6 5-223 16,3-3-467-16,3-2 207 0</inkml:trace>
          <inkml:trace contextRef="#ctx0" brushRef="#br1" timeOffset="-412079.9664">-6748 2427 151 0,'0'0'266'0,"4"-4"-19"0,-4 4-29 16,0 0-23-16,0 0-21 0,0 0-18 0,3-3-25 0,-3 3-44 16,0 0-66-16,0 0-78 0,0 0-209 0,0 0-286 15,0 0 127-15</inkml:trace>
          <inkml:trace contextRef="#ctx0" brushRef="#br1" timeOffset="-410564.4815">-6687 2665 45 0,'0'0'92'0,"0"0"11"0,0 0-8 16,0 0-6-16,0 0 3 0,0 0-9 0,0 0 0 0,0 0-3 16,0 0-3-16,0 0-5 0,0 0-1 15,0 0-2-15,0 0 0 0,0 0-10 0,0 0 5 16,0 0-4-16,0 0 1 0,0 0-9 0,0 0 2 0,0 0 3 16,0 0-2-16,0 0 3 0,0 0-3 0,12 3-6 15,-12-3 9-15,0 0-2 0,0 0 8 0,0 0-4 16,0 0 7-16,0 0-2 0,7-6 6 0,-7 6-2 15,0 0-4-15,3-4-1 0,-3 4 0 0,0 0-3 16,2-5-4-16,-2 5-12 0,2-5 3 0,-2 5-6 16,2-7-6-16,-2 7-8 0,2-8-27 0,-2 3-19 15,0 5-29-15,1-12-45 0,-1 5-55 0,1-1-264 0,1 0-444 16,-2-1 197-16</inkml:trace>
        </inkml:traceGroup>
        <inkml:traceGroup>
          <inkml:annotationXML>
            <emma:emma xmlns:emma="http://www.w3.org/2003/04/emma" version="1.0">
              <emma:interpretation id="{9278BE7C-DBDB-4229-BC56-15ED81B19142}" emma:medium="tactile" emma:mode="ink">
                <msink:context xmlns:msink="http://schemas.microsoft.com/ink/2010/main" type="inkWord" rotatedBoundingBox="9650,3000 10798,3001 10797,3459 9649,3457"/>
              </emma:interpretation>
              <emma:one-of disjunction-type="recognition" id="oneOf48">
                <emma:interpretation id="interp56" emma:lang="" emma:confidence="1">
                  <emma:literal/>
                </emma:interpretation>
              </emma:one-of>
            </emma:emma>
          </inkml:annotationXML>
          <inkml:trace contextRef="#ctx0" brushRef="#br1" timeOffset="-421875.1582">-3802 2356 10 0,'1'-8'198'0,"-1"8"-15"0,0 0-14 0,0 0-11 15,0 0-9-15,0 0 3 0,0 0-9 0,0 0-9 16,0 0-13-16,0 0-10 0,0 0-9 0,0 0-6 16,0 0-9-16,0 0-3 0,0 0-5 0,0 0 0 0,4 16-4 15,-4-16-3-15,1 5-8 0,-1-5-5 0,0 0-10 16,1 5-1-16,-1-5-8 0,0 0 1 0,-3 7-6 15,3-7 0-15,-4 5-3 0,0-3-4 0,0 1-6 16,1-1-6-16,-2 1 0 0,1-1-5 0,0 0-6 16,-1 1-2-16,0-2-2 0,1 3-5 0,4-4-5 15,-9 2-5-15,6 0-6 0,0 1-11 0,3-3 12 16,-5 2-3-16,5-2 1 0,-4 4 1 0,4-4 0 16,0 0 1-16,-3 4 5 0,3-4 3 0,0 0 2 15,0 0-5-15,0 0 7 0,0 0-5 0,1 8 4 16,-1-8-1-16,0 0 4 0,4 6 1 0,-4-6 0 15,2 3 1-15,-2-3 1 0,3 3 3 0,-3-3 2 16,2 4 2-16,-2-4 1 0,3 4 2 0,-3-4 0 16,3 3-5-16,-3-3 2 0,0 0 2 0,3 2-3 15,-3-2 1-15,0 0 3 0,0 0 0 0,0 0-2 16,0 0-7-16,-6 8 8 0,6-8 1 0,-7 3 1 0,7-3 1 16,-7 1-1-16,2 0-3 0,0 0-1 0,-3 1 6 15,2-2 1-15,-1 0-2 0,-1 0 3 0,0 0-2 16,0 1 0-16,1-1 0 0,-2-1 2 0,0 1 1 15,0 0-1-15,-1-3 4 0,2 2-4 0,0-1 1 16,0 0 1-16,1-1 3 0,-1 0 3 0,2 0 1 16,0 0-2-16,3-1 0 0,-1 1 0 0,0 0 2 15,4 3-5-15,-2-9-4 0,2 9-2 0,0-10-1 16,0 10-3-16,3-10-7 0,0 5-12 0,-1-2-17 16,2 2-21-16,-1 1-24 0,1 1-42 0,-1-2-49 15,1 3-50-15,-4 2-161 0,5-5-407 0,-2 5 180 16</inkml:trace>
          <inkml:trace contextRef="#ctx0" brushRef="#br1" timeOffset="-421626.1619">-3893 2614 98 0,'9'-3'301'0,"-9"3"-20"0,3-3-21 0,-3 3-22 16,0 0-21-16,5-4-19 0,-5 4-23 0,4-3-27 15,-4 3-35-15,2-5-50 0,-2 5-68 0,0 0-84 0,1-5-93 16,-1 5-121-16,0 0-328 0,-5-9 145 0</inkml:trace>
          <inkml:trace contextRef="#ctx0" brushRef="#br1" timeOffset="-421016.8312">-4096 2261 4 0,'4'-4'265'0,"-4"4"-14"15,2-3-14-15,-2 3-21 0,0 0-22 0,3-7-18 0,-3 7-19 16,0 0-21-16,0 0-29 0,0 0-34 0,0 0-37 16,0 0-47-16,0 0-47 0,0 0-50 0,0 0-58 15,0 0-86-15,0 0-272 0,-14 7 120 0</inkml:trace>
          <inkml:trace contextRef="#ctx0" brushRef="#br1" timeOffset="-421235.5803">-4108 2371 19 0,'-7'5'205'0,"7"-5"-17"0,0 0-10 15,0 0-8-15,1 8-13 0,-1-8-4 0,0 0-7 16,0 8-7-16,0-8-16 0,0 0-10 0,1 8-7 16,-1-8-4-16,0 8-5 0,0-8-6 0,0 0-6 15,0 9-4-15,0-9-7 0,-1 4-3 0,1-4-8 16,0 0-3-16,-4 6-6 0,1-4-3 0,3-2-6 16,-7 3-4-16,4-3-4 0,3 0-6 0,-11 0-10 0,5 0-7 15,-1-2-9-15,1 1-15 0,0-1-11 16,0 0-14-16,-1-2-12 0,-1 0-20 0,1-1-32 0,1 1-37 15,1-1-35-15,0 0-185 0,0-2-386 0,3 1 172 16</inkml:trace>
          <inkml:trace contextRef="#ctx0" brushRef="#br1" timeOffset="-420579.362">-4292 2393 158 0,'4'-5'179'0,"-1"1"-5"0,-2 0-15 15,-1 4-9-15,6-6-10 0,-3 4-10 0,0 0-9 0,1-1-15 16,-4 3-3-16,6-5-10 0,-3 5-7 0,-3 0-6 16,7-2-8-16,-7 2-4 0,7-1-1 0,-7 1-2 15,5-2-3-15,-5 2-3 0,5 0-8 0,-5 0-2 16,0 0-1-16,6 4-4 0,-6-4-3 0,4 4-2 15,0-2-4-15,-4-2-4 0,4 6 2 0,-1-3-1 16,-1 0-3-16,-2-3-2 0,4 6 1 0,-4-6-3 16,1 7 1-16,-1-7 0 0,1 7-3 0,-1-7 4 15,0 0 4-15,-5 7 6 0,2-4-2 0,0-1 2 0,-2 1-5 16,1-2 0-16,-2 1-5 0,-1-2 2 16,0 0-3-16,-1 3 0 0,0-3-8 0,0 0-1 15,-3 0-3-15,0 0 0 0,2-2-1 0,0 1 0 0,1-1 0 16,-1 2 1-16,2-1-3 0,-1-2-4 0,1 3-8 15,2-2-8-15,0 1-16 0,5 1-17 0,-8-3-23 16,8 3-32-16,-7-1-33 0,7 1-37 0,-5-1-43 16,5 1-188-16,-4-3-431 0,4 3 190 0</inkml:trace>
          <inkml:trace contextRef="#ctx0" brushRef="#br1" timeOffset="-420157.5333">-4177 2168 161 0,'3'-5'263'16,"-3"5"-20"-16,2-3-11 0,-2 3-20 0,2-4-16 15,-2 4-21-15,0 0-22 0,0 0-19 0,0 0-35 16,0 0-32-16,0 0-31 0,0 0-43 0,0 0-48 16,0 0-47-16,0 0-76 0,-12 14-94 0,6-9-294 15,-1 0 130-15</inkml:trace>
          <inkml:trace contextRef="#ctx0" brushRef="#br1" timeOffset="-420375.2648">-4325 2393 85 0,'3'-5'205'0,"-3"5"3"0,3-7-2 16,-2 3-12-16,-1 4-5 0,4-8-5 0,-2 3-6 0,-1 0-3 15,1 0-12-15,1-1-12 0,-2-2-14 0,1 0-10 16,1 1-12-16,-2-1-11 0,2-4-11 16,-1 3-8-16,0 0-10 0,0 0-17 0,0 0-27 0,-1 1-16 15,0-1-38-15,0 4-40 0,-1 0-39 0,0 5-44 16,1-11-42-16,-1 11-188 0,0-8-408 0,0 8 181 15</inkml:trace>
          <inkml:trace contextRef="#ctx0" brushRef="#br1" timeOffset="-419282.597">-4374 2582 20 0,'0'0'253'16,"0"0"-25"-16,0 0-14 0,0 0-17 0,0 0-11 15,0 0-9-15,0 0-13 0,-19 0-14 0,13 0-14 0,0 0-14 16,-2 0-15-16,1 0-8 0,-1 0-18 0,1 0-28 16,7 0-33-16,-9 0-64 0,9 0-75 0,-5-5-222 15,5 5-370-15,0 0 165 0</inkml:trace>
          <inkml:trace contextRef="#ctx0" brushRef="#br1" timeOffset="-419501.3318">-4417 2355 122 0,'0'0'211'15,"0"0"-7"-15,0 0-6 0,0 0-12 0,0 0-11 16,0 0-14-16,0 0-14 0,0-7-12 0,0 7-10 16,0 0-6-16,0 0-7 0,0 0-3 0,0 0-7 15,0 0-4-15,0 0-2 0,3 16-12 0,-3-16-2 16,1 9-12-16,1-6-2 0,-2-3-7 0,1 9-7 16,0-6-6-16,-1-3-4 0,1 9-4 0,-1-9-3 0,0 7-6 15,0-7-1-15,-1 8-3 0,1-8 2 16,-4 6-7-16,3-2-4 0,1-4-6 0,-6 5-5 15,1-3-7-15,-1 1-1 0,0 0-10 0,-1-1-1 0,0-1-7 16,0 0-1-16,-1-1-1 0,1 0-5 0,-1 0 3 16,1 0 0-16,1 0 2 0,-1-1 2 0,0 0-8 15,0 1 10-15,1-2 0 0,2 1 3 0,4 1 1 16,-8-1 0-16,8 1 5 0,-7-1 2 0,7 1 2 16,-5 0 5-16,5 0-1 0,0 0 5 0,0 0-4 15,-5-2 4-15,5 2 0 0,0 0 5 0,0 0 4 16,0 0 1-16,-2 7-4 0,2-7 3 0,0 0 1 15,0 0 1-15,6 11 0 0,-5-6 1 0,2-1 1 0,-2 1 1 16,1 1 2-16,0 0-2 0,-2 2 2 16,0-1 1-16,0-1-2 0,0 3-2 0,-3-2-2 15,1 1 2-15,-2 1 0 0,-2 0 2 0,2 0-7 0,-3 0 3 16,2-3-2-16,-4 3-1 0,1-2-3 0,-1 0-1 16,2-1-13-16,3-1-9 0,-2-1-18 0,1-1-20 15,1 0-29-15,1-1-36 0,3-2-46 0,-6 2-50 16,6-2-210-16,0 0-457 0,0 0 202 0</inkml:trace>
          <inkml:trace contextRef="#ctx0" brushRef="#br1" timeOffset="-418532.6496">-4746 2294 59 0,'0'0'223'0,"0"0"-10"0,0 0-13 16,0 0-14-16,0 0-16 0,0 0-14 0,0 0-12 15,0 0-4-15,0 0-10 0,0 0-6 0,0 0-11 16,0 0-12-16,2 19-5 0,-2-19-8 0,-1 14-10 16,0-5-7-16,1-1-4 0,0 0-12 0,0 2 0 15,0-1-7-15,0-1-5 0,0 1-6 0,-2-1-13 16,2 1-15-16,-1 0-19 0,-1-2-31 0,-1 1-40 16,1 0-48-16,1-2-44 0,0-1-193 0,-3 2-397 0,1-3 175 15</inkml:trace>
          <inkml:trace contextRef="#ctx0" brushRef="#br1" timeOffset="-418267.0321">-4831 2444 166 0,'0'0'202'0,"0"0"1"16,-4 11-11-16,4-11-10 0,0 0-7 0,0 9-2 15,0-9-9-15,-2 10-9 0,1-6-8 0,0 1-14 0,1-5 1 16,-4 9-13-16,3-4-8 0,-2 2-14 16,-1 0-6-16,1-2-9 0,-2 2-6 0,0-2-12 15,1 0-4-15,-1-1-6 0,-1 1-5 0,0-1-6 0,0-1-9 16,0 0-18-16,0 0-16 0,1-1-16 0,0 1-19 16,0-1-25-16,1-1-25 0,4-1-27 0,-8 0-28 15,8 0-35-15,-6-2-53 0,6 2-127 0,-6-6-382 16,5 2 169-16</inkml:trace>
          <inkml:trace contextRef="#ctx0" brushRef="#br1" timeOffset="-418032.6734">-4877 2354 218 0,'2'-5'231'0,"-2"5"-14"16,0 0-16-16,3-4-15 0,-3 4-20 0,0 0-16 0,0 0-13 15,2-4-19-15,-2 4-26 0,0 0-30 0,0 0-26 16,0 0-36-16,0 0-33 0,0 0-55 0,0 0-52 16,0 0-120-16,0 0-279 0,-15 2 123 0</inkml:trace>
        </inkml:traceGroup>
        <inkml:traceGroup>
          <inkml:annotationXML>
            <emma:emma xmlns:emma="http://www.w3.org/2003/04/emma" version="1.0">
              <emma:interpretation id="{F7778674-97DC-4DEB-AB5C-24A54D68B619}" emma:medium="tactile" emma:mode="ink">
                <msink:context xmlns:msink="http://schemas.microsoft.com/ink/2010/main" type="inkWord" rotatedBoundingBox="10959,3056 12566,3058 12565,3460 10958,3458"/>
              </emma:interpretation>
              <emma:one-of disjunction-type="recognition" id="oneOf49">
                <emma:interpretation id="interp57" emma:lang="" emma:confidence="1">
                  <emma:literal/>
                </emma:interpretation>
              </emma:one-of>
            </emma:emma>
          </inkml:annotationXML>
          <inkml:trace contextRef="#ctx0" brushRef="#br1" timeOffset="-428063.2074">-2047 2393 2 0,'0'0'211'0,"0"0"-10"0,0 0-13 0,0 0-14 16,0 0-12-16,0 0-14 0,0 0-7 0,0 0-7 0,0 0 1 15,0 0-3-15,0 0-6 0,0 0-12 0,0 0-15 16,7 13-5-16,-7-13-9 0,2 5-7 0,-2-5-5 16,4 6-2-16,-4-3-4 0,0-3-9 0,2 9-6 15,0-6-2-15,-2-3-4 0,2 7-7 0,-2-1 1 16,0-6-1-16,1 8-5 0,-1-8-4 0,-1 9-1 15,0-4-4-15,1-5-2 0,-3 7-3 0,1-4 1 16,2-3-6-16,-5 6-9 0,-1-3-18 0,1-2-30 16,1 1-39-16,-3-2-39 0,1 0-52 0,-1-2-70 15,-1 1-141-15,2-1-414 0,-2-1 184 0</inkml:trace>
          <inkml:trace contextRef="#ctx0" brushRef="#br1" timeOffset="-427735.0921">-2176 2272 150 0,'0'0'216'0,"0"0"-14"16,0 0-10-16,0 0-8 0,0 0-5 0,-10 12-9 15,9-7-8-15,1-5-7 0,-2 9-6 0,1-2-9 16,-1 1-8-16,1-1-5 0,2 1-10 0,-3 0-6 16,2 0-14-16,0 1-7 0,0 0-6 0,0 2-10 0,-1-2-10 15,-1 0-5-15,1 3-7 0,-1-4-16 0,0 1-19 16,0 0-24-16,-1-1-34 0,0 0-37 0,0-1-43 15,1-2-46-15,0 0-63 0,-1 1-157 0,-1-3-417 16,2 0 185-16</inkml:trace>
          <inkml:trace contextRef="#ctx0" brushRef="#br1" timeOffset="-426485.1969">-2293 2405 149 0,'0'0'184'0,"0"0"-7"15,0 0-11-15,0 0-8 0,0 0-10 0,0 0-13 16,0 0-11-16,0 0-12 0,0 0-7 0,5 19-12 0,-5-19-3 16,-2 5-5-16,2-5-17 0,-3 5 6 0,3-5-11 15,-2 5-3-15,2-5-7 0,-5 5-7 0,3-3 1 16,-2 0-9-16,4-2-1 0,-6 3-5 0,6-3-5 15,-7 1-1-15,7-1-10 0,-5 3-10 0,5-3-2 16,-7 0-3-16,7 0-5 0,-8-2-5 0,8 2 2 16,-7-2-2-16,7 2 1 0,-6-4-2 0,6 4 2 15,-4-4 0-15,4 4-2 0,-3-5 1 0,3 5-6 16,-3-6 8-16,3 6 8 0,0-8-1 0,0 8 2 0,0-7 3 16,0 7 0-16,0 0 6 0,3-8 2 15,-3 8 4-15,1-6 4 0,-1 6 1 0,0 0 3 16,0 0-4-16,1-6-2 0,-1 6-5 0,0 0-3 0,0 0-4 15,0 0 7-15,0 0-3 0,0 0-1 0,0 0-1 16,0 0-3-16,0 0-2 0,0 0 0 0,5 13 1 16,-5-13 1-16,0 0-1 0,-3 10-4 0,3-10 2 15,-3 6-1-15,0-3-4 0,3-3-1 0,-6 5-5 16,3-2-7-16,-2-1-3 0,1 0-7 0,0 0-4 16,-2 0-3-16,-1-2-6 0,3 0 0 0,4 0-4 15,-10 1 0-15,4-2 4 0,1 1 2 0,5 0 5 16,-8-4 1-16,5 2 8 0,0-1-2 0,3 3 2 15,-4-6 5-15,4 6 6 0,-4-4 6 0,4 4 8 16,-2-6 8-16,2 6 0 0,-2-5 2 0,2 5 4 16,0 0 5-16,-1-7 4 0,1 7 2 0,0 0 4 15,-1-6 1-15,1 6 2 0,0 0-2 0,0 0 1 0,0 0 5 16,0 0-3-16,-1-7-3 0,1 7-7 16,0 0 2-16,0 0-7 0,0 0 2 0,0 0-3 15,0 0-4-15,0 0-2 0,0 0 1 0,0 0-2 0,0 0 2 16,0 0-4-16,0 0 4 0,0 0-5 0,0 0 3 15,-1 17-4-15,1-17-1 0,-1 6 1 0,1-6-1 16,-2 7 0-16,2-7-2 0,-3 7 0 0,0-5-3 16,3-2 0-16,-2 7 2 0,2-7-4 0,-3 4-1 15,3-4-9-15,-3 4 8 0,3-4-2 0,-3 4-2 16,3-4-9-16,-6 2-2 0,6-2-1 0,-5 2 1 16,5-2-6-16,-8-1-2 0,8 1 1 0,-10-3 6 15,7 2-3-15,-4-2-3 0,2 0 2 0,0 0 4 16,-1-1 1-16,1 0 4 0,3 1-1 0,-2 0 2 15,-1-1-2-15,1 0 2 0,2 0 2 0,-1 1 0 16,3 3 3-16,-4-10 1 0,3 6 8 0,1 4 6 0,0-8 5 16,0 8 3-16,-2-6-1 0,2 6-3 0,0 0 5 15,-1-6 2-15,1 6 1 0,0 0-4 0,0 0 3 16,0-8-2-16,0 8-2 0,0 0-1 0,0 0-6 16,0 0 2-16,0 0 0 0,0 0-4 0,0 0 0 15,0 0-1-15,0 0 0 0,0 0 2 0,0 0-1 16,0 0 0-16,4 18 2 0,-4-18-4 0,-1 7 1 15,1-7 2-15,-3 8-4 0,3-8 5 0,-5 7-3 16,2-4 0-16,0-1 0 0,0 2-1 0,-1 0-1 16,1-2 2-16,-4 0-8 0,2 1 4 0,-2-2 2 15,1 1 0-15,-2 0-4 0,2-1 0 0,-1 0 0 16,3 1-1-16,-3-1 3 0,7-1-4 0,-10 0 2 16,6 1 2-16,4-1-3 0,-8 0-3 0,8 0 5 0,-7 1-1 15,7-1 3-15,-5 0 2 0,5 0-4 0,0 0 4 16,0 0-2-16,-5 1 2 0,5-1 1 15,0 0 8-15,0 0-1 0,0 0 8 0,0 0 1 0,0 0-2 16,0 0-2-16,0 0 1 0,9 10 0 0,-7-8 1 16,2 1-3-16,-4-3 0 0,5 6-2 0,-3-2 4 15,2 0-2-15,-1-2-4 0,-3-2 3 0,3 7-4 16,-1-4 0-16,-2-3-1 0,3 6 1 0,-2-3 3 16,-1-3-2-16,1 6 1 0,-1-6-1 0,0 0 5 15,-2 10 1-15,2-10-1 0,-4 6 2 0,2-3-1 16,0 1-5-16,2-4 8 0,-6 5-4 0,3-2-1 15,0 1-9-15,-1-3 3 0,-1 2 4 0,-1-1-3 0,1-1-2 16,-1 1-1-16,-1-1-2 0,1-1 0 16,-2 1 1-16,0-2-1 0,0 1-2 0,0-2 5 15,0 1-9-15,-1-2 4 0,1 3 2 0,-2-3-2 0,2 0 0 16,0-1 0-16,-3-1-1 0,5 1-2 0,-1-1 3 16,1 0-4-16,-1 0 0 0,3 1 4 0,-1 0-6 15,0-1 6-15,1 1-8 0,2-1 2 0,-1-1-8 16,0 2-13-16,3 4-20 0,-2-10-16 0,2 4-26 15,0 6-44-15,1-12-41 0,2 5-47 0,-2 3-235 16,2-2-488-16,0-2 217 0</inkml:trace>
          <inkml:trace contextRef="#ctx0" brushRef="#br1" timeOffset="-425875.8526">-2318 2314 177 0,'0'0'236'0,"0"0"-12"0,0 0-20 16,0 0-15-16,0 0-17 0,0 0-16 0,0 0-17 15,0 0-13-15,0 0-11 0,0 0-12 0,-19-4-11 16,15 3-8-16,4 1-9 0,-9-1-15 0,2-2-17 16,2 3-12-16,5 0-17 0,-8-3-19 0,3 2-31 15,1-1-22-15,4 2-31 0,-5-3-16 0,2 0-27 16,3 3-13-16,0 0-134 0,-4-5-302 0,4 5 135 15</inkml:trace>
          <inkml:trace contextRef="#ctx0" brushRef="#br1" timeOffset="-425750.8606">-2371 2244 93 0,'0'0'158'16,"1"-5"4"-16,-1 5-1 0,2-6-7 0,-2 6-4 0,3-4-16 16,-3 4-11-16,0 0-12 0,1-7-15 0,-1 7-13 15,0 0-20-15,2-4-23 0,-2 4-43 0,0 0-38 16,1-5-37-16,-1 5-157 0,0 0-254 0,0 0 113 15</inkml:trace>
          <inkml:trace contextRef="#ctx0" brushRef="#br1" timeOffset="-425454.0075">-2553 2229 216 0,'0'0'228'0,"0"0"-12"0,0 0-8 15,0 0-18-15,0 0-14 0,0 0-20 0,0 0-17 16,0 0-13-16,0 0-14 0,0 0-10 0,-9-1-13 15,0 1-12-15,-1 0-18 0,1 1-19 0,0-1-18 16,3 0-27-16,-2 1-38 0,2-1-47 0,1 0-62 16,5 0-159-16,-8 1-338 0,8-1 150 0</inkml:trace>
          <inkml:trace contextRef="#ctx0" brushRef="#br1" timeOffset="-426297.6706">-2762 2341 95 0,'3'-5'287'0,"-3"5"-9"16,3-4-16-16,-3 4-13 0,3-4-24 0,-3 4-18 16,4-4-24-16,-4 4-22 0,3-4-15 0,-3 4-26 15,0 0-34-15,4-2-40 0,-4 2-55 0,0 0-65 16,5-1-74-16,-5 1-205 0,0 0-381 0,7 0 168 16</inkml:trace>
          <inkml:trace contextRef="#ctx0" brushRef="#br1" timeOffset="-424516.5608">-3014 2366 54 0,'-3'3'207'0,"3"-3"-7"16,0 0-11-16,0 0-7 0,0 0-14 0,3 12-13 0,-3-12-12 15,2 7-8-15,-2-7-16 0,4 7-7 0,-4-3-12 16,0-4-8-16,3 6-6 0,-3-6-10 0,0 6-10 16,0-6-5-16,0 6-2 0,0-6-2 0,-3 5-8 15,3-5-6-15,-5 5-3 0,2-2-3 0,3-3-6 16,-7 4-3-16,5-2-11 0,-2 0-8 0,4-2-8 16,-9 1-5-16,5 1-5 0,4-2-5 0,-10-2 0 15,5 1 1-15,5 1-4 0,-9-4 3 0,5 2 0 16,0-3 1-16,-1 1 5 0,1-1-2 0,-1 1 5 15,0-2 4-15,-1-2 5 0,3 4 11 0,-4-1 6 16,3 0 5-16,-1 0 3 0,1 1 5 0,1 1 9 16,3 3 4-16,-6-6 0 0,4 4 5 0,2 2-2 15,0 0-2-15,-3-5-1 0,3 5-1 0,0 0-4 0,-2-5-2 16,2 5-4-16,0 0 0 0,0 0-4 16,0 0 0-16,0 0 1 0,0 0 3 0,0 0 1 15,0 0-7-15,0 0 4 0,0 0-5 0,0 0 0 0,11 9-2 16,-11-9 0-16,3 9 0 0,-1-4-3 0,0-1 2 15,2 1-8-15,-2 0-3 0,0 1 0 0,-2-6 4 16,1 9-7-16,1-3 2 0,-2-6-3 0,-1 8-8 16,1-8 2-16,-3 8-4 0,1-4-8 0,-3 0-5 15,0-1-7-15,-1 1-7 0,-1-4-6 0,1 1-3 16,-2 1-9-16,1-1-5 0,-1 0-18 0,2-1-17 16,-1 0-23-16,0-1-23 0,2 0-33 0,5 1-34 15,-7-1-238-15,2-1-470 0,5 2 207 0</inkml:trace>
          <inkml:trace contextRef="#ctx0" brushRef="#br1" timeOffset="-424250.9849">-3012 2545 163 0,'0'0'228'0,"0"0"-17"0,0 0-16 15,0 0-8-15,0 0-18 0,0 0-18 0,0 0-14 16,0 0-11-16,0 0-13 0,-16 0-12 0,16 0-10 16,-10 1-13-16,5-2-17 0,-2 1-25 0,3 1-22 15,-2-1-26-15,-1 1-36 0,7-1-44 0,-7 0-52 0,7 0-151 16,-7 0-318-16,7 0 141 0</inkml:trace>
          <inkml:trace contextRef="#ctx0" brushRef="#br1" timeOffset="-424094.7368">-3103 2614 148 0,'0'0'247'0,"0"0"-23"16,0 0-23-16,10-9-19 0,-10 9-23 0,3-5-39 15,-3 5-42-15,0 0-52 0,1-7-55 0,-1 7-83 16,0 0-96-16,-2-9-224 0,2 9 99 0</inkml:trace>
          <inkml:trace contextRef="#ctx0" brushRef="#br1" timeOffset="-423766.643">-3287 2442 181 0,'0'0'212'16,"0"0"-9"-16,0 0-8 0,0 0 5 0,0 0-14 15,0 0-3-15,0 0-3 0,2 20-8 0,-3-12-14 16,1-2-8-16,-1 2-9 0,0-3-12 0,-1 2-7 16,1 1-7-16,0-2-9 0,0 0-6 0,0-1-15 15,1 2-6-15,-2-1-6 0,-1-1-8 0,1 1-3 16,0 0-17-16,-1-1-20 0,-1 2-15 0,-1-1-30 16,1-2-26-16,-2 1-34 0,1-1-33 0,-1-2-31 15,0 1-25-15,0-1-37 0,0 0-195 0,1-2-432 0,5 0 192 16</inkml:trace>
          <inkml:trace contextRef="#ctx0" brushRef="#br1" timeOffset="-423235.4337">-3398 2433 18 0,'0'0'164'0,"0"0"-15"16,0 0-12-16,-9 4-17 0,9-4-7 0,-7 2-12 16,3 1-9-16,-1-1 6 0,5-2-9 0,-7 4-8 15,1-2-6-15,0 2-5 0,3-1-6 0,-3-2-6 16,3 1-4-16,3-2-6 0,-7 4-6 0,3-1-4 16,0-1-5-16,4-2-2 0,-5 6 0 0,5-6-10 0,-4 4 4 15,3-1-1-15,1-3-5 0,0 0-1 0,-3 5 2 16,3-5-7-16,0 0-1 0,0 0 2 15,0 0 0-15,5 10-6 0,-5-10 5 0,3 4 1 16,0-1 9-16,-3-3-3 0,5 5 0 0,-2-3 0 0,-3-2-1 16,5 5 0-16,-4-3 0 0,-1-2-3 0,4 5-7 15,-4-5 11-15,2 5 7 0,-2-5-3 0,3 2 4 16,-3-2 0-16,2 5-7 0,-2-5 2 0,0 0 0 16,0 0 0-16,0 7 2 0,0-7-1 0,0 0 9 15,-5 6-3-15,5-6-1 0,-6 4-1 0,3-1-4 16,0-2 2-16,3-1-3 0,-6 4 2 0,0-3 0 15,3 1 1-15,3-2-1 0,-9 3 0 0,2-1-5 16,1 0 3-16,0-2-5 0,-1-2 0 0,0 3-1 0,0-1 0 16,0-1-3-16,-1-1 0 0,0 0-5 15,1-1 5-15,-2 0-6 0,-1 0 3 0,0-1-4 16,2 0 5-16,2 1-2 0,-2-1-1 0,2 0-1 0,-1-1 4 16,4 2-1-16,-2-3 5 0,2 1-4 0,2-1 0 15,0 1 0-15,1 5-4 0,0-9-3 0,0 9-12 16,4-13-22-16,-2 5-29 0,1 2-35 0,1-1-36 15,4-1-46-15,-3 1-64 0,3-2-138 0,-3 3-407 16,1 0 180-16</inkml:trace>
        </inkml:traceGroup>
        <inkml:traceGroup>
          <inkml:annotationXML>
            <emma:emma xmlns:emma="http://www.w3.org/2003/04/emma" version="1.0">
              <emma:interpretation id="{37923F42-E0D2-4976-923B-C4ECF3F88F14}" emma:medium="tactile" emma:mode="ink">
                <msink:context xmlns:msink="http://schemas.microsoft.com/ink/2010/main" type="inkWord" rotatedBoundingBox="12751,3060 14195,3061 14194,3422 12751,3421"/>
              </emma:interpretation>
            </emma:emma>
          </inkml:annotationXML>
          <inkml:trace contextRef="#ctx0" brushRef="#br1" timeOffset="-440359.188">-436 2263 250 0,'6'-4'328'0,"-6"4"-22"0,5-5-29 15,-3 2-21-15,-2 3-23 0,4-3-22 0,-4 3-20 16,5-3-21-16,-5 3-31 0,0 0-42 0,0 0-56 15,0 0-68-15,0 0-72 0,0 0-81 0,0 0-186 16,0 0-396-16,-18 3 176 0</inkml:trace>
          <inkml:trace contextRef="#ctx0" brushRef="#br1" timeOffset="-440577.9068">-467 2387 128 0,'0'0'203'0,"5"-12"-11"0,-5 12-12 15,0 0-11-15,0 0-9 0,5-2-11 0,-5 2-8 16,6 1-4-16,-6-1-10 0,0 0-6 0,6 0-10 16,-6 0-4-16,0 0-10 0,8-1-7 0,-8 1-4 15,5 1-4-15,-5-1-14 0,5 1-6 0,-5-1-5 16,0 0-5-16,5 1-7 0,-5-1-4 0,3 3-4 16,-3-3-6-16,3 3-7 0,-3-3-5 0,4 3-5 15,-4-3-4-15,2 5-8 0,-2-5-4 0,1 5-2 16,-1-5-2-16,0 0 1 0,0 8-3 0,0-8-3 15,0 0-1-15,-1 11 1 0,1-11-3 0,-3 7-2 16,2-4 1-16,1-3-5 0,-2 7 1 0,2-7 4 0,-1 6-2 16,1-6-5-16,-2 6 4 0,2-6-9 15,0 7 2-15,0-7 2 0,0 0-2 0,2 9 2 16,-2-9-1-16,1 6 2 0,-1-6 3 0,3 5 2 0,-1-3-1 16,-2-2 4-16,3 5 2 0,-3-5-3 0,4 1 0 15,-4-1 8-15,0 0-2 0,3 4 4 0,-3-4-2 16,3 2 1-16,-3-2 3 0,0 0 1 15,0 0-3-15,0 0 1 0,0 0-5 0,0 0-1 0,0 0-1 16,0 0 2-16,-13-6-2 0,13 6 0 0,-12-3-2 16,4 0 4-16,1 0 3 0,-5-1-2 0,2 1-1 15,-2-2-4-15,3 1 7 0,-2-1-3 0,0 1-3 16,1 1 1-16,3-1 0 0,0 1 3 0,0-1-2 16,2 2 3-16,1-1-1 0,-2 0 2 0,2 1 3 15,4 2 9-15,-5-4 1 0,5 4 6 0,-4-5 8 16,2 2 10-16,2 3 8 0,0 0 4 0,-3-6 9 15,3 6 2-15,0 0 7 0,-2-4 1 0,2 4 2 16,0 0-1-16,0 0-3 0,0 0 2 0,0 0-6 16,0 0-6-16,0 0-3 0,0 0 0 0,0 0-3 15,0 0-2-15,0 0-6 0,0 0-3 0,0 0 3 16,0 0-9-16,0 0 5 0,0 14-10 0,0-14 5 16,4 9-4-16,-4-5-3 0,0 2-3 0,1 0 1 0,-1-6-5 15,-1 11 0-15,-1-5 2 0,0-1-1 0,0 1-5 16,-1-2 2-16,-2 2-4 0,0-1-5 15,0-1-8-15,-1-1-8 0,0 0-15 0,-1-1-13 16,0 0-25-16,2-1-39 0,-2 0-33 0,2-1-40 0,-2 0-44 16,7 0-191-16,-9-4-449 0,6 1 198 0</inkml:trace>
          <inkml:trace contextRef="#ctx0" brushRef="#br1" timeOffset="-440062.3348">-717 2237 188 0,'0'0'261'0,"0"0"-15"0,0 0-6 0,0 0-10 16,0 0-18-16,0 0-12 0,0 0-12 0,0 0-10 15,0 0-7-15,2 19-12 0,0-14-9 16,-2-5-14-16,-2 15-7 0,2-9-10 0,-1 2-15 0,1 1-8 15,-2 0-15-15,1-1-1 0,-1 2-1 0,1 2-21 16,-1-2-4-16,-1-1-15 0,2 0-21 0,-1 1-26 16,0-2-33-16,0-1-51 0,-1 1-56 0,1-3-62 15,1 1-42-15,-2-1-193 0,-1-2-480 0,0 2 212 16</inkml:trace>
          <inkml:trace contextRef="#ctx0" brushRef="#br1" timeOffset="-439671.7083">-845 2369 96 0,'0'0'218'16,"0"0"-10"-16,0 0-14 0,0 0-12 0,0 0-11 15,0 0-14-15,9 13-16 0,-9-13-10 0,0 6-9 0,0-6-11 16,0 7-4-16,0-7-12 0,0 0-9 15,-3 11-8-15,2-6-7 0,1-5-7 0,-3 6-4 16,1-1-2-16,2-5-12 0,-3 7-4 0,0-4-3 16,3-3-2-16,-4 4-6 0,4-4-5 0,-5 1-1 0,5-1-3 15,-7 2-6-15,3-2 1 0,4 0-4 0,-7-1-4 16,7 1 1-16,-9-4-1 0,6 2 1 0,3 2-4 16,-6-5 5-16,2 2-5 0,1-1 2 0,1-1 0 15,2 5 2-15,-2-10 9 0,1 4 9 0,1-2 13 16,1 0 4-16,1-2-4 0,-1 1 4 0,3-3-1 15,1 0-2-15,-1-2-5 0,2 2 4 0,-3 3-2 16,1 2 0-16,0-1-9 0,0 1-1 0,-2 2-1 16,1 2-5-16,-1-1-13 0,-2 4-18 0,1-5-20 15,-1 5-18-15,0 0-35 0,0 0-44 0,0 0-43 16,0 0-49-16,0 0-227 0,0 0-480 0,-4 15 213 16</inkml:trace>
          <inkml:trace contextRef="#ctx0" brushRef="#br1" timeOffset="-439437.3707">-869 2529 243 0,'0'0'251'0,"0"0"-20"0,0 0-16 16,0 0-18-16,0 0-20 0,-13-8-20 16,13 8-10-16,-8-2-25 0,4 1-27 0,-1-1-34 15,-1 2-38-15,1-1-64 0,5 1-71 0,-9-4-183 0,4 3-319 16,-2-2 142-16</inkml:trace>
          <inkml:trace contextRef="#ctx0" brushRef="#br1" timeOffset="-439031.1437">-1067 2361 28 0,'0'0'193'0,"0"0"-6"15,0 0-10-15,0 0-12 0,0 0-10 0,0 0-13 16,-1 20-5-16,-2-16-11 0,2 1-9 0,-3 0-7 16,2 0-6-16,-1-1-8 0,0 3-10 0,0-3 3 15,0 1-10-15,3-5 2 0,-4 6-6 0,2-3-4 16,2-3 1-16,-3 3 1 0,3-3-4 0,0 0-7 16,-5 1 3-16,5-1-10 0,0 0 0 0,0 0-3 15,-8-6 2-15,8 6 3 0,-2-5-5 0,2 5-5 0,-2-7 1 16,2 7-1-16,-2-7-2 0,2 7-1 15,-1-9-5-15,0 5 0 0,1 4-3 0,-1-7-2 16,1 7 0-16,0 0-2 0,-2-7-5 0,2 7-5 0,0 0-5 16,-6-2 0-16,6 2 1 0,-5 0-7 0,5 0-8 15,0 0-8-15,-11 3-12 0,7 0-19 0,1-2-20 16,-1 3-28-16,-1-2-32 0,1 2-43 0,-1-1-44 16,1 0-60-16,-1-1-155 0,1 2-453 0,-1 0 202 15</inkml:trace>
          <inkml:trace contextRef="#ctx0" brushRef="#br1" timeOffset="-438843.6576">-1185 2547 51 0,'0'0'350'0,"5"0"-8"0,-5 0-7 15,0 0-28-15,6-3-22 0,-6 3-24 0,4-1-26 16,-4 1-29-16,5-3-27 0,-5 3-36 0,3-3-46 15,-3 3-52-15,0 0-78 0,4-5-91 0,-4 5-103 16,0 0-182-16,0 0-443 0,0 0 196 0</inkml:trace>
          <inkml:trace contextRef="#ctx0" brushRef="#br1" timeOffset="-437359.4055">-1690 2439 73 0,'0'0'209'0,"0"0"-9"0,0 0-25 0,5-19 4 16,-4 14-17-16,-1 5-7 0,5-5-13 0,-4 3-4 15,-1 2-7-15,3-8-5 0,0 5-8 0,-3 3-6 16,4-6-5-16,-2 3-7 0,-2 3-8 0,6-4-7 16,-3 3-5-16,-3 1-1 0,5-3-5 0,-5 3-3 15,5-3-7-15,-1 2-5 0,-4 1-2 0,6 0-5 16,-6 0-8-16,0 0-1 0,8 1-3 0,-8-1-5 16,6 2-5-16,-6-2-1 0,2 4-3 0,-2-4-4 15,3 5-3-15,-3-5 3 0,1 6-4 0,-1-6-1 0,0 6-2 16,0-6 0-16,0 8-1 0,0-8 0 15,-2 7-5-15,2-7 2 0,-1 6-1 0,-1-1 0 16,2-5 4-16,-6 6-4 0,2-4-3 0,4-2 4 0,-8 3-11 16,1-1-5-16,2-2-5 0,-3 0 0 0,0 2-9 15,1-2 4-15,0 0 1 0,-1-2-1 0,1 1 2 16,-1 1-3-16,1-1 2 0,0 0 7 0,-1-1-4 16,4 1 2-16,-1 0 1 0,5 1 1 0,-8-3 2 15,5 3 5-15,3 0-1 0,-5-2 0 0,5 2 5 16,0 0 4-16,-6-3 2 0,6 3 2 0,0 0-4 15,-4-2 3-15,4 2-5 0,0 0 2 0,0 0 2 16,0 0 3-16,0 0 1 0,0 0 0 0,0 0 3 16,0 13 9-16,0-13 3 0,3 9 5 0,-3-5-5 15,0-4 2-15,2 10 0 0,-3-1-3 0,1-2 3 16,-1 2-2-16,-2-1 2 0,0 0-5 0,-1 1-2 16,1-1 1-16,-3-1-2 0,0-1-9 0,-2 2 1 15,0 0 3-15,0-2-11 0,3-1-10 0,0 0-17 0,0 0-12 16,-1-1-20-16,2-2-20 0,0 0-32 15,4-2-45-15,-5 3-41 0,5-3-46 0,0 0-244 16,0 0-518-16,0 0 230 0</inkml:trace>
          <inkml:trace contextRef="#ctx0" brushRef="#br1" timeOffset="-437046.9294">-1685 2418 166 0,'1'-8'239'0,"-1"3"-7"0,2 0-2 15,-1-3-16-15,2 0-8 0,0 0-17 0,0-1-10 16,2-3-7-16,-1-1-17 0,0 2-15 0,1-3-9 0,-1 1-15 16,-1-1-10-16,2 3-11 0,-2 4-13 0,-1-1-7 15,0 1-16-15,-2 2-25 0,0 5-33 0,1-8-49 16,-1 8-64-16,0 0-48 0,0 0-83 0,0 0-134 16,0 0-407-16,0 0 180 0</inkml:trace>
          <inkml:trace contextRef="#ctx0" brushRef="#br1" timeOffset="-431891.0281">-1395 2369 5 0,'0'0'212'0,"0"0"-11"15,0 0-14-15,0 0-7 0,0 0-17 16,0 0-7-16,0 0-10 0,15-7-10 0,-15 7-11 0,0 0-6 15,6 0-12-15,-6 0-8 0,0 0-5 0,6-2-6 16,-6 2-4-16,0 0-13 0,6 0-3 0,-6 0-4 16,0 0-8-16,5-1-4 0,-5 1-7 0,0 0-1 15,7 0-4-15,-7 0-5 0,0 0-2 0,7 0-5 16,-7 0-5-16,4 2-1 0,-4-2-2 0,5 1-2 16,-5-1-5-16,2 3 0 0,-2-3-6 0,2 5-2 15,-2-5-2-15,0 0-6 0,0 7-3 0,0-7 1 16,0 0 1-16,-2 9-4 0,2-9-2 0,-1 7 1 15,-1-3-3-15,2-4 2 0,-2 6-2 0,2-6-4 16,-2 6-1-16,2-6-1 0,-1 6 1 0,1-6 3 16,0 0 0-16,-2 7 2 0,2-7-1 0,0 0-1 15,0 7-2-15,0-7-1 0,0 0 4 0,2 5-3 0,-2-5 1 16,0 0-1-16,1 5-4 0,-1-5 2 0,0 0-1 16,5 4 2-16,-5-4 2 0,0 0 2 0,6 2 1 15,-6-2 2-15,4 1-1 0,-4-1-2 0,6 0 3 16,-6 0-1-16,6 0 2 0,-6 0 4 0,0 0 1 15,6 0 2-15,-6 0-1 0,0 0-9 0,0 0 7 16,0 0 0-16,0 0 2 0,0 0 0 0,0 0 2 16,0 0 1-16,-22 1 1 0,13-1-6 0,-1 0-3 15,-2 1 3-15,1 0 3 0,0-1 2 0,0 0-2 16,0 0 1-16,3 0-10 0,-3 2 13 0,4-2-1 16,-2 0-1-16,2-1-1 0,1 1 2 0,0-1 2 15,6 1-7-15,-10-2 2 0,6 1 7 0,0 0 0 16,4 1 2-16,-6-6 4 0,3 3 13 0,3 3 8 0,-3-7 8 15,1 3-4-15,2 4 4 0,0-8 3 16,0 8 7-16,2-14 7 0,1 7-1 0,0-3 0 16,0 0-3-16,3-1-6 0,-2-2-3 0,1 0-6 0,-1-1 0 15,1 0-6-15,0 2-2 0,-1 0-6 0,-1 3 0 16,0 2-6-16,-1 0 6 0,1 2-7 0,-1 1-4 16,-2 4-15-16,2-7-18 0,-2 7-20 0,1-3-27 15,-1 3-34-15,0 0-62 0,0 0-61 0,0 0-184 16,0 0-442-16,0 0 195 0</inkml:trace>
          <inkml:trace contextRef="#ctx0" brushRef="#br1" timeOffset="-431672.2957">-1346 2231 208 0,'6'-4'300'0,"-6"4"-17"0,3-4-21 16,-3 4-27-16,4-2-21 0,-4 2-19 0,0 0-24 0,2-4-36 15,-2 4-37-15,0 0-53 0,0 0-67 0,0 0-81 16,0 0-235-16,0 0-364 0,0 0 162 0</inkml:trace>
        </inkml:traceGroup>
        <inkml:traceGroup>
          <inkml:annotationXML>
            <emma:emma xmlns:emma="http://www.w3.org/2003/04/emma" version="1.0">
              <emma:interpretation id="{61EDB18C-D817-4D72-9F31-328E26660899}" emma:medium="tactile" emma:mode="ink">
                <msink:context xmlns:msink="http://schemas.microsoft.com/ink/2010/main" type="inkWord" rotatedBoundingBox="14375,3082 14620,3083 14619,3392 14374,3391"/>
              </emma:interpretation>
              <emma:one-of disjunction-type="recognition" id="oneOf50">
                <emma:interpretation id="interp58" emma:lang="" emma:confidence="1">
                  <emma:literal/>
                </emma:interpretation>
              </emma:one-of>
            </emma:emma>
          </inkml:annotationXML>
          <inkml:trace contextRef="#ctx0" brushRef="#br0" timeOffset="-445983.759">-45 2314 140 0,'0'0'204'0,"0"0"-5"0,0 0-7 0,0 0-8 16,0 0-5-16,0 0-12 0,0 0-5 0,0 0-5 15,0 0-14-15,0 0-11 0,0 0-3 0,0 0-14 16,0 0-2-16,0 0-18 0,0 0-5 0,0 0-15 16,4-11-5-16,-4 11-9 0,3-3-3 0,-3 3-9 15,3-5-4-15,-3 5-5 0,3-3-1 0,-3 3-5 16,6-5-4-16,-6 5-4 0,6-3-3 0,-4 2-5 16,-2 1 3-16,4-3-6 0,-4 3-2 0,4-3-1 15,-4 3 1-15,0 0-2 0,6 0-1 0,-6 0-3 16,5-2 0-16,-5 2-2 0,0 0 0 0,6 2-3 15,-6-2 9-15,0 0-7 0,5 4 2 0,-3-1-5 0,-2-3-2 16,4 6-1-16,-2-4 1 0,-2-2 4 0,2 9-1 16,-1-6-4-16,-1-3 7 0,1 8-3 0,-1-8-2 15,-1 10 2-15,1-10 1 0,-1 9-3 16,-1-5 4-16,0 1-1 0,2-5 2 0,-4 10-4 0,2-4 5 16,-1 0-1-16,-1 0-6 0,-1 0 4 0,-1 0 4 15,1 0-1-15,-1 0-1 0,0-2-6 0,1 1 2 16,-2-1 0-16,1 0-1 0,1-1 5 0,-2 1-1 15,3-1-1-15,-3 1-3 0,3-1 1 0,0-1-2 16,1 0 6-16,3-2-10 0,-7 6 4 0,4-3 3 16,3-3-2-16,-5 4 1 0,5-4 0 0,-2 2-2 15,2-2-1-15,0 0 3 0,-2 5 4 0,2-5 2 16,0 0 3-16,0 0-1 0,8 5 0 0,-4-4-1 16,1 0-1-16,-1 1 0 0,3 0 2 0,1-1-4 15,-1-1-1-15,2 2 0 0,-1-1-5 0,0-1-14 16,3 2-19-16,-3-2-24 0,0 0-35 0,-1 0-71 15,0 0-73-15,0 0-208 0,-7 0-480 0,5-2 213 16</inkml:trace>
          <inkml:trace contextRef="#ctx0" brushRef="#br0" timeOffset="-445421.3186">-108 2242 9 0,'0'0'233'16,"0"0"-9"-16,1-4-14 0,-1 4-17 0,0 0-13 16,0 0-8-16,0 0-3 0,0 0-5 0,0 0-6 15,0 0-4-15,-12 12-2 0,9-6-9 0,-1-3-9 16,-1 1-4-16,-1 3-2 0,0 2-4 0,-1-1-11 15,-1 4 7-15,2-1-6 0,-1-1-13 0,1 2-4 16,0 0-4-16,0 1 6 0,1 0-22 0,-1 5-2 16,1-5-13-16,2 2-1 0,-1-3 5 0,2 3-20 15,-1-3-7-15,2 1-17 0,1 1-28 0,3-5-35 16,0 1-46-16,1 3-66 0,4-5-103 0,0 3-298 16,3-2-599-16,0-3 266 0</inkml:trace>
        </inkml:traceGroup>
      </inkml:traceGroup>
    </inkml:traceGroup>
    <inkml:traceGroup>
      <inkml:annotationXML>
        <emma:emma xmlns:emma="http://www.w3.org/2003/04/emma" version="1.0">
          <emma:interpretation id="{F6DE2F6A-3A11-4D11-9424-8E128F47A2E6}" emma:medium="tactile" emma:mode="ink">
            <msink:context xmlns:msink="http://schemas.microsoft.com/ink/2010/main" type="paragraph" rotatedBoundingBox="14692,2343 358,2358 356,670 14690,6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775EEC3-E9B7-4A31-B357-6DE41CF6B374}" emma:medium="tactile" emma:mode="ink">
              <msink:context xmlns:msink="http://schemas.microsoft.com/ink/2010/main" type="line" rotatedBoundingBox="14671,2323 1494,2357 1493,1788 14670,1754"/>
            </emma:interpretation>
          </emma:emma>
        </inkml:annotationXML>
        <inkml:traceGroup>
          <inkml:annotationXML>
            <emma:emma xmlns:emma="http://www.w3.org/2003/04/emma" version="1.0">
              <emma:interpretation id="{6E2D95B8-EA77-4638-BB38-1E393538C021}" emma:medium="tactile" emma:mode="ink">
                <msink:context xmlns:msink="http://schemas.microsoft.com/ink/2010/main" type="inkWord" rotatedBoundingBox="14671,2317 13573,2320 13572,1947 14670,1944"/>
              </emma:interpretation>
              <emma:one-of disjunction-type="recognition" id="oneOf51">
                <emma:interpretation id="interp59" emma:lang="" emma:confidence="0">
                  <emma:literal>7-</emma:literal>
                </emma:interpretation>
                <emma:interpretation id="interp60" emma:lang="" emma:confidence="0">
                  <emma:literal>7 -</emma:literal>
                </emma:interpretation>
                <emma:interpretation id="interp61" emma:lang="" emma:confidence="0">
                  <emma:literal>7 _</emma:literal>
                </emma:interpretation>
                <emma:interpretation id="interp62" emma:lang="" emma:confidence="0">
                  <emma:literal>7.</emma:literal>
                </emma:interpretation>
                <emma:interpretation id="interp63" emma:lang="" emma:confidence="0">
                  <emma:literal>7 .</emma:literal>
                </emma:interpretation>
              </emma:one-of>
            </emma:emma>
          </inkml:annotationXML>
          <inkml:trace contextRef="#ctx0" brushRef="#br1" timeOffset="-586677.019">75 1118 171 0,'3'-6'189'0,"-3"6"-11"0,0 0-17 0,0 0-8 16,0 0-11-16,0 0 1 0,0 0-11 0,0 0-4 0,-2 20-6 15,2-20-10-15,-1 12-6 0,-1-3-15 0,1 0-4 16,-1 0-10-16,1-1-7 0,-2 1-6 0,1 1-7 16,0-1-5-16,0 1-7 0,1 0-5 0,-1-2-15 15,1 2-30-15,-1-1-46 0,1-2-65 0,-2 0-56 16,0 1-162-16,1-3-362 0,1 0 161 0</inkml:trace>
          <inkml:trace contextRef="#ctx0" brushRef="#br1" timeOffset="-585036.5131">-66 1116 94 0,'0'0'245'0,"5"-4"-21"15,-5 4-24-15,4-3-18 0,-4 3-18 0,3-2-28 16,-3 2-39-16,0 0-49 0,0 0-61 0,0 0-72 16,0 0-131-16,0 0-233 0,0 0 103 0</inkml:trace>
          <inkml:trace contextRef="#ctx0" brushRef="#br1" timeOffset="-585536.4622">-100 1242 47 0,'0'0'184'16,"7"-11"-18"-16,-7 11-12 0,0 0-7 0,4-2-18 16,-4 2-16-16,0 0-8 0,5 0-7 0,-5 0-11 15,0 0-9-15,8 1-9 0,-8-1-1 0,0 0-5 16,4 4-12-16,-4-4-2 0,6 3 2 0,-6-3-11 16,2 2-7-16,-2-2 0 0,3 4-6 0,-3-4-5 15,3 5-2-15,-2-1 1 0,-1-4-4 0,2 5-9 0,-2-5-1 16,2 4-3-16,-2-4-5 0,2 5 3 15,-2-5-3-15,1 7-5 0,-1-7 2 0,0 0 2 16,-2 8-1-16,2-8-2 0,-1 7 5 0,1-7-3 16,-1 5-6-16,1-5-3 0,0 0-1 0,0 9 3 0,0-9-5 15,0 0 5-15,0 6-4 0,0-6 6 0,3 4-6 16,-3-4-8-16,3 4 4 0,-3-4-2 0,4 3 3 16,-4-3-5-16,2 3-4 0,-2-3 1 15,5 1 11-15,-5-1-5 0,0 0 4 0,3 3 2 0,-3-3-2 16,0 0-2-16,0 0-2 0,0 0 7 0,0 0 2 15,0 0-5-15,0 0 5 0,0 0 6 0,0 0-6 16,0 0 15-16,-16-4-12 0,10 3-3 0,0-1 6 16,0 0 1-16,-1 0 1 0,0-1-9 0,0 1 2 15,-1 0-4-15,0-2 7 0,-3 0 0 0,1-1 10 16,0 1-3-16,0-1 2 0,2 2-9 0,1 0 2 16,-1-1 2-16,1 0-3 0,1 1 1 0,2 1-3 15,-1-1 6-15,2 0-7 0,-1 0 17 0,4 3-10 16,-4-5-3-16,4 5 9 0,-3-4-2 0,3 4 7 15,0 0 7-15,-2-6-3 0,2 6 0 0,0 0 7 16,-1-6 8-16,1 6 1 0,0 0 0 0,0 0 7 16,0 0 4-16,0 0-4 0,0 0 4 0,3-9-2 15,-3 9-3-15,0 0 0 0,0 0-7 0,0 0 0 16,0 0-10-16,0 0 0 0,0 0 2 0,0 0-1 16,0 0 2-16,0 0-3 0,0 0-4 0,0 0-7 15,0 0 6-15,0 0-4 0,0 0 0 0,0 0-7 16,-2 21 5-16,2-21-3 0,-3 7-2 0,3-7-8 15,-2 8 1-15,0-5-4 0,0 1 3 0,-1 0-2 16,3-4-4-16,-6 6 11 0,4-3-10 0,-2-1 2 0,1 0-6 16,-1 1 1-16,0-1-7 0,4-2 5 15,-8 2-10-15,4-2-7 0,4 0 1 0,-6 0-5 16,6 0-5-16,-6 0 0 0,6 0-2 0,-6-2 8 0,6 2 12 16,-4-3-5-16,4 3 3 0,-5-6 11 0,5 6-3 15,-3-6 11-15,1 3 3 0,2 3 4 0,-2-7 9 16,2 7 9-16,-2-4 5 0,2 4-6 15,-3-7 10-15,3 7-1 0,-2-5 9 0,2 5 5 0,0 0 0 16,0 0-3-16,-2-4 5 0,2 4-4 0,0 0 4 16,0 0-2-16,0 0-1 0,-2-6-5 0,2 6-1 15,0 0-3-15,0 0-2 0,0 0-5 0,0 0 4 16,0 0-2-16,0 0-1 0,0 0-6 0,0 0 1 16,0 0 0-16,0 0-4 0,0 0-1 0,0 0 0 15,0 0-1-15,0 0-1 0,0 0 0 0,0 0-2 16,0 0 0-16,1 20-2 0,-1-20 3 0,-2 9-8 15,0-5 5-15,2-4-5 0,-1 5-1 0,1-5 4 16,-4 7-6-16,2-4-4 0,2-3 0 0,-6 6-5 16,4-4-1-16,2-2-7 0,-7 5-1 0,3-4 5 15,-1 0-8-15,1 1-7 0,-2 0 4 0,1-1 1 16,5-1-10-16,-11 0 8 0,5 0 0 0,1 0 0 16,5 0 4-16,-10-3-5 0,7 2 7 0,3 1 5 15,-9-3-4-15,6 0 4 0,3 3 6 0,-6-4 4 16,6 4 1-16,-3-5 7 0,3 5 6 0,-3-7 6 15,3 7-1-15,1-8 8 0,-1 8 5 0,4-12 8 16,-3 4-2-16,1 1-2 0,2-4 3 0,-1 3-7 16,3-5 0-16,-2 0 2 0,1 1-5 0,1-2-7 15,-3 1 1-15,1-1-8 0,-1 2-6 0,-1 5-8 0,0-1-12 16,0 2-22-16,-2 3-40 0,0 3-45 16,3-7-52-16,-3 7-173 0,0-6-373 0,0 6 165 15</inkml:trace>
          <inkml:trace contextRef="#ctx0" brushRef="#br1" timeOffset="-585255.2317">-162 1136 39 0,'0'0'196'0,"0"0"-11"16,0 0-15-16,0 0-12 0,-16-4-12 0,16 4-16 16,-8-3-9-16,2 1-14 0,2 2-12 0,4 0-9 15,-8-3-7-15,8 3-12 0,-6-1-21 0,6 1-33 16,-5 0-32-16,5 0-61 0,0 0-64 0,-5-3-89 15,5 3-252-15,0 0 112 0</inkml:trace>
          <inkml:trace contextRef="#ctx0" brushRef="#br1" timeOffset="-584583.4046">-340 1408 50 0,'6'-2'179'0,"-6"2"-10"0,0 0-10 0,0 0-1 15,0 0-11-15,0 0-2 0,0 0-9 0,0 0-7 16,0 0-10-16,0 0-9 0,0 0-9 0,-16 3-10 15,16-3-10-15,-9 0-10 0,4 0-7 0,5 0-22 16,-9-1-32-16,3 1-40 0,1-1-63 0,5 1-60 16,-11-3-129-16,5 2-304 0,2-1 136 0</inkml:trace>
          <inkml:trace contextRef="#ctx0" brushRef="#br1" timeOffset="-584302.175">-496 1307 154 0,'0'0'185'0,"0"0"-1"16,0 0-10-16,0 0-12 0,0 20-10 0,0-20-10 15,-1 12 4-15,-2-3-6 0,1-2-7 0,-1 1-12 16,-1 1-6-16,2 0-10 0,0 4-11 0,-4-3-5 0,0 3-4 16,1-6-13-16,-2 2 3 0,1-1-14 0,0-1-6 15,0-2-8-15,-3 1-5 0,3-2-25 0,0 1-28 16,-1-2-56-16,0-2-70 0,1 2-253 0,6-3-421 16,-10 0 186-16</inkml:trace>
          <inkml:trace contextRef="#ctx0" brushRef="#br1" timeOffset="-583114.7619">-699 1300 106 0,'0'0'169'0,"0"0"-17"0,6 4-8 15,-6-4-6-15,3 4-20 0,-1-1-8 0,-2-3-8 16,4 5-10-16,-4-5-7 0,2 7-9 0,-2-7-6 16,1 7-9-16,1-3-4 0,-2-4-6 0,0 9-2 15,1-5-6-15,-1-4-5 0,0 7-4 16,0-7-2-16,0 0-3 0,-1 9-2 0,1-9-6 0,-2 4-3 16,2-4-6-16,0 0-3 0,-3 5-9 0,3-5-3 15,0 0-10-15,0 0-2 0,-8 0-4 0,8 0-1 16,0 0-10-16,-7-6 4 0,7 6-2 0,-4-6-1 15,1 2-4-15,0 1 8 0,0-2-3 0,3 5 4 16,-3-7 5-16,0 2 0 0,3 5 2 0,-3-8 5 16,2 3-2-16,1 5 7 0,-1-7-3 0,1 7 4 15,-1-8 8-15,1 8-3 0,0 0 4 0,1-8 5 0,-1 8-6 16,0-6 13-16,0 6 1 0,0 0 8 16,2-6-8-16,-2 6 4 0,0 0 0 0,2-5-2 15,-2 5-6-15,0 0 1 0,0 0-1 0,0 0 1 0,0 0-2 16,0 0-4-16,0 0 0 0,0 0 3 0,0 0-3 15,0 0 0-15,0 0 0 0,0 0-2 0,-14 7-1 16,8-4 3-16,-2-2-2 0,2 2-1 0,-2-1-4 16,-1 1-2-16,2-2 3 0,-5 2 0 0,2-1-4 15,2 0 0-15,-1-1-3 0,2 0 7 0,1-1-4 16,-1 3 1-16,3-3-5 0,4 0 6 0,-7 0-2 16,7 0 5-16,-6 0-4 0,6 0 1 0,0 0 0 15,0 0 2-15,-4 1 0 0,4-1 2 0,0 0 1 16,0 0 5-16,0 0 8 0,0 0 2 0,0 0 6 15,0 0 19-15,0 0-20 0,8 10 4 0,-8-10 7 16,4 4 5-16,-4-4 4 0,3 5 6 0,-3-5-4 16,3 4 0-16,0 1-2 0,-1-2 3 0,1 1-10 15,-1-1-3-15,-2-3 1 0,6 6-4 0,-4-1-3 0,0-2-1 16,1 1-4-16,-3-4-1 0,2 5 2 16,-2-5 4-16,0 9-10 0,0-9 2 0,-3 6 1 15,3-6 6-15,-3 7-3 0,0-3 1 0,0-1 6 16,0 0-8-16,-1 1 0 0,-1-2 0 0,0 0-4 0,1 0-2 15,-3-1 0-15,1-1 0 0,0 4 1 0,-2-3-2 16,1 0-4-16,0-2 1 0,-2 0-1 0,-1-1 0 16,2 2-3-16,-1 0 1 0,2-2-3 0,-4-1 0 15,3 1 3-15,-3-3 0 0,4 2-4 0,-3-1 1 16,2 0-4-16,2-1 3 0,1 0 0 0,-1 2-1 16,1-1-4-16,0-3 7 0,1 1-7 0,2 1-2 15,1 0-2-15,1 5-5 0,0-11-11 0,0 6-15 16,0 5-18-16,1-11-29 0,2 3-40 0,0 2-29 15,0 0-31-15,0 1-210 0,0-2-422 0,2 2 187 16</inkml:trace>
          <inkml:trace contextRef="#ctx0" brushRef="#br1" timeOffset="-582911.6681">-920 1211 249 0,'4'-4'266'0,"-4"4"-21"15,3-2-20-15,-3 2-22 0,0 0-20 0,0 0-23 0,4-3-16 16,-4 3-29-16,0 0-41 0,0 0-46 0,0 0-65 16,0 0-56-16,0 0-82 0,-10 9-90 0,10-9-287 15,-10 3 128-15</inkml:trace>
        </inkml:traceGroup>
        <inkml:traceGroup>
          <inkml:annotationXML>
            <emma:emma xmlns:emma="http://www.w3.org/2003/04/emma" version="1.0">
              <emma:interpretation id="{CADBF80C-D4F5-46C2-9F60-FB86AC0469BE}" emma:medium="tactile" emma:mode="ink">
                <msink:context xmlns:msink="http://schemas.microsoft.com/ink/2010/main" type="inkWord" rotatedBoundingBox="13472,2292 10690,2299 10688,1764 13471,1757"/>
              </emma:interpretation>
              <emma:one-of disjunction-type="recognition" id="oneOf52">
                <emma:interpretation id="interp64" emma:lang="" emma:confidence="1">
                  <emma:literal/>
                </emma:interpretation>
              </emma:one-of>
            </emma:emma>
          </inkml:annotationXML>
          <inkml:trace contextRef="#ctx0" brushRef="#br1" timeOffset="-581942.9852">-1133 1186 114 0,'0'0'202'0,"0"0"-8"0,0 0-11 0,0 0-8 16,-9 12-18-16,9-12-14 0,-7 1-10 0,4 1-13 16,3-2-16-16,-9 1-24 0,5 1-37 0,4-2-47 15,-7-2-65-15,7 2-67 0,-8 0-105 0,8 0-259 16,-9-1 115-16</inkml:trace>
          <inkml:trace contextRef="#ctx0" brushRef="#br1" timeOffset="-582255.4663">-1194 1293 57 0,'0'0'117'16,"-3"-5"-3"-16,3 5-11 0,-2-4-10 0,2 4-1 0,0 0-12 15,-3-6-4-15,3 6-2 0,-2-5-5 16,2 5-4-16,0 0-7 0,0-7-8 0,0 7-3 15,0 0-2-15,2-8-9 0,-2 8-2 0,4-5-3 16,-2 2-1-16,-2 3-8 0,0 0 5 0,5-5-8 0,-5 5-1 16,3-2-4-16,-3 2 5 0,5-1 2 0,-5 1 2 15,0 0 3-15,7 1 6 0,-7-1 2 16,0 0 4-16,0 0-7 0,6 4-5 0,-6-4 5 0,3 3-2 16,-3-3 1-16,4 6-6 0,-3-3 3 0,-1-3 4 15,1 8 0-15,-1-8 4 0,0 8-4 0,0-8-1 16,-2 7-1-16,0-2 1 0,2-5-5 0,-6 6-2 15,3-4 2-15,-3 2-8 0,1-1 2 0,-2-1-1 16,1 0-7-16,-1-1 2 0,-1-1-6 0,1 1-1 16,-1 0-2-16,1-1-4 0,1 0-8 0,-1 0 1 15,1 1-5-15,0-2 1 0,6 1 5 0,-9 0 0 16,4-1 1-16,5 1-1 0,-7-1 2 0,7 1 6 16,-6-1 1-16,6 1 5 0,0 0 5 0,-6-1 4 15,6 1 1-15,0 0 1 0,-6-1-4 0,6 1 3 0,0 0 2 16,0 0 4-16,0 0 2 0,-2 6 11 15,2-6 3-15,0 0-2 0,0 0-3 0,4 12 3 16,-4-12 0-16,3 7 2 0,0-4 5 0,-3 3 3 0,0-6-8 16,3 9 3-16,-1-6 3 0,-1 2-3 0,-1-5-1 15,-2 12-1-15,0-5 0 0,0 0-3 0,-2 1 1 16,1-1-8-16,0-2-2 0,-2 1-3 16,-1 0-1-16,3 1-7 0,-2-1-2 0,1-1-9 0,0-1-14 15,1 1-24-15,0-3-28 0,0 3-46 0,3-5-49 16,-6 1-52-16,6-1-226 0,-6-1-467 0,6 1 208 15</inkml:trace>
          <inkml:trace contextRef="#ctx0" brushRef="#br1" timeOffset="-581567.9998">-1424 1135 64 0,'0'0'238'0,"0"0"-4"16,0 0-19-16,0 0-12 0,0 0-9 0,0 0-8 15,0 0-11-15,0 0-9 0,0 0-9 16,0 0 0-16,-6 14-12 0,6-10-3 0,0-4-9 15,-1 14-9-15,1-5-13 0,0 0-8 0,1 1-7 0,-1-1-10 16,0 0-10-16,0 1-4 0,0 4-10 0,0-4-8 16,1-1-15-16,-1 1-25 0,0 0-36 0,0-3-49 15,-1 3-57-15,-1-3-66 0,0-1-48 0,-1 0-190 16,-1 0-467-16,1-2 206 0</inkml:trace>
          <inkml:trace contextRef="#ctx0" brushRef="#br1" timeOffset="-581318.0311">-1502 1282 143 0,'0'0'213'0,"0"0"-6"16,0 0-5-16,0 0-13 0,0 0-13 0,0 0-18 15,3 13-13-15,-3-13-4 0,1 8-7 0,-1-2-6 16,0-6-7-16,-2 12 1 0,0-3-10 0,-2-1 5 15,0 0-15-15,0-1-5 0,0-1-14 0,-3 4-4 16,1-2-11-16,0-2-4 0,-5 0-9 0,-1 1-3 0,1 0-7 16,0-1-14-16,0 0-19 0,0-3-31 0,1-1-42 15,3 3-54-15,2-4-59 0,0 1-74 16,1-2-149-16,4 0-430 0,0 0 191 0</inkml:trace>
          <inkml:trace contextRef="#ctx0" brushRef="#br1" timeOffset="-580583.657">-1121 1193 110 0,'0'0'129'0,"0"0"-7"16,0 0-8-16,0 0-1 0,0 0-2 0,0 0-2 0,0 0 4 15,0 0-6-15,0 0-3 0,0 0-9 0,0 0-8 16,0 0-5-16,0 0-10 0,-16 4-6 15,16-4-4-15,-7 2-8 0,2-2-4 0,5 0-8 0,-7 0 1 16,7 0-9-16,-9 0-14 0,9 0-29 0,-7-1-38 16,7 1-64-16,-5-3-168 0,5 3-302 0,-5-3 134 15</inkml:trace>
          <inkml:trace contextRef="#ctx0" brushRef="#br1" timeOffset="-578458.8265">-2149 1324 5 0,'0'0'156'15,"0"0"-18"-15,0 0-12 0,0 0-14 0,0 0-10 16,0 0-9-16,0 0-13 0,-9 2-3 0,9-2-12 16,0 0-9-16,0 0-4 0,0 0-2 0,0 0-3 15,-9-6-10-15,9 6 1 0,-3-4-8 0,3 4-5 16,0 0-2-16,-1-7-4 0,1 7-5 0,0 0 2 15,0 0-6-15,4-10 7 0,-4 10-5 0,3-6 0 16,-3 6-5-16,4-5 4 0,-2 4-3 0,-2 1-2 16,7-4-2-16,-7 4 4 0,5-2 6 0,-5 2-1 15,6-2 2-15,-6 2 8 0,6-1 3 0,-6 1 7 16,4 0 0-16,-4 0 13 0,7 3 6 0,-5-1 2 16,-2-2 2-16,5 5 2 0,-4 0 5 0,-1-5 8 15,0 7 2-15,0-1-2 0,0-6-1 0,-4 11-8 16,1-4 0-16,-2-1-4 0,1 1-7 0,-1 0-1 0,-2-1-4 15,1 1-4-15,0-1-3 0,-1-1-4 0,-2 4-7 16,4-5-15-16,-3-1-18 0,0 2-25 16,1-2-29-16,0 0-41 0,0-2-67 0,1 1-225 0,1-1-425 15,5-1 187-15</inkml:trace>
          <inkml:trace contextRef="#ctx0" brushRef="#br1" timeOffset="-576958.9202">-2315 1287 103 0,'6'1'173'0,"-6"-1"-16"16,1 3 1-16,-1-3-8 0,2 7-7 0,-2-7-8 16,3 6-7-16,-2-1-12 0,-1-5-9 0,2 6-9 15,-1-2-11-15,-1-4-9 0,0 8-6 0,0-8-5 16,0 6-7-16,0-6-9 0,0 6 0 0,0-6-9 16,0 0 1-16,-4 8-1 0,4-8-12 0,-3 3 1 15,3-3-2-15,-5 3-4 0,5-3 0 0,-7 0-5 16,4 1 2-16,3-1-4 0,-6 0-3 0,6 0-5 15,-10-2-5-15,10 2-11 0,-8-2-7 0,3 2-4 16,1-3-4-16,0 0-6 0,-2 1-4 0,2-2-5 0,-3 0 1 16,3 2-7-16,0-4-1 0,1 2-1 0,1-1-2 15,-2 0 5-15,1 1-4 0,2-2 8 16,-1 0 2-16,2 6 3 0,-2-10 1 0,1 5 5 16,1 5 1-16,0-10 0 0,0 10 6 0,2-10 9 0,-1 7 0 15,1-1 2-15,1-1-4 0,1 3 17 0,-4 2 0 16,6-5 4-16,-3 2-2 0,0 1 5 0,-3 2 2 15,9-2 6-15,-9 2 3 0,6-1 0 0,-6 1 3 16,7 0 1-16,-7 0 3 0,5 3 5 0,-5-3 5 16,5 4 3-16,-5-4 0 0,3 6-3 0,-2-1-3 15,0-1-1-15,-1-4 0 0,1 10-7 0,-1-10-3 16,-1 7-1-16,1-7-3 0,-3 9 1 0,1-4 1 16,-2-1-11-16,1 0 3 0,-1-1-2 0,-2-1-2 15,0 1 2-15,-1-1-4 0,-1 1 0 0,0-2 0 16,-2 0 0-16,0-1 1 0,0-1-1 0,-1 1-12 15,2 0 5-15,-1-1 2 0,3 1 1 0,-1-1-1 16,2-1-1-16,1 1 1 0,5 1-2 0,-10-1 1 0,10 1 0 16,-4 0-3-16,4 0-1 0,-5 0 2 0,5 0-6 15,0 0 6-15,0 0 2 0,-6 0-3 0,6 0 0 16,0 0 2-16,0 0-5 0,0 0 5 0,0 0-5 16,0 0 7-16,-1 7-7 0,1-7-2 0,0 0 6 15,0 0-3-15,5 10 2 0,-5-10 3 0,0 6-4 16,0-6 1-16,2 6 3 0,-2-6-3 0,2 7-1 15,-2-7 2-15,0 7-3 0,0-7 3 0,0 0-3 16,0 7-1-16,0-7 1 0,0 0-1 0,0 0-3 16,-2 7 1-16,2-7 2 0,-2 4-5 0,2-4 2 15,0 0-5-15,0 0-2 0,0 0 0 0,-8-1-2 16,8 1-4-16,0 0-2 0,0 0 2 0,-7-7 4 16,7 7-2-16,-4-8-5 0,3 4-2 0,1 4 10 0,-3-8-4 15,2 4-1-15,1 4 4 0,-2-10-3 16,1 4 6-16,1 6 3 0,-1-8-5 0,1 8 4 15,0-8 6-15,0 8 1 0,-1-7 2 0,1 7 1 0,0 0 9 16,0-9-3-16,0 9 0 0,0 0 5 0,-1-6-2 16,1 6-4-16,0 0 1 0,0 0-2 0,2-6-1 15,-2 6-1-15,0 0 1 0,0 0-2 0,0 0-2 16,0 0 4-16,0 0-2 0,0 0 2 0,0 0-4 16,0 0 7-16,0 0-7 0,0 0-2 0,-7 18 2 15,7-18 2-15,-2 3 2 0,2-3 4 0,-4 6-6 16,4-6-2-16,-5 4-4 0,3-3-3 0,2-1-3 15,-7 3-5-15,4-2-12 0,3-1-2 0,-6 0-10 16,6 0-3-16,-9 0-14 0,9 0 2 0,-11-3 2 16,4 1-12-16,1-1 10 0,-1 0 5 0,1 0-1 15,0 0 0-15,1-2-4 0,1 1 12 0,0-2-3 16,-1 3 11-16,2-1 5 0,1 1-4 0,2 3 16 0,-4-8 10 16,3 3 3-16,1 5 4 0,-3-6 8 15,3 6 1-15,-2-8 15 0,2 8 8 0,0-5-5 16,0 5 10-16,0 0-1 0,0 0 1 0,-1-6 0 0,1 6-1 15,0 0-3-15,0 0-1 0,0 0 2 0,0 0-2 16,0 0 5-16,0 0 5 0,0 0-3 0,0 0-1 16,0 0 4-16,0 0-2 0,0 0 0 0,0 0-3 15,0 0 1-15,0 0-2 0,1 22-3 0,0-18-3 16,-1-4 0-16,0 0 0 0,0 8-1 0,0-8-4 16,-1 6 0-16,1-6-5 0,-6 4 0 0,4-1-2 15,2-3-2-15,-6 3 2 0,1-2-4 0,-1-1-1 16,1 2-3-16,0-1-3 0,5-1-2 0,-12 1-1 15,7-1-3-15,0 0-13 0,0 0-12 0,5 0-18 0,-9-2-12 16,9 2-24-16,-7 0-12 0,7 0-33 16,-5-2-19-16,5 2-42 0,-7-1-106 0,7 1-313 15,0 0 138-15</inkml:trace>
          <inkml:trace contextRef="#ctx0" brushRef="#br1" timeOffset="-576724.5788">-2632 1394 16 0,'0'0'209'16,"0"0"-12"-16,0 0-9 0,0 0-18 0,0 0-9 15,-9 5-14-15,9-5-12 0,-6 0-7 0,6 0-15 16,-9 0-13-16,9 0-9 0,-7 0-9 0,1 2-9 15,6-2-31-15,-10 0-30 0,5-2-38 0,5 2-47 16,-9-3-47-16,5 1-155 0,0-1-297 0,0 1 132 16</inkml:trace>
          <inkml:trace contextRef="#ctx0" brushRef="#br1" timeOffset="-575396.5344">-2819 1078 84 0,'0'0'112'0,"0"0"-11"0,0 0-3 0,5-3-10 15,-5 3-19-15,0 0-30 0,3-5-25 0,-3 5-116 0,0 0-109 16,2-4 50-16</inkml:trace>
          <inkml:trace contextRef="#ctx0" brushRef="#br1" timeOffset="-575490.2899">-2767 1175 14 0,'0'0'250'0,"0"0"-15"0,3-3-13 16,-3 3-22-16,0 0-14 0,0 0-15 0,0 0-16 15,0 0-9-15,0 0-12 0,0 0-14 0,0 0-10 16,0 0-7-16,-18 1-11 0,18-1-9 0,-10 0-9 16,6-1-6-16,-2 1-7 0,0-1-8 0,0-1-10 15,6 2-12-15,-9-1-21 0,3-1-23 0,2 1-32 16,4 1-27-16,-6-5-33 0,4 1-22 0,-1 0-27 15,3 4-4-15,-3-8-157 0,3 8-340 0,0-10 150 16</inkml:trace>
          <inkml:trace contextRef="#ctx0" brushRef="#br1" timeOffset="-575802.7688">-2743 1249 161 0,'0'0'159'0,"0"0"-9"0,0 0-8 16,0 0-8-16,0 0-9 0,0 0-8 0,0 0-2 15,0 0-5-15,0 0-3 0,0 0-7 0,0 0-5 16,0 0-10-16,0 0-9 0,-2 20-7 0,2-20-3 15,-2 7-10-15,2-7-3 0,-3 5-2 0,0-1-9 16,0-1 0-16,0 2-11 0,-1-2-2 0,2 0-2 16,2-3-1-16,-6 5-2 0,3-2-3 0,3-3-8 15,-7 4-4-15,7-4-4 0,-5 1-11 0,5-1-7 16,-6 2 4-16,6-2-8 0,0 0-2 0,-7-2 5 0,7 2-3 16,-6-4 3-16,6 4 0 0,-2-6-1 15,2 6 2-15,-2-7 2 0,2 7 0 0,-2-8 1 16,2 8 2-16,0-9 3 0,0 4-2 0,0 5 2 0,0-9 7 15,0 9 1-15,0-8 6 0,0 8-2 0,0-7 3 16,0 7 4-16,0 0-2 0,1-6-1 0,-1 6-2 16,0 0 1-16,0 0-5 0,0 0 5 0,0 0-2 15,0 0 1-15,0 0-1 0,0 0-1 0,0 0-2 16,0 0 1-16,0 0-5 0,0 0 3 0,0 0 0 16,-8 16 1-16,6-11-1 0,0-1 2 0,-2 3-5 15,1-3 6-15,0 1-3 0,0-1-2 0,0-1-4 16,0 0-3-16,-1 1-5 0,1-2-2 0,3-2-11 15,-6 5 1-15,1-4 0 0,0 0-1 0,5-1-2 16,-8 1-2-16,8-1 1 0,-7 0 1 0,7 0-3 16,-7-3 5-16,7 3 8 0,-5-3-4 0,3 0 1 15,2 3 5-15,-5-6 3 0,2 3 6 0,1-1 5 16,2 4 3-16,-3-7 5 0,3 7 2 0,-1-7-2 0,1 7 4 16,-1-5 3-16,1 5-4 0,-2-6 1 15,2 6 2-15,0 0 4 0,-2-7-6 0,2 7 2 16,0 0-1-16,0 0 3 0,-1-6 2 0,1 6-6 0,0 0 5 15,0 0-1-15,0 0-2 0,0 0 0 0,0 0 0 16,0 0 2-16,0 0-5 0,0 0 3 0,0 0 0 16,0 0-3-16,0 0 0 0,0 0 4 0,0 0-5 15,0 0-2-15,0 0-1 0,-4 16 0 0,4-16-1 16,-3 5 3-16,2-1-2 0,1-4-2 0,-3 7 0 16,-1-3 4-16,2-1-4 0,-2 1 4 0,1-1-2 15,0 0-2-15,-1 0-1 0,4-3 2 0,-7 4-3 16,3-2 3-16,0-1-1 0,0 1 0 0,4-2 0 15,-7 0 0-15,7 0-3 0,-7 0 0 0,7 0 0 16,-6-2 0-16,6 2-4 0,-7-4 3 0,3 3 1 16,4 1-4-16,-5-6 6 0,3 1 1 0,-2 2-1 15,1 0-2-15,3 3-1 0,-6-7 4 0,6 2-4 0,-3 1 0 16,3 4-1-16,-4-10 1 0,2 5-1 0,2 5 3 16,-2-7-1-16,0 3 1 0,2 4-3 0,0 0-1 15,-2-8 3-15,2 8-3 0,0 0 2 0,-4-3 6 16,4 3 1-16,0 0 2 0,0 0 3 0,-8 6-4 15,8-6 0-15,-6 7 1 0,3-4-2 0,-1 1 1 16,0 0-2-16,-1 1 2 0,1 0-4 0,-1 1 0 16,-2-2 1-16,2 0-3 0,1 0-4 0,-2 2-6 15,-1-3-13-15,2 2-13 0,-1-1-23 0,3-2-38 16,-2 1-37-16,2-1-35 0,3-2-188 0,-6 3-382 16,6-3 169-16</inkml:trace>
          <inkml:trace contextRef="#ctx0" brushRef="#br1" timeOffset="-574334.0912">-3214 1207 5 0,'0'0'154'0,"0"0"-21"0,-8 3-12 15,8-3-14-15,-4 3-7 0,4-3-8 0,-5 4-16 16,3 0-4-16,2-4-10 0,-5 5 2 0,2-2-14 16,3-3-2-16,-6 5-7 0,3-2-2 0,2 0 2 0,1-3-3 15,-4 6-14-15,4-6 4 0,-2 6-17 0,2-6 8 16,0 0-2-16,0 0 0 0,2 9-2 16,-2-9 1-16,5 5-8 0,-3-3 6 0,-2-2-6 0,7 5-1 15,-3-5-1-15,-1 3 0 0,-3-3 2 0,8 2-1 16,-6-1-9-16,-2-1 14 0,7 3-1 0,-4-2 5 15,-3-1-3-15,4 1 11 0,-4-1-5 0,4 2 5 16,-4-2 0-16,0 0 5 0,0 0-2 0,0 0 0 16,0 0 0-16,0 0-1 0,0 0-2 0,0 0-2 15,0 0-3-15,0 0-2 0,0 0 0 0,0 0 0 16,0 0-1-16,0 0-6 0,0 0 5 0,-20-1-5 16,16 1 0-16,4 0-4 0,-11 2 0 0,4-1 1 15,-1-1-2-15,1 0 0 0,0 0 2 0,0 3 2 0,0-3-4 16,-2 0-3-16,3 0-5 0,-1 0 4 0,-1 0 0 15,3-1 2-15,5 1 0 0,-11-2 3 16,9 1-4-16,2 1 6 0,-7-2 4 0,7 2 0 0,-4-5 2 16,2 1 2-16,2 4 1 0,0-7 6 0,0 7 5 15,-2-10 8-15,2 10-2 0,1-11 3 0,0 6 0 16,1-1 0-16,-1 0 4 0,0-2 4 0,3-1-4 16,-1 2-4-16,0-3-2 0,1 3-7 0,-1-2 3 15,2 1-8-15,-2 1-3 0,0 2-1 0,1-2-1 16,-3 4-2-16,1-1-4 0,-2 4-4 0,3-5-17 15,-3 5-24-15,0 0-32 0,0 0-40 0,0 0-33 16,0 0-48-16,0 0-168 0,0 0-383 0,0 0 169 16</inkml:trace>
          <inkml:trace contextRef="#ctx0" brushRef="#br1" timeOffset="-572974.8169">-3710 1190 67 0,'0'0'214'0,"0"0"-17"0,0 0-14 0,0 0-17 16,0 0-10-16,0 0-18 0,-23-2-7 0,16 2-17 15,-1 2-10-15,0-2-7 0,1 2-14 0,-1-2-15 0,2 0-18 16,0 1-30-16,2 1-43 0,4-2-51 0,0 0-85 15,0 0-97-15,0 0-276 0,0 0 122 16</inkml:trace>
          <inkml:trace contextRef="#ctx0" brushRef="#br1" timeOffset="-572631.0782">-3462 1167 104 0,'0'0'211'0,"0"0"-18"16,0 0-12-16,0 0-12 0,0 0-11 0,0 0-11 15,0 0-10-15,0 0-10 0,0 0-11 0,-16-1-7 0,16 1-10 16,-6 0-10-16,6 0-7 0,-6-3-9 0,6 3-7 15,-7 0-8-15,7 0-6 0,-6-2-5 16,6 2-5-16,-7-4-16 0,4 3-7 0,-1-3-18 0,4 4-15 16,-7-4-20-16,5 0-14 0,2 4-21 0,-6-7-6 15,4 5-12-15,2 2 8 0,-3-8-12 16,3 4-4-16,0 4 0 0,0 0 7 0,3-12 9 0,-1 9 0 16,-2 3 8-16,4-6 12 0,-1 3 7 0,-3 3-1 15,4-5 5-15,-4 5 19 0,3-3 3 0,-3 3 3 16,2-4-5-16,-2 4-4 0,0 0-21 0,0 0-98 15,0 0-161-15,-4-10 72 0</inkml:trace>
          <inkml:trace contextRef="#ctx0" brushRef="#br1" timeOffset="-573224.7845">-3446 1257 130 0,'0'0'202'0,"0"0"-13"0,0 0-5 0,0 0-14 0,0 0-16 15,0 0-16-15,0 0-10 0,0 0-8 0,4 15-5 16,-4-15-11-16,1 6-7 0,-1-6-7 0,0 0-12 15,-1 7-6-15,1-7-8 0,0 0-6 0,-2 6-2 16,2-6-6-16,-3 3-3 0,3-3-5 0,-4 4-6 16,4-4-3-16,-6 2-6 0,3 0-4 0,3-2-17 15,-7 1-9-15,7-1-6 0,-8 0-4 0,8 0-5 16,-7-3-8-16,7 3 3 0,-7-3-8 0,3 1 2 16,4 2 1-16,-5-4-1 0,3 1 2 0,2 3 6 15,-4-8 1-15,4 8 1 0,-2-7-4 0,2 7 9 0,0-7 0 16,0 7 6-16,0-7 5 0,0 7 9 0,0 0 4 15,0-7 0-15,0 7 1 0,0 0 4 16,0 0-8-16,0-8 7 0,0 8-2 0,0 0-1 0,0 0-1 16,0 0 1-16,0 0-1 0,0 0-2 0,0 0-4 15,0 0 4-15,0 0 0 0,0 0-3 0,0 0 4 16,0 0-5-16,0 0 1 0,0 0-1 0,-3 20 1 16,3-20-4-16,-4 4-3 0,1-1-1 0,3-3-4 15,-5 4-4-15,2-3-4 0,3-1-9 0,-8 2-12 16,4-1-12-16,4-1-11 0,-9 2 0 0,4-1-16 15,5-1 3-15,-9-2-12 0,4 1 7 0,1-2-5 16,4 3 9-16,-9-3 10 0,6 2 7 0,0-2 7 16,3 3-1-16,-4-5 8 0,4 5 12 0,-3-5 6 15,3 5 7-15,0 0 9 0,-3-5 12 0,3 5 0 16,0 0 24-16,-2-5 3 0,2 5 13 0,0 0-1 16,0 0 11-16,-2-6-1 0,2 6 1 0,0 0-2 15,0 0 3-15,0 0 1 0,0 0-5 0,0 0-2 0,3-8-2 16,-3 8 0-16,0 0-6 0,0 0-3 0,0 0-7 15,0 0-2-15,0 0 0 0,0 0 1 16,0 0-2-16,0 0-3 0,0 0-2 0,0 0-4 0,0 0 0 16,0 0-1-16,0 22-6 0,0-22 1 0,-3 7 1 15,1-3-1-15,0 1 1 0,2-5-4 0,-5 7-2 16,1-3 6-16,-1 0-6 0,-2 1 4 0,1-3-4 16,-1 1 0-16,0-1-4 0,-1 1-2 0,1-3-2 15,-2 1-3-15,1 1-5 0,1-1-6 0,-1-1-4 16,1-1-7-16,-1 0-5 0,2-1-9 0,0 1 1 15,-1-1-9-15,2-1 6 0,0 1-7 0,1-2 1 16,0 1 2-16,0 1 4 0,1-2-4 0,3 4 9 16,-3-6-4-16,3 6-3 0,-2-8-3 0,2 8 6 0,0-7 13 15,0 7-6-15,0 0 0 0,0-7 4 16,0 7-15-16,4-4 29 0,-4 4 1 0,0 0 16 16,6-2-5-16,-6 2 5 0,0 0 10 0,4 0 6 15,-4 0 5-15,0 0 5 0,0 0 6 0,0 0-1 0,9 1 8 16,-9-1 5-16,5 3 3 0,-5-3 4 0,4 3 6 15,-1-1 0-15,1 0-4 0,-4-2 7 16,5 5 0-16,-2-3 3 0,-1 1 1 0,1 0-6 0,-3-3-2 16,2 6-4-16,-2-6-3 0,3 6-1 0,-3-2 3 15,0-4 0-15,2 7 4 0,-2-7-3 0,0 0-1 16,-2 11-2-16,0-6-3 0,2-5-2 0,-1 9-1 16,1-9-7-16,-2 9-1 0,0-5-4 0,1 2-1 15,-1-1-3-15,-1-1-1 0,3-4-4 0,-3 10 1 16,0-7-7-16,0 2 4 0,0-2-2 0,-1 0-5 15,2 2 1-15,-2-3-1 0,-1 0-6 0,1 1 2 16,4-3-3-16,-9 2 2 0,5-1 2 0,-2 1-3 16,-2 0-5-16,2-2 6 0,-1 0-5 0,0 0 3 0,-1 0-5 15,1-2 1-15,-1 2-5 0,1 0 5 16,-2-3 0-16,0 1-2 0,0 0-1 0,2-1 2 16,1 1-5-16,-1-1 2 0,0-1-4 0,1-1-2 0,-1 0-5 15,3-1-3-15,1 2-3 0,-3 0-8 0,4-1-7 16,0 0-3-16,2 5-7 0,-2-10-7 0,2 4-20 15,0-2-14-15,0 8-24 0,2-9-27 0,-1 2-19 16,2-1-27-16,-1 2-42 0,0 0-145 0,1-2-399 16,1 1 177-16</inkml:trace>
          <inkml:trace contextRef="#ctx0" brushRef="#br1" timeOffset="-516119.4744">-1643 1207 31 0,'0'0'137'0,"0"0"-2"0,2 7-10 16,-2-7-7-16,2 5-8 0,-2-5-6 0,1 6-8 16,-1-6-1-16,0 7-6 0,0-7-9 0,0 6-2 15,0-6 0-15,0 0-6 0,-1 9-11 0,1-9 0 16,-2 5-5-16,2-5-5 0,-3 5-9 0,3-5 2 15,-4 4-6-15,4-4 3 0,0 0-7 0,-6 1-3 0,6-1-3 16,0 0-7-16,-5 2-6 0,5-2-8 0,0 0 1 16,0 0-8-16,-7-7 4 0,7 7-2 15,-3-7-9-15,3 7 6 0,-1-8-1 0,1 8 0 0,-1-8-1 16,1 8 1-16,1-9 1 0,-1 9 5 0,2-11-4 16,0 8 1-16,-1-2 3 0,0-2-4 0,-1 7 0 15,2-7-3-15,0 5 3 0,-2 2-1 0,3-7 3 16,-3 7 0-16,2-5 1 0,-2 5-5 0,0 0 5 15,1-4-2-15,-1 4 3 0,0 0 2 0,0 0-1 16,0 0-2-16,0 0 8 0,0 0 2 0,0 0-1 16,0 0 2-16,-14 4 1 0,9-3 2 0,5-1-5 15,-8 4 8-15,2 0-5 0,-1-1 3 0,1-1-3 0,-1 1 0 16,1 0 7-16,-1-2-5 0,2 2 0 0,0 1-4 16,-1-2-4-16,1 1 0 0,3-1 1 15,-3-1 0-15,1 4-1 0,-1-1-3 0,2-1 3 0,0 0-5 16,3-3 5-16,-5 5-4 0,3-2 1 0,2-3-4 15,-4 7 4-15,4-7 0 0,-2 5-2 0,2-5-2 16,0 7-1-16,0-7-2 0,0 0 4 0,3 8-2 16,-3-8 7-16,4 4-1 0,-2-2-6 0,-2-2-2 15,5 3 1-15,-5-3 0 0,4 3 7 0,-4-3-8 16,4 4 2-16,-1-2 3 0,-3-2-2 0,3 5 0 16,-3-5 0-16,2 3-2 0,-2-3 2 0,0 0 3 15,1 5 0-15,-1-5-1 0,0 0 7 0,0 0-3 16,-4 8 0-16,4-8 0 0,-6 3-4 0,2-1 3 0,4-2 0 15,-6 3-1-15,1-2 2 0,1-1-3 16,4 0 4-16,-9 3-1 0,3-1-1 0,-1-2 3 16,2 0 3-16,-2 0 2 0,1-1-7 0,6 1 9 15,-9-1-3-15,3 1-3 0,0-3 1 0,0 2 0 0,0-3 3 16,0 0-2-16,2 1-3 0,1-2 0 0,-2 0-3 16,3 0 2-16,0 0-3 0,2-3-2 15,0 2-4-15,0 6-10 0,3-13-13 0,0 7-26 0,2-1-24 16,0 1-32-16,3-1-42 0,-3 1-45 0,1 1-141 15,1-1-359-15,-2 2 159 0</inkml:trace>
          <inkml:trace contextRef="#ctx0" brushRef="#br1" timeOffset="-515602.8872">-1852 994 163 0,'0'0'199'0,"0"0"-14"15,0 0-12-15,0 0-12 0,0 0-12 0,0 0-9 16,0 0-9-16,11 11-4 0,-9-8-5 0,-2-3-8 16,4 7-7-16,-3-4-5 0,1 3-11 0,-1-1 0 15,1 1-3-15,0 0-8 0,-2 2-9 0,0-2 3 16,0-6-6-16,-1 11-1 0,-2-7-5 0,0 3-11 16,-1-4 3-16,1 2-4 0,-2 1-5 0,0-3-5 15,-1 0-7-15,1 0-23 0,-2-1-34 0,1 1-50 16,-1-2-59-16,1-2-74 0,-3-1-195 0,-1-2-435 15,1-1 192-15</inkml:trace>
          <inkml:trace contextRef="#ctx0" brushRef="#br1" timeOffset="-514869.561">-1966 964 45 0,'2'3'203'0,"-2"-3"-7"0,3 7-4 15,0-3-11-15,-1 0-11 0,-1 0-14 0,1 1-12 16,-2-5-11-16,5 8-9 0,-3-3-13 0,-2 0-9 16,0-5-1-16,1 9-13 0,-1-9-7 0,-1 9-7 15,1-9-5-15,-2 9-4 0,0-5-7 0,2-4-5 16,-5 6-4-16,3-2-6 0,2-4-4 0,-5 5-3 15,2-2-3-15,3-3-6 0,-7 3-1 0,2-2-4 16,5-1-4-16,-6 0-6 0,6 0-7 0,-8-2-4 0,8 2-2 16,-8-4-10-16,3 1-2 0,0-2-4 15,0-1 0-15,0 0-6 0,1 1-6 0,1 1 0 16,-1-1-1-16,-1-2 1 0,2 1 0 0,0-1 1 0,0 0 3 16,2 2-2-16,1-3 3 0,0 8 2 0,0-12 4 15,1 6-2-15,2 0 3 0,-2 0 3 0,3 0 1 16,-2 2-1-16,0-1 0 0,2 2 4 15,-1 0 0-15,1-2 2 0,0 2 5 0,-1 1 3 0,2-1-1 16,-5 3 4-16,7-3 3 0,-4 3 8 0,-3 0 5 16,7 1-4-16,-7-1 3 0,6 0 0 0,-6 0 1 15,6 2 5-15,-3-1-1 0,-3-1 0 0,4 6 0 16,-2-4 1-16,-2-2-3 0,3 8 1 0,-3-8-1 16,1 10-3-16,-1-5-1 0,0-5 0 0,-3 11-4 15,2-6 0-15,-2-1 0 0,0 2-1 0,2 0-2 16,-3-1 1-16,0 1 2 0,1-3-4 0,0 1 0 15,-1 0-4-15,1 0 2 0,-2-2-3 0,0 0-2 16,-2 0-2-16,1-1 0 0,0-1-5 0,-1 0 2 0,1-3-3 16,-1 2-3-16,-2 0 0 0,3-3 1 15,-2 0 2-15,1 1 0 0,-1-1-2 0,2-1 4 16,-1 1 2-16,1 0-3 0,1-2 3 0,0 1-1 0,1 0 4 16,1 1 7-16,-2 0-1 0,5 4 5 0,-5-6 2 15,3 3 6-15,2 3 0 0,-3-6 5 0,3 6 1 16,-3-4 5-16,3 4-1 0,0 0 1 0,-3-5 0 15,3 5-5-15,0 0-3 0,0 0-1 0,0 0-1 16,0 0-2-16,0 0 1 0,0 0-2 0,0 0 0 16,0 0 3-16,0 0-1 0,8 14 0 0,-6-10-5 15,0 2 2-15,1-1 2 0,0 2-5 0,0-1 1 16,-1 1-4-16,0 2 0 0,-2-2 1 0,0 0 1 16,-1-1-4-16,-2 2 8 0,0-1-7 0,-2-2-4 15,1 2-9-15,-2-2-5 0,-1 0-29 0,-1-1-23 16,1 0-53-16,-4 0-56 0,4-2-55 0,-1 1-208 15,1-3-468-15,2 2 207 0</inkml:trace>
        </inkml:traceGroup>
        <inkml:traceGroup>
          <inkml:annotationXML>
            <emma:emma xmlns:emma="http://www.w3.org/2003/04/emma" version="1.0">
              <emma:interpretation id="{3A86A321-5A80-448B-AC77-C9688E1AD27C}" emma:medium="tactile" emma:mode="ink">
                <msink:context xmlns:msink="http://schemas.microsoft.com/ink/2010/main" type="inkWord" rotatedBoundingBox="10574,2237 9423,2240 9422,1958 10573,1955"/>
              </emma:interpretation>
              <emma:one-of disjunction-type="recognition" id="oneOf53">
                <emma:interpretation id="interp65" emma:lang="" emma:confidence="1">
                  <emma:literal/>
                </emma:interpretation>
              </emma:one-of>
            </emma:emma>
          </inkml:annotationXML>
          <inkml:trace contextRef="#ctx0" brushRef="#br1" timeOffset="-510557.3792">-4490 1112 99 0,'0'0'149'0,"0"0"-7"16,0 0-9-16,0 0-11 0,-6 10-8 0,6-10-3 15,-1 7-7-15,-1-2-4 0,2-5-10 0,0 9-2 0,-2-3-6 16,1 1 0-16,1 0-12 0,-1-1-2 0,0 1-1 15,-1 0-5-15,1 0-11 0,0 0 0 0,-1 1-6 16,0-1-7-16,-1 2-7 0,1-2 1 0,-2 0-5 16,3 1-7-16,-3-2-25 0,0 1-14 0,1-1-26 15,1-1-25-15,0-1-32 0,0 0-64 0,2-4-97 16,-5 5-282-16,5-5 124 0</inkml:trace>
          <inkml:trace contextRef="#ctx0" brushRef="#br1" timeOffset="-509510.5387">-4574 1217 88 0,'0'7'155'0,"0"-7"-17"16,0 0-14-16,0 0-9 0,0 0-17 0,-3 10-6 16,3-10-10-16,-4 4-3 0,4-4-6 0,-3 3-9 15,3-3-1-15,0 0-10 0,-4 7-8 0,4-7 3 16,-4 4-5-16,4-4-6 0,-5 3-8 0,1-2-3 16,4-1-8-16,-6 1 4 0,6-1-6 0,-6 1-4 15,6-1 2-15,-6 1-9 0,6-1-5 0,-6 0 4 0,6 0-11 16,0 0 3-16,-6-4-1 0,6 4 7 15,-5-3-6-15,5 3-1 0,-2-4 4 0,2 4-3 16,0 0 6-16,-2-7 1 0,2 7-2 0,0 0 9 0,-1-6-10 16,1 6 8-16,0 0-1 0,0 0 9 0,0-9-4 15,0 9 3-15,0 0-2 0,0 0 6 16,2-7 1-16,-2 7 3 0,0 0 2 0,0 0-9 0,0 0 4 16,1-5 2-16,-1 5-6 0,0 0 1 0,0 0-1 15,0 0 1-15,0 0-2 0,0 0-5 0,0 0 0 16,0 0 2-16,0 0-1 0,0 0 1 0,0 0-5 15,-6 18-3-15,6-18 2 0,-5 5 1 0,4-2-4 16,1-3-5-16,-6 7 11 0,3-5-3 0,0 1 2 0,-1-1-7 16,4-2 1-16,-6 3-5 0,2-1-5 15,4-2-10-15,-6 2-3 0,6-2 0 0,-8 0-4 16,8 0-6-16,-6-2 6 0,6 2 5 0,-8-3-5 0,8 3 8 16,-5-4-3-16,3 1 0 0,2 3 4 0,-5-6 4 15,5 6 0-15,-2-6 7 0,2 6 3 16,-2-6 8-16,2 6 0 0,-2-8 10 0,2 8-1 0,0-5 5 15,0 5 2-15,0 0 0 0,0 0 0 0,1-10-6 16,-1 10 8-16,0 0-2 0,0-6-9 0,0 6 3 16,0 0-5-16,0 0 3 0,0 0-3 0,0 0 1 15,0 0 2-15,0 0-5 0,0 0 1 0,0 0-2 16,0 0 3-16,0 0-2 0,0 0-6 0,0 0 1 16,0 0 0-16,0 0 3 0,0 0-4 0,-7 17-7 15,7-17 12-15,-3 5-3 0,3-5-1 0,-5 5 0 16,5-5 3-16,-4 4-3 0,4-4-3 0,-5 2 0 15,5-2-5-15,-6 3-1 0,6-3-8 0,-7 0-13 0,7 0 12 16,-7-1 2-16,7 1-3 0,-8-2-2 16,8 2 0-16,-6-1 5 0,6 1 0 0,-5-2 4 15,5 2-4-15,-4-5 5 0,4 5 3 0,-4-5 4 0,4 5 0 16,-1-5 7-16,1 5 1 0,0 0 0 0,-2-7 5 16,2 7 2-16,0 0 5 0,0-8 10 0,0 8 7 15,0 0 3-15,0 0 7 0,0 0-1 0,0 0 1 16,0 0-3-16,0 0 3 0,0-6-1 0,0 6-5 15,0 0-2-15,0 0-5 0,0 0 0 0,0 0-1 16,0 0 4-16,0 0 3 0,0 0-1 0,0 0-2 16,0 0-1-16,0 0-2 0,0 0-4 0,0 0-3 15,0 0-3-15,0 0-3 0,2 23-2 0,-2-23 1 0,-2 6-3 16,2-6-1-16,-1 7-3 0,1-7 3 16,-1 7-1-16,1-7 1 0,-1 7-3 0,1-7 5 15,-2 6-4-15,2-6 2 0,-4 6-1 0,4-6 0 0,-4 4 1 16,1-2-2-16,-1 0 2 0,4-2-4 0,-7 5-3 15,3-3 2-15,-3-2-4 0,1 0 3 0,-1 2-1 16,0-2 0-16,-2 0-4 0,1 1 0 0,-3-2 1 16,1-1-2-16,-1 0-2 0,1-2 3 0,0 1-5 15,-1 0 0-15,2-1-7 0,1 0-5 0,-1-1-6 16,1 1-7-16,2-1-1 0,0 0-10 0,2 1-9 16,0 0-14-16,2 0-21 0,-1-1-21 0,3 5-17 15,-1-9-30-15,1 9-28 0,4-9-31 0,-2 5-144 16,3-1-379-16,1 0 169 0</inkml:trace>
          <inkml:trace contextRef="#ctx0" brushRef="#br1" timeOffset="-509290.8466">-4801 1121 81 0,'0'0'192'0,"0"0"-12"0,0 0-8 0,0 0-12 0,0 0-13 16,0 0-15-16,-21-2-14 0,15 1-10 0,-1 2-14 15,0 0-11-15,-1-1-13 0,2 1-24 0,-1 0-30 16,0-1-42-16,1 0-53 0,0 1-170 0,0-1-270 16,-2 0 119-16</inkml:trace>
          <inkml:trace contextRef="#ctx0" brushRef="#br1" timeOffset="-508682.5156">-5103 1284 32 0,'-6'1'129'16,"6"-1"-12"-16,-5 1-7 0,5-1-4 0,0 0-3 0,0 0-11 15,-8-2-8-15,8 2-6 0,-5-2 1 0,5 2-10 16,0 0-6-16,-4-3-7 0,4 3 0 0,-3-3-9 15,3 3-3-15,0 0-3 0,-2-6-5 0,2 6-2 16,0 0-5-16,0 0 0 0,6-11-4 0,-4 9-7 16,-2 2 0-16,4-5-1 0,-4 5 0 0,4-4-6 15,0 3 5-15,-4 1 5 0,7-4 1 0,-4 3-3 16,-3 1 9-16,6 0-9 0,-6 0 3 0,7 0-5 16,-7 0 7-16,6 2-7 0,-1 0 3 0,-1 0 0 15,-1 2-1-15,1-1-2 0,-2 1 0 0,1 1 7 16,-1 0-3-16,-1-1 2 0,-1-4 10 0,-3 12-3 15,1-6-3-15,-1 0 2 0,-2 0-2 0,-1 2-1 16,1-2-4-16,-1 1 1 0,0-1-4 0,-3 0-7 0,2 0-16 16,0-1-26-16,1-1-35 0,-2 0-31 0,1-1-59 15,-2 0-146-15,0 0-326 0,0-1 145 16</inkml:trace>
          <inkml:trace contextRef="#ctx0" brushRef="#br1" timeOffset="-571381.1139">-4032 1269 121 0,'0'0'144'0,"3"7"-10"0,-1-4-10 16,-2-3-4-16,2 9-10 0,0-4-8 0,-1-2-4 16,-1-3-7-16,2 8-6 0,-1-3-9 0,-1-5-9 0,0 6-2 15,0-6-7-15,0 0-1 0,-2 9-5 0,2-9-5 16,-2 5-8-16,2-5-4 0,-4 4 3 0,4-4-8 16,-4 3-8-16,4-3-11 0,-4 3-13 0,4-3-2 15,-6-1-6-15,6 1-9 0,0 0 0 0,-7-2-6 16,7 2-6-16,-6-4 5 0,2 2-3 0,4 2 8 15,-5-8-5-15,2 3-3 0,1 0 14 0,1 1-5 16,1 4 3-16,-3-8 2 0,3 8 8 0,0-10 2 16,0 10 6-16,2-10-1 0,-1 6 2 0,-1 4 3 15,2-10 7-15,-1 5 5 0,0 1 1 0,-1 4-2 16,3-7-5-16,-3 7 13 0,2-5-2 0,-2 5-5 16,0 0 4-16,1-6 0 0,-1 6 3 0,0 0-2 15,0 0-1-15,0 0 1 0,0 0 5 0,0 0-2 0,0 0-5 16,0 0 0-16,0 0-1 0,-14 6 1 0,8-3 0 15,0 1-9-15,-1-2 1 0,-1 1-1 16,1-1-2-16,-4 1 3 0,0 1-3 0,0-3-9 0,0 2 10 16,3-2-3-16,-3 1 2 0,4 0-6 0,2-1 5 15,-2-1-4-15,2 2 2 0,0-2-2 0,5 0 1 16,-9 0-1-16,9 0 0 0,-5 1-2 0,5-1-1 16,0 0 3-16,-6 2-2 0,6-2-4 0,0 0 5 15,-3 4 1-15,3-4 7 0,0 0 6 0,0 0 4 16,0 0 5-16,0 0-2 0,9 10-1 0,-7-8 4 15,-2-2-3-15,5 5 1 0,-1-2-2 0,-1 1 2 16,-1-1 0-16,-2-3 1 0,6 5 2 0,-4-2-4 16,-2-3 0-16,5 4 1 0,-3 1-3 0,-2-5 3 15,2 6 2-15,1-3-2 0,-3 2 8 0,0-5-2 16,0 0 4-16,-2 10 2 0,2-10 0 0,-2 7-2 16,-1-4-3-16,0 1 1 0,-1 0-2 0,-1 0-3 0,0-2 3 15,-2 1-4-15,2 0-1 0,-3-2 1 0,0 2-6 16,0-1-2-16,0 0 3 0,-1-2-5 0,-2 2 1 15,0-2-5-15,0 1 3 0,0-2-8 0,0 1 4 16,0 0-2-16,1-2 2 0,-2 0-7 0,2-1-1 16,0-1 5-16,1 2-2 0,0-3-2 0,0 2-1 15,2 0-2-15,1-1 1 0,0-1-1 0,1 3 1 16,2-3-5-16,1 0-10 0,2 5-7 0,-2-10-6 16,2 2-15-16,0 8-15 0,2-12-23 0,0 6-25 15,1-2-20-15,0 2-27 0,2-1-22 0,0 1-25 16,-1-1-162-16,0 1-388 0,0 0 172 0</inkml:trace>
          <inkml:trace contextRef="#ctx0" brushRef="#br1" timeOffset="-571193.6011">-4314 1196 53 0,'4'-4'266'0,"-4"4"-14"0,3-4-12 0,-3 4-19 16,4-1-18-16,-4 1-24 0,0 0-22 0,0 0-14 16,3-2-21-16,-3 2-36 0,0 0-43 0,0 0-49 15,0 0-50-15,0 0-61 0,0 0-181 0,0 0-322 16,0 0 142-16</inkml:trace>
        </inkml:traceGroup>
        <inkml:traceGroup>
          <inkml:annotationXML>
            <emma:emma xmlns:emma="http://www.w3.org/2003/04/emma" version="1.0">
              <emma:interpretation id="{441891DA-F1FB-4D08-8B57-57E44D26090F}" emma:medium="tactile" emma:mode="ink">
                <msink:context xmlns:msink="http://schemas.microsoft.com/ink/2010/main" type="inkWord" rotatedBoundingBox="9291,2284 7219,2290 7218,1877 9290,1872"/>
              </emma:interpretation>
              <emma:one-of disjunction-type="recognition" id="oneOf54">
                <emma:interpretation id="interp66" emma:lang="" emma:confidence="1">
                  <emma:literal/>
                </emma:interpretation>
              </emma:one-of>
            </emma:emma>
          </inkml:annotationXML>
          <inkml:trace contextRef="#ctx0" brushRef="#br1" timeOffset="-567412.6533">-5539 1031 216 0,'0'0'220'16,"0"0"-12"-16,0 0-10 0,3-2-14 0,-3 2-13 15,0 0-13-15,0 0-11 0,0 0-13 0,0 0-4 0,0 0-7 16,0 0-8-16,0 0-5 0,-9 11-10 15,6-8-6-15,-1 1-9 0,0 2-6 0,-1-1-3 16,-1 2-9-16,0 0-2 0,-2 1-9 0,0 0-2 0,0 0-6 16,0 0-6-16,-1-1-3 0,-2 1-5 0,2 0-6 15,0-1-10-15,1-2-12 0,-3 0-16 0,0 2-18 16,3-2-21-16,1-2-22 0,-1 0-19 0,2 0-36 16,-1-2-28-16,2 0-31 0,-1-1-197 0,2 0-415 15,4 0 184-15</inkml:trace>
          <inkml:trace contextRef="#ctx0" brushRef="#br1" timeOffset="-564990.959">-6527 1211 85 0,'0'0'286'0,"3"-7"-7"16,-3 7-12-16,4-5-16 0,-2 2-23 0,-2 3-18 15,4-4-22-15,-4 4-20 0,4-2-18 0,-4 2-21 16,3-3-36-16,-3 3-53 0,0 0-69 0,0 0-82 15,0 0-82-15,0 0-148 0,0 0-368 0,0 0 163 16</inkml:trace>
          <inkml:trace contextRef="#ctx0" brushRef="#br1" timeOffset="-565162.8308">-6448 1283 125 0,'0'0'210'0,"4"4"-14"0,-2 0-5 0,-2-4-7 16,4 7-8-16,-3-2-12 0,2-1-15 0,-1 0-10 15,0 1-9-15,2 1-6 0,-1 1-3 0,0-3-4 16,0 2-8-16,-1-1-7 0,-1-1-14 0,1 1-2 0,-1 0-9 15,0 0-4-15,-1-5-4 0,1 8-5 0,-1-4 4 16,0-4-7-16,-1 9-1 0,0-4-1 0,1-5 1 16,-3 7-7-16,3-7-1 0,-5 7-7 0,4-5-1 15,1-2-3-15,-6 6-6 0,1-4-1 0,1 0-6 16,-2 0 2-16,1-1-8 0,-1 0-2 0,-1-1-3 16,-1 1-1-16,1-1-3 0,0 0 3 0,-2-1-1 15,-1 1-4-15,2-1 0 0,-4-1-2 0,1-2-2 16,0 1-2-16,1-2 2 0,-1 2 3 0,3-2-4 15,-3 0 1-15,2 0 0 0,2 0-4 0,0 1 0 16,1-1 4-16,1 0-5 0,1 1 0 0,1-1 0 16,0-2-9-16,1 0-3 0,1 2-3 0,1 5-9 0,0-9-10 15,2 3-10-15,-2 6-22 0,3-12-28 0,-1 6-28 16,1 2-44-16,1-3-42 0,0 2-48 16,0-2-172-16,-1 0-462 0,3 0 204 0</inkml:trace>
          <inkml:trace contextRef="#ctx0" brushRef="#br1" timeOffset="-565600.2838">-6334 1234 183 0,'0'0'161'16,"0"0"3"-16,0 0-6 0,0 0-11 0,0 0-9 16,0 0-11-16,0 0-6 0,0 0-8 0,0 0-2 15,0 0-2-15,8 14-4 0,-4-12-1 0,-2 2-1 0,0 0-5 16,0-1-5-16,0 2-2 0,1-1-7 16,-1 1-1-16,1-2-9 0,-3-3-2 0,2 8-4 15,-1-4-3-15,-1-4-2 0,-2 8 1 0,2-8-10 0,-4 7-3 16,2-3-7-16,-2-1-1 0,1 0-8 0,-1-1-11 15,-1 2-18-15,1-1-33 0,-1-1-53 0,-1 0-66 16,2-1-47-16,-3 0-226 0,0-1-453 0,7 0 200 16</inkml:trace>
          <inkml:trace contextRef="#ctx0" brushRef="#br1" timeOffset="-565975.2733">-5859 1050 96 0,'3'-5'215'0,"-3"5"-10"0,0 0-14 0,0 0-15 16,0 0-10-16,0 0-11 0,0 0-13 0,0 0-5 16,0 0-9-16,-10 10-4 0,5-5-15 0,0 0-2 15,-4 2-12-15,-1 1-7 0,0 1-15 0,-1-1-1 16,-3 3-10-16,2-2-2 0,2-1-15 0,-5 3-18 15,0-1-25-15,5 0-31 0,0-3-54 0,-1 1-43 16,2-1-52-16,-3 1-166 0,2-2-372 0,1 0 165 16</inkml:trace>
          <inkml:trace contextRef="#ctx0" brushRef="#br1" timeOffset="-563256.7189">-6886 1444 160 0,'0'0'262'0,"0"0"-24"0,8-10-19 0,-8 10-24 16,4-5-16-16,-2 2-20 0,-2 3-28 0,4-6-32 0,-4 6-37 15,3-7-60-15,-3 7-67 0,2-7-65 16,-2 7-123-16,-2-7-272 0,2 7 121 0</inkml:trace>
          <inkml:trace contextRef="#ctx0" brushRef="#br1" timeOffset="-563459.8306">-6735 1262 81 0,'0'0'152'0,"0"0"-11"16,0 0-5-16,-2 17-6 0,2-17-14 0,0 0-10 16,-3 9-6-16,-1-4-12 0,0-3-4 0,0 2-2 0,1-1-3 15,0 0-6-15,-2 0-6 0,2 1-2 0,-1-1-5 16,4-3-4-16,-4 4-6 0,-1-2-7 0,5-2-2 15,-4 3-1-15,4-3-2 0,-6 2-8 0,6-2-1 16,0 0 0-16,-9-2-6 0,9 2 0 0,-5-4 0 16,5 4 2-16,-6-5 1 0,5 2 4 0,1 3 3 15,-6-5-3-15,4 1 3 0,2 4 1 0,-3-5-1 16,1 1 0-16,2 4-1 0,-2-7 1 0,2 7-1 16,-2-6-1-16,2 6-5 0,-2-3-7 0,2 3 1 0,0 0-2 15,-7-2-2-15,7 2-2 0,-5-1 0 16,5 1-4-16,-7 1 2 0,7-1-4 0,-8 0 3 15,8 0-3-15,-7 3-1 0,2-2 1 0,5-1-4 0,-8 3-4 16,5 0-2-16,3-3-10 0,-8 4-24 0,5-3-24 16,0 2-25-16,3-3-39 0,-6 6-29 0,2-3-200 15,1 0-381-15,0 0 169 0</inkml:trace>
          <inkml:trace contextRef="#ctx0" brushRef="#br1" timeOffset="-564350.392">-5995 1098 164 0,'0'0'163'0,"0"0"-10"0,0 0-10 16,0 0-8-16,0 0-4 0,0 0-8 0,0 0-5 15,0 0-12-15,0 0-5 0,-12 8-14 0,12-8-8 16,-6 5-1-16,3-1-14 0,0-2-3 0,0 2-9 15,-3 0-21-15,3 0-18 0,-2-1-38 0,-1 2-41 16,2-2-49-16,-1 1-151 0,-3 0-289 0,3-2 128 0</inkml:trace>
          <inkml:trace contextRef="#ctx0" brushRef="#br1" timeOffset="-562381.7688">-7028 1276 46 0,'0'0'178'0,"6"14"-11"0,-6-14 0 0,5 5-7 16,-2-2-11-16,-1 1-10 0,2-2-5 0,-1 1-4 16,-1 1-5-16,-2-4-15 0,5 4-10 0,-4 0-8 0,-1-4-12 15,4 4-7-15,-4-4-4 0,1 5-5 16,-1-5-6-16,0 0-5 0,0 0-5 0,0 0-7 15,-5 10-5-15,5-10-1 0,-4 3-5 0,4-3-6 0,-6 3-7 16,6-3-3-16,-6 2-8 0,6-2-5 0,-4 1-6 16,4-1 0-16,-6 0-5 0,6 0 8 0,0 0 0 15,-7 0-3-15,7 0-4 0,0 0 5 0,-5-3-2 16,5 3 2-16,-4-5-1 0,4 5 2 0,-2-7 4 16,0 4-4-16,2 3 0 0,-1-9-1 0,1 9 3 15,0-9-3-15,-1 3 3 0,1 6-4 0,-1-10 3 16,1 6-1-16,0 4 0 0,0-11 4 0,1 7 1 15,-1 4 2-15,0-9-5 0,0 9-1 0,1-6 0 16,-1 6-2-16,1-6 4 0,-1 6-4 0,0 0 3 16,0 0-1-16,0 0 2 0,0 0 4 0,0 0-2 15,0 0 1-15,0 0-3 0,-7-1 2 0,7 1 1 16,0 0 3-16,-9 5-1 0,5-3-2 0,-2 3 2 16,0-3-2-16,0 1 4 0,0-1-6 0,-1 1 5 15,0 0-3-15,-1 0-1 0,0 1 1 0,-1-2-2 16,2 1-1-16,0-1-9 0,-1 0 8 0,0-1 1 15,1 0 0-15,3 1 5 0,-2-1-1 0,6-1-5 0,-7 0 2 16,7 0-2-16,-7 0 3 0,7 0 1 0,-4 2-3 16,4-2 1-16,0 0-3 0,0 0 0 15,-6 1 2-15,6-1-2 0,0 0 2 0,0 0-12 0,0 0 15 16,0 0-1-16,-2 4 0 0,2-4-2 0,0 0 8 16,0 0 1-16,0 0-5 0,0 0 11 0,5 10-1 15,-2-7 1-15,-3-3 3 0,3 4-4 0,0 1 6 16,0-4-3-16,-1 3-3 0,1 0 3 0,-3-4 3 15,4 6 0-15,-1-2-5 0,0-1 3 0,-3-3 2 16,2 7 1-16,0-4 0 0,-2-3 1 0,2 8 1 16,-1-5 0-16,-1-3 2 0,2 7 6 0,-2-7-1 15,-1 5-2-15,1-5 3 0,0 0-2 0,-2 7 5 16,2-7-6-16,-4 7 3 0,2-4-8 0,-3-1-3 0,1 0 5 16,0 1-3-16,-2 0-5 0,-1-1 4 15,2 0-2-15,-4 0-5 0,2-1 6 0,-1 1-8 16,1 0 4-16,-2 0-3 0,1-2-1 0,-1 1 2 0,2 0-2 15,-2 0-1-15,3-1-1 0,-1-2-2 0,0 2 0 16,-1-2 1-16,1-1-5 0,0 1 4 0,-1 1-5 16,2-3 4-16,0 2-4 0,0-3 2 0,0 0-3 15,0 2 0-15,2-3-1 0,-1 0-1 0,0 1 3 16,2-1-1-16,1 1-1 0,1-1 1 0,-1 0-4 16,1-2-1-16,2 1-11 0,-1-1-6 0,0 8-11 15,2-11-11-15,0 5-20 0,-1 2-29 0,1-2-32 16,-1 1-32-16,3-2-24 0,-1 1-34 0,-2 2-179 15,1-2-425-15,0 2 189 0</inkml:trace>
          <inkml:trace contextRef="#ctx0" brushRef="#br1" timeOffset="-562194.2719">-7296 1227 137 0,'3'-4'264'0,"-3"4"-12"0,0 0-5 0,4-2-20 0,-4 2-11 16,0 0-19-16,0 0-22 0,3-4-18 0,-3 4-14 16,0 0-19-16,0 0-14 0,0 0-34 0,0 0-41 15,0 0-57-15,0 0-66 0,0 0-69 0,0 0-193 16,0 0-377-16,0 0 168 0</inkml:trace>
          <inkml:trace contextRef="#ctx0" brushRef="#br1" timeOffset="-568912.5564">-5302 1140 26 0,'0'0'224'0,"0"0"-8"15,0 0-10-15,-1 16-8 0,1-16-4 0,-1 10-14 0,0-5-14 16,1-5-6-16,-1 12-12 0,0-3-6 0,0-2-10 16,0 1-10-16,0 2-11 0,-1-2-13 0,1 1-8 15,-1 0-10-15,-1 0-6 0,3 0-9 0,-1-1-20 16,-2-1-22-16,2 2-49 0,0-1-62 0,-1-2-39 16,1-2-49-16,-3 3-205 0,2-2-412 0,-1-3 182 15</inkml:trace>
          <inkml:trace contextRef="#ctx0" brushRef="#br1" timeOffset="-568646.9383">-5395 1282 111 0,'0'0'211'0,"0"0"-8"0,0 0-16 0,0 0-13 16,0 0-12-16,0 0-8 0,0 0-8 0,0 0-5 15,0 23-1-15,0-18-5 0,-2 0-11 0,0 1-8 16,0 1 0-16,-1 0-11 0,-1 2-5 0,1-1-10 16,-2-1-2-16,-2 3-12 0,1-2-4 0,0-1-11 15,0 0-4-15,-1-2-6 0,0 0-6 0,-2 1-4 16,0 0-11-16,1-1-16 0,1-3-20 0,0 1-21 16,-1-1-30-16,2-2-35 0,-1 0-37 0,2 0-30 15,-1-3-46-15,2 1-175 0,4 2-411 0,-6-7 183 16</inkml:trace>
          <inkml:trace contextRef="#ctx0" brushRef="#br1" timeOffset="-568412.5948">-5438 1213 208 0,'5'-6'263'0,"-3"4"-16"0,-2 2-14 0,3-6-17 16,-3 6-21-16,2-3-16 0,-2 3-20 0,0 0-18 15,3-4-17-15,-3 4-19 0,0 0-30 0,0 0-38 16,0 0-41-16,0 0-43 0,0 0-53 0,0 0-59 16,-15 9-153-16,9-4-338 0,1-1 149 0</inkml:trace>
          <inkml:trace contextRef="#ctx0" brushRef="#br1" timeOffset="-568146.9735">-5628 1293 1 0,'0'0'221'0,"0"0"-8"0,3 9-6 15,-3-9-5-15,2 7-2 0,-1-4-14 0,-1-3-9 0,0 9-8 16,0-9-11-16,-1 9-9 0,1-3-6 0,0-6-6 16,-3 11-8-16,1-4-10 0,-2 0-9 0,1 0-6 15,0-1-12-15,-3 0-6 0,2 0-1 0,-2 0-16 16,1 0-2-16,-1-3-11 0,-3 1-11 0,2 0-28 16,-3 0-46-16,3-1-67 0,-1-2-80 0,1 0-78 15,0-1-178-15,0-1-467 0,1-3 208 0</inkml:trace>
          <inkml:trace contextRef="#ctx0" brushRef="#br1" timeOffset="-567193.934">-5679 1074 5 0,'0'0'194'16,"0"0"-10"-16,0 0-16 0,0 0-19 0,-12 8-6 0,8-6-18 16,0 1-15-16,0-2-28 0,-2 2-32 0,0 0-59 15,1-3-60-15,-1 2-120 0,2-1-205 0,-1 0 91 16</inkml:trace>
          <inkml:trace contextRef="#ctx0" brushRef="#br1" timeOffset="-567740.7542">-5742 1168 161 0,'7'3'206'0,"-7"-3"-5"0,0 0-15 16,4 5-12-16,-4-5-12 0,3 5-4 0,-3-5-10 15,2 7-13-15,-1-3-4 0,-1-4-9 0,2 7-9 16,-1-1-12-16,0-1-13 0,-1-5 2 0,1 12-10 16,-1-8-3-16,0-4-3 0,-2 11-8 0,1-6-3 15,1-5-8-15,-1 10-4 0,-1-5 0 0,0-1-5 16,0 1-1-16,2-5-5 0,-4 7-5 0,1-4 1 15,0 1-9-15,-2-1-1 0,1 0-1 0,0-1-2 16,0 1-4-16,4-3 1 0,-10 3-5 0,4-1 4 16,0 0-5-16,-1-1-5 0,-1-1 1 0,1 1 0 15,-2-2-1-15,2 0 0 0,-1 0-3 0,1 0 2 16,-4 0-7-16,3-1 4 0,0-1-2 0,0 0 0 16,1-1-6-16,0 0 0 0,1 1-6 0,1-1-4 0,1 1-5 15,0-2-2-15,1 0-13 0,0 2 0 0,3 3-18 16,-2-10-17-16,2 10-22 0,3-12-20 15,-3 4-48-15,3 1-30 0,1 0-206 0,-1 0-425 0,1-2 188 16</inkml:trace>
          <inkml:trace contextRef="#ctx0" brushRef="#br1" timeOffset="-566287.7346">-6044 1195 102 0,'0'0'169'0,"0"0"-5"16,0 0-11-16,0 0-14 0,0 0-6 0,0 0-5 16,0 0-10-16,0 0-8 0,4 18 2 0,-3-13 0 15,1 0-12-15,-1 0-4 0,0 1-6 0,1-1-12 16,0 2-5-16,-1-1-8 0,-1-1-6 0,1 2-1 16,-1-1-4-16,0-6-5 0,-2 11-4 0,0-4-7 15,0-1-1-15,-1-1-4 0,0-1-3 0,-2 0-2 16,1 0-8-16,-2 0-1 0,2-2-13 0,-2 1-10 15,-1 0-3-15,1-2-12 0,-1 1-8 0,1-1-4 16,1-1 2-16,-3 0-3 0,2-3 1 0,6 3 6 16,-10-1 4-16,5 0 2 0,1-1 2 0,4 2 4 0,-7-3 5 15,7 3 4-15,-7-1 2 0,7 1-5 0,-4-1 14 16,4 1 3-16,0 0 3 0,0 0-2 16,-6-3 0-16,6 3 5 0,0 0 3 0,0 0 4 0,0 0 0 15,0 0 1-15,0 0-2 0,0 0 3 0,0 0 0 16,0 0 6-16,6 17-1 0,-6-17 2 0,2 8-2 15,-1-4 1-15,-1-4-2 0,-1 10-1 0,0-5 0 16,0 0 3-16,-2 0-1 0,-1 1-4 0,0 1-1 16,-1-2-2-16,0 2-1 0,0-2-5 0,0 0 0 15,-1 0-2-15,1 0-5 0,0 0-11 0,-1-2-16 16,0-2-20-16,2 4-23 0,-1-4-35 0,1 1-34 16,4-2-24-16,0 0-43 0,-9-2-157 0,9 2-383 15,-5-4 169-15</inkml:trace>
        </inkml:traceGroup>
        <inkml:traceGroup>
          <inkml:annotationXML>
            <emma:emma xmlns:emma="http://www.w3.org/2003/04/emma" version="1.0">
              <emma:interpretation id="{C5B494D8-663D-4513-A484-6227774809C8}" emma:medium="tactile" emma:mode="ink">
                <msink:context xmlns:msink="http://schemas.microsoft.com/ink/2010/main" type="inkWord" rotatedBoundingBox="7106,2272 5427,2276 5426,1846 7105,1841"/>
              </emma:interpretation>
            </emma:emma>
          </inkml:annotationXML>
          <inkml:trace contextRef="#ctx0" brushRef="#br1" timeOffset="-505854.5312">-8635 1153 13 0,'0'0'175'0,"0"0"-11"0,0 0-9 16,0 0-4-16,0 0-1 0,0 0-7 0,0 0-4 16,0 0-12-16,0 0-7 0,-2 21-12 0,2-21-11 15,-1 9-1-15,0-5-1 0,1-4-7 0,-1 9-4 16,0-3-4-16,1-6-9 0,0 11-5 0,0-5-9 16,0 0-3-16,0 0-9 0,0 0-1 0,0-6-7 15,0 12-3-15,0-6-14 0,0-6-23 0,-2 12-22 16,2-6-30-16,0-1-22 0,0-5-36 0,-1 10-18 15,1-10-33-15,-1 8-144 0,1-8-333 0,-3 7 148 16</inkml:trace>
          <inkml:trace contextRef="#ctx0" brushRef="#br1" timeOffset="-504776.4951">-8695 1239 25 0,'3'8'141'0,"-3"-8"-15"16,0 0 2-16,0 0-11 0,1 5-4 0,-1-5-6 15,0 0-6-15,0 0-6 0,0 0-7 0,-5 9-3 0,5-9-10 16,-1 5-9-16,1-5-3 0,-3 3-8 16,3-3-3-16,-5 3-5 0,5-3-3 0,-2 4-6 15,2-4-4-15,-5 2-4 0,5-2-7 0,-6 1-6 0,6-1-3 16,-5 0-2-16,5 0-7 0,0 0 1 0,-7-1-2 16,7 1-4-16,0 0 4 0,-6-5-5 0,3 2 1 15,3 3-3-15,-3-6 5 0,3 6 0 0,-1-5 3 16,1 5-6-16,0 0 1 0,0-11-5 0,0 11 1 15,0-5 3-15,0 5 8 0,0 0-1 0,0 0 6 16,1-6-6-16,-1 6 2 0,0 0 3 0,0 0-7 16,0 0 4-16,1-5 0 0,-1 5 3 0,0 0-8 15,0 0 2-15,0 0 2 0,0 0 0 0,0 0-4 16,0 0-2-16,0 0 3 0,0 0-1 0,0 0 1 16,0 0-1-16,0 0 2 0,0 18-1 0,0-18-2 15,0 0 1-15,-2 7 2 0,2-7 1 0,-4 4 0 16,2-1-8-16,2-3 4 0,-6 3 2 0,3-1-3 0,3-2-1 15,-6 4 2-15,3-4-15 0,3 0 7 16,-6 3-8-16,6-3 0 0,-8 0 5 0,8 0-5 16,-8 0 5-16,8 0 5 0,-9-3-2 0,7 2 1 0,2 1 1 15,-7-5-1-15,4 2-1 0,3 3 3 0,-4-5 0 16,4 5 4-16,-1-6 5 0,1 6 6 0,-2-7-4 16,2 7 2-16,0 0 4 0,1-7 5 0,-1 7 11 15,0 0-10-15,-1-7 15 0,1 7 0 0,0 0 2 16,0 0-3-16,2-7 3 0,-2 7-8 0,0 0-3 15,0 0-4-15,0 0 0 0,0 0-2 0,0 0-2 16,0 0-1-16,0 0-1 0,0 0-2 0,0 0-1 16,0 0-2-16,0 0 2 0,0 0-5 0,0 0 0 15,0 0-2-15,0 0 1 0,-7 16 0 0,7-16-1 16,-3 5-4-16,3-5-1 0,-5 3-5 0,5-3-11 16,-4 3 4-16,4-3-3 0,-5 1-4 0,5-1 1 15,-5 1-3-15,5-1-4 0,0 0-6 0,-10-2 3 0,10 2 6 16,-7-2-5-16,3 0 2 0,4 2 3 0,-4-4 7 15,4 4-10-15,-5-5 9 0,5 5 2 16,-4-5-1-16,4 5 3 0,-2-5 8 0,2 5 4 0,-3-3 3 16,3 3 4-16,0 0 7 0,-1-5-3 0,1 5 3 15,0 0 7-15,0 0 2 0,0 0-1 0,0 0 3 16,0 0-1-16,0 0-4 0,0 0 1 0,0 0 1 16,-2-7 3-16,2 7-2 0,0 0 0 0,0 0-5 15,0 0 2-15,0 0 1 0,0 0 4 0,0 0-2 16,0 0-2-16,0 0 5 0,0 0-3 0,0 0-5 15,0 0 5-15,0 0-4 0,0 0 1 0,0 0 2 16,0 0 2-16,0 0-10 0,-1 17 6 0,1-17-2 16,0 0 1-16,-1 8-4 0,-1-4 4 0,2-4 0 15,-2 5 0-15,2-5 1 0,-1 7-1 0,1-7-1 16,-4 4 0-16,2 1-5 0,2-5 2 0,-4 4 0 16,4-4-1-16,-6 5-1 0,6-5 1 0,-5 3-3 0,1-1-3 15,4-2 3-15,-8 2 0 0,3-1-2 0,0 0-2 16,-1-2-1-16,-2 1-4 0,2 0 2 0,-2 1 1 15,0-1-2-15,-2-2 0 0,0 0-1 0,-2-1 1 16,1-1-3-16,1 0-2 0,0 1 0 0,0-2-4 16,2 2-1-16,1-1 1 0,1 0-10 0,0 0 0 15,2 1-9-15,0-1-8 0,2 1-5 0,2 3-14 16,-4-8-21-16,4 8-19 0,0-8-20 0,0 8-16 16,3-8-31-16,-1 2-22 0,-2 6-166 0,3-8-374 15,0 4 166-15</inkml:trace>
          <inkml:trace contextRef="#ctx0" brushRef="#br1" timeOffset="-504557.747">-8948 1127 14 0,'0'0'166'0,"0"0"-7"0,0 0-15 16,0 0-10-16,0 0-17 0,0 0-12 0,0 0-10 16,-18 7-16-16,12-6-16 0,-1 0-22 0,1 0-41 15,1-1-45-15,-1 0-134 0,0 2-194 0,6-2 87 16</inkml:trace>
          <inkml:trace contextRef="#ctx0" brushRef="#br1" timeOffset="-504089.0309">-9166 1323 228 0,'0'0'270'0,"0"0"-8"0,0 0-13 15,0 0-9-15,0 0-18 0,0 0-15 0,5-9-19 16,-5 9-19-16,0 0-17 0,0 0-17 0,3-4-21 15,-3 4-17-15,0 0-39 0,0 0-48 0,0 0-66 16,0 0-64-16,0 0-86 0,0 0-165 0,0 0-399 16,0 0 176-16</inkml:trace>
          <inkml:trace contextRef="#ctx0" brushRef="#br1" timeOffset="-561022.4919">-7495 1139 63 0,'0'0'256'15,"0"0"-10"-15,3-7-15 0,-3 7-17 0,3-4-18 16,-3 4-19-16,2-5-20 0,-2 5-17 0,0 0-11 16,0 0-22-16,0 0-30 0,0 0-40 0,0 0-49 15,0 0-52-15,0 0-60 0,-8-6-181 0,8 6-331 16,-7 0 146-16</inkml:trace>
          <inkml:trace contextRef="#ctx0" brushRef="#br1" timeOffset="-561272.4748">-7533 1254 109 0,'0'0'166'0,"0"0"-8"16,0 0-17-16,0 0-6 0,0 0-15 0,0 0-3 0,0 0-7 15,0 0-9-15,0 0-8 0,6 13-4 0,-6-13-12 16,1 6-1-16,-1-6-7 0,0 0-5 16,0 8-9-16,0-8-7 0,-2 7 2 0,2-7-9 0,-3 6-9 15,3-6 7-15,-3 6-4 0,0-3-4 0,3-3-3 16,-5 5-5-16,2-3-4 0,-1 0-2 0,-1 0-11 16,-1-1 0-16,0 0-8 0,-1 1-9 0,0-1-1 15,0-1-8-15,0 1-2 0,2-1-1 0,-2 0-1 16,0-1 0-16,7 1-2 0,-8 0 7 0,8 0-2 15,-7-1 3-15,3 0 2 0,4 1 5 0,-6-2 5 16,6 2 2-16,-6-3 4 0,6 3 11 0,-3-2 3 16,3 2 6-16,-5-2 5 0,5 2 8 0,0 0-5 15,0 0 4-15,0 0 0 0,-5-2-1 0,5 2 0 0,0 0 2 16,0 0-2-16,0 0-3 0,0 0-3 16,0 0 6-16,0 0 6 0,0 0 1 0,0 0 11 15,-2 10 4-15,2-10-3 0,0 8-1 0,-1-2 3 0,1-6-2 16,-1 9-3-16,0-2 9 0,0-1-7 0,0 1-5 15,-1-2 0-15,0 1-4 0,1-1-4 0,-1 0-4 16,-1 1-5-16,1-1-1 0,-1-1-1 16,-1 2-6-16,0-2 1 0,-1 0-6 0,1 0-5 0,-3 0-6 15,1-1-2-15,-2-1-6 0,0 1-7 0,2-2-9 16,-2 0-1-16,1 0-11 0,1 0-13 0,-2-2-9 16,8 1-17-16,-10-1-20 0,6-1-40 0,4 2-37 15,-5-6-39-15,3 3-160 0,2 3-397 0,0-10 175 16</inkml:trace>
          <inkml:trace contextRef="#ctx0" brushRef="#br1" timeOffset="-560803.7635">-7675 1190 261 0,'0'0'252'0,"0"0"-17"16,6-9-15-16,-6 9-19 0,0 0-22 16,4-4-22-16,-4 4-13 0,0 0-14 0,0 0-23 15,0 0-34-15,0 0-35 0,0 0-46 0,0 0-59 0,0 0-63 16,0 0-169-16,0 0-324 0,0 0 144 0</inkml:trace>
          <inkml:trace contextRef="#ctx0" brushRef="#br1" timeOffset="-560506.905">-7848 1210 150 0,'0'0'170'0,"0"0"-2"0,0 0-6 15,0 0-3-15,0 0-2 0,0 0-2 0,0 0-9 0,10 12-7 16,-8-7-10-16,0 0-4 0,1-2-13 16,0 1 1-16,0 1 1 0,2 0 3 0,-3-1-5 15,1 1-9-15,-1-2-9 0,0 2-8 0,-2-5-2 16,2 6-6-16,-2-6-5 0,0 0-6 0,-3 8-10 0,3-8-1 16,-6 5-10-16,2-2-3 0,-3-1-16 0,1-1-23 15,-2 2-38-15,0-1-43 0,0-1-45 16,1-1-50-16,-1 1-45 0,-1-1-187 0,2 0-438 0,0-1 193 15</inkml:trace>
          <inkml:trace contextRef="#ctx0" brushRef="#br1" timeOffset="-559600.7315">-7925 998 170 0,'0'0'190'0,"0"0"-7"0,0 0-8 0,0 0-17 15,0 0-8-15,-12 16-13 0,7-12-14 0,-1 2-9 16,0 0-12-16,0 0-8 0,-3 3-8 0,1-1-11 15,-1 1-17-15,0-1-29 0,0 0-37 0,0 2-54 16,0-4-28-16,0 3-191 0,0 0-305 0,-1 0 136 16</inkml:trace>
          <inkml:trace contextRef="#ctx0" brushRef="#br1" timeOffset="-556241.5756">-7932 1417 104 0,'0'0'127'0,"0"0"-6"15,0 0-10-15,0 0-7 0,0 0-20 0,0 0 5 16,-16-8-10-16,12 7-9 0,4 1-25 0,-8-2-36 15,4 0-56-15,-4-1-103 0,1 1-162 0,2-1 72 16</inkml:trace>
          <inkml:trace contextRef="#ctx0" brushRef="#br1" timeOffset="-559850.7176">-7962 1229 24 0,'0'0'182'16,"0"0"-11"-16,0 0-6 0,0 0-11 0,0 0-4 16,0 0-11-16,0 0-6 0,5 10-8 0,-5-10-9 15,0 6-8-15,0-6-9 0,0 0-6 0,-1 8-10 16,1-8-7-16,0 0-8 0,-2 11-5 0,2-11-8 0,-3 6-4 16,2-3-4-16,1-3-7 0,-3 5-4 15,3-5-1-15,-3 4-9 0,3-4-5 0,-4 3-6 16,4-3-7-16,0 0-9 0,-7 2-9 0,7-2 1 0,-5-1-10 15,5 1-7-15,0 0 1 0,-10-3-3 0,7 0 2 16,-1 1 5-16,0-3-5 0,1 2 1 0,-1-1 2 16,1 0 1-16,1 0 4 0,-1-1 1 0,0-1 8 15,2 1-7-15,-2-2 5 0,3 7 1 0,-2-9 2 16,1 5-1-16,1 4 8 0,-2-11 6 0,2 11 7 16,0-9 7-16,0 4 7 0,0 5 7 0,0 0 3 15,0-9 6-15,0 9 3 0,0-5 1 0,0 5 3 16,0 0 0-16,0-7-8 0,0 7 5 0,0 0-4 15,0 0 2-15,2-5-8 0,-2 5-1 0,0 0-2 16,0 0-2-16,0 0-3 0,0 0 6 0,0 0-1 16,0 0-1-16,0 0 1 0,0 0 1 0,0 0-2 15,0 0 1-15,0 0 2 0,0 0-3 0,0 0 0 16,0 0 7-16,0 0-5 0,0 0 0 0,3 17-5 0,-3-17 3 16,-2 7-1-16,2-7 2 0,0 6-4 15,0-6-2-15,0 7-6 0,0-7 1 0,-1 9-3 16,1-9-1-16,0 9-4 0,0-4 0 0,0-5-2 0,0 10 2 15,0-5-2-15,0-5 0 0,-2 9-2 0,1-5-2 16,-1 1 1-16,0-1 0 0,-1 1 0 0,0-2-8 16,-2 2 6-16,0 0 1 0,0-1-5 0,0-1 2 15,-1 0-3-15,-1-1 4 0,1 0-3 0,0 1 0 16,0-2 0-16,-3 0-1 0,2 0 3 0,-3 0-1 16,-1-3-3-16,-1 1 5 0,-1 0-5 0,0 0-3 15,-3-1 1-15,3 0 1 0,-4-1-1 0,3-1 0 16,3 1-2-16,0 1-2 0,2-2-1 0,-1-2-6 15,2 2-8-15,2-1-9 0,3 0-19 0,1-1-26 16,0 2-42-16,1-4-59 0,2-2-53 0,3 1-236 16,2-2-502-16,0 1 222 0</inkml:trace>
          <inkml:trace contextRef="#ctx0" brushRef="#br1" timeOffset="-559288.2291">-7957 1406 70 0,'0'0'191'0,"-4"7"-12"0,4-7-11 15,0 0-18-15,0 0-13 0,-9-1-11 0,9 1-13 16,-5-1-11-16,5 1-9 0,-7-1-20 0,7 1-28 16,-8-5-33-16,4 3-47 0,4 2-69 0,-7-8-116 15,2 4-239-15,3-3 106 0</inkml:trace>
          <inkml:trace contextRef="#ctx0" brushRef="#br1" timeOffset="-558194.5878">-8345 1137 63 0,'0'0'198'0,"0"0"-19"0,0 0-11 16,0 0-18-16,0 0-8 0,-13-1-18 0,13 1-16 16,-12 0-7-16,6 1-17 0,0 1-21 0,-1-1-35 15,0 0-37-15,2 0-42 0,-2-1-57 16,-1 1-99-16,1-1-224 0,1 0 99 0</inkml:trace>
          <inkml:trace contextRef="#ctx0" brushRef="#br1" timeOffset="-558428.947">-8369 1226 101 0,'0'0'154'15,"0"0"-17"-15,0 0-12 0,0 0-5 0,0 0-7 0,0 0-5 16,2 21-10-16,-2-21-15 0,1 7-4 0,0-3-8 16,-1-4 1-16,0 8-7 0,0-8 0 15,-3 7-9-15,2-4-1 0,1-3-9 0,-5 7-5 0,3-4-3 16,-2-1-1-16,4-2-4 0,-7 3-4 0,4-1-5 16,-1-1-3-16,-2 0-12 0,6-1-2 0,-10 2-12 15,5-2 4-15,-2 0-7 0,7 0 2 0,-8-1 3 16,3 0-1-16,1-1-1 0,4 2 6 0,-7-2-5 15,3 1 6-15,4 1-2 0,-6-3 14 0,6 3-3 16,-5-3 10-16,5 3 0 0,-5-2 2 0,5 2 10 16,0 0 1-16,-5-3 6 0,5 3-4 0,0 0-3 15,0 0 2-15,-3-3-6 0,3 3-1 0,0 0-1 16,0 0 2-16,0 0 6 0,0 0-3 0,0 0 2 0,0 0 3 16,0 0 8-16,0 0-1 0,5 17 3 15,-5-17-1-15,1 10 2 0,-1-5 0 0,-1 2-3 16,-1 0-3-16,0 1-4 0,0 0-2 0,-1 0-4 15,0-1-5-15,-1-1 2 0,-1 1-7 0,2-1 0 0,-1 0 1 16,-2 0-6-16,1-1-3 0,-1 0 1 0,0-1-10 16,0-1-8-16,1 0-10 0,0 0-15 0,-1-1-22 15,-1 0-18-15,1-1-26 0,2 0-23 0,4-1-27 16,-9-1-35-16,9 1-198 0,-5-4-406 0,1 1 180 16</inkml:trace>
        </inkml:traceGroup>
        <inkml:traceGroup>
          <inkml:annotationXML>
            <emma:emma xmlns:emma="http://www.w3.org/2003/04/emma" version="1.0">
              <emma:interpretation id="{2BB3A3F9-D83D-45B5-A583-09908A778EDB}" emma:medium="tactile" emma:mode="ink">
                <msink:context xmlns:msink="http://schemas.microsoft.com/ink/2010/main" type="inkWord" rotatedBoundingBox="5310,2270 3820,2274 3819,1871 5309,1867"/>
              </emma:interpretation>
              <emma:one-of disjunction-type="recognition" id="oneOf55">
                <emma:interpretation id="interp67" emma:lang="" emma:confidence="1">
                  <emma:literal/>
                </emma:interpretation>
              </emma:one-of>
            </emma:emma>
          </inkml:annotationXML>
          <inkml:trace contextRef="#ctx0" brushRef="#br1" timeOffset="-554429.2219">-9367 1258 7 0,'0'0'206'0,"0"0"-17"0,0 0-13 0,0 0-13 16,0 0-18-16,0 0-7 0,8-6-14 0,-8 6-8 15,5-2-9-15,0 1-10 0,-5 1-7 0,6 0-10 16,-6 0-5-16,5 0-12 0,-5 0-4 0,0 0-5 16,6 0-5-16,-6 0-4 0,5 3-10 0,-5-3 1 15,0 0-5-15,3 2 0 0,-3-2-7 0,2 4 0 0,-2-4-3 16,1 4-6-16,-1-4-2 0,0 0-8 15,2 8-6-15,-2-8-2 0,1 6-7 0,-1-6 0 16,1 6-5-16,-1-6-2 0,0 0 0 0,0 8-6 0,0-8 1 16,1 4-4-16,-1-4 0 0,0 0 6 0,2 6 0 15,-2-6 2-15,0 0-2 0,0 5 1 0,0-5 4 16,0 0-1-16,2 4-5 0,-2-4 5 0,3 3 0 16,-3-3 5-16,3 3-6 0,-3-3 2 0,4 2 5 15,-4-2-2-15,5 2 6 0,-5-2 3 0,5 4-4 16,-5-4 6-16,5 1-5 0,-5-1 4 0,0 0-2 15,4 4 6-15,-4-4 2 0,0 0-1 0,0 0 7 16,0 0-3-16,0 0 2 0,0 0-1 0,0 0-2 16,0 0 0-16,0 0-7 0,0 0 4 0,0 0 2 15,-21-4-4-15,15 3 2 0,-3-1 0 0,1-1-4 16,1 1 0-16,-4 0 6 0,0 0-1 0,0-1-3 16,-1 0-1-16,1 0 2 0,3 0-1 0,-2 1-2 15,2-1 4-15,1 1-7 0,1 0 4 0,0-1-5 0,1 1-3 16,1 0 0-16,4 2 3 0,-6-6 4 0,3 4-1 15,3 2 1-15,-4-6 6 0,4 6 2 16,-3-6 5-16,3 6 7 0,-3-5 11 0,3 5 4 0,-2-4 9 16,2 4-1-16,0 0 5 0,0 0 3 0,-1-7-1 15,1 7-6-15,0 0-4 0,0 0-1 0,0 0-5 16,0 0-1-16,0 0-1 0,0 0-2 0,0 0-4 16,0 0 0-16,0 0-2 0,0 0-1 0,0 0-4 15,4 18 1-15,-4-18-2 0,2 7-5 0,-2-2 8 16,0-5-4-16,0 9 1 0,0-9-2 0,0 9-1 15,0-5 1-15,0-4-1 0,-4 11-2 0,1-7-3 16,-1 0 5-16,0 0-6 0,1 1 1 0,-3-1 0 16,0 0-2-16,2-2-8 0,-4 1-6 0,4 0-18 15,0-1-14-15,-3-1-29 0,3 0-32 0,4-1-29 16,-8 2-41-16,8-2-198 0,-6-2-398 0,6 2 176 16</inkml:trace>
          <inkml:trace contextRef="#ctx0" brushRef="#br1" timeOffset="-554179.2265">-9318 1125 180 0,'4'-2'241'16,"-4"2"-15"-16,0 0-18 0,4-3-16 0,-4 3-25 16,0 0-13-16,0 0-18 0,2-4-13 0,-2 4-13 15,0 0-15-15,0 0-24 0,0 0-35 0,0 0-34 16,0 0-49-16,0 0-51 0,0 0-202 0,0 0-324 16,0 0 144-16</inkml:trace>
          <inkml:trace contextRef="#ctx0" brushRef="#br1" timeOffset="-553835.5311">-9657 1131 220 0,'0'0'230'16,"0"0"-13"-16,0 0-20 0,0 0-13 0,0 0-7 16,0 0-9-16,0 0-1 0,0 0-3 0,1 15-13 15,-1-10-12-15,2 2-15 0,-2 1-3 0,0 0-12 16,0-1-8-16,0 2-11 0,-2 0-4 0,2 0-11 15,0 0-11-15,0 0-3 0,-2-1-8 0,1 1-12 16,1-2-16-16,-2 1-29 0,2-2-28 0,-2 0-41 16,0-1-38-16,-1-1-43 0,2 1-35 0,-2-1-212 0,-1-1-433 15,1 0 192-15</inkml:trace>
          <inkml:trace contextRef="#ctx0" brushRef="#br1" timeOffset="-553179.314">-9752 1420 173 0,'0'0'220'0,"0"0"-21"16,0 0-17-16,0 0-19 0,0 0-3 0,0 0-9 16,0 0-11-16,0 0-15 0,-12 7-11 0,7-7-10 15,5 0-12-15,-10-1-9 0,4 0-16 0,-2 1-19 16,1-1-45-16,3-1-50 0,0 0-65 0,-1 0-200 16,2-1-336-16,3 3 150 0</inkml:trace>
          <inkml:trace contextRef="#ctx0" brushRef="#br1" timeOffset="-553429.2923">-9766 1264 92 0,'0'0'175'0,"0"0"-9"0,0 0-10 16,0 0-10-16,0 0-11 0,0 0-6 0,0 0-15 15,0 0-8-15,0 0-13 0,0 0-2 0,0 0-10 16,4 17-5-16,-4-17-4 0,0 0-15 0,-3 10 1 15,3-10-4-15,-2 6-8 0,2-6 1 0,-3 6-5 16,2-3-7-16,1-3 0 0,-5 6-9 0,3-4 3 16,-2 1-3-16,4-3-2 0,-5 3-5 0,1-1-1 15,4-2-3-15,-7 2 2 0,2-2-3 0,5 0 1 0,-6 0-3 16,6 0-3-16,-9-1-2 0,9 1-1 16,-5-4 0-16,1 1 1 0,4 3-1 0,-5-5 3 15,3 0 6-15,2 5 2 0,0-9 5 0,0 9 1 0,0-10 0 16,1 1 8-16,0 2 2 0,0-2-2 0,1 1-3 15,1-1-1-15,1-2-5 0,-2-1 2 0,1 2-7 16,0-1 1-16,0 2-5 0,-1 0-1 0,0 1-5 16,-1 0 0-16,1 4-9 0,-1-1-16 0,-1 5-19 15,2-6-32-15,-2 6-31 0,0 0-27 0,0 0-25 16,0 0-204-16,0 0-386 0,0 0 170 0</inkml:trace>
          <inkml:trace contextRef="#ctx0" brushRef="#br1" timeOffset="-551132.5989">-10477 1217 56 0,'0'0'172'0,"0"0"4"0,0 0-10 0,0 0-5 0,-5 5-13 16,5-5-3-16,0 0-11 0,0 0-6 0,3 9-10 15,-3-9-7-15,0 0-10 0,3 8-5 0,-2-5 1 16,-1-3-7-16,4 7-7 0,-1-3 0 0,0 0-6 16,0 0-6-16,0 1-7 0,0 0-3 0,-1 0-1 15,-1-2-6-15,-1-3-2 0,2 9-4 0,-2-4-2 16,0-5-6-16,-2 7-1 0,2-7-1 0,-5 9-7 16,1-6-3-16,-1 0-5 0,-1 1-3 0,0-1-8 15,-1 1-18-15,0-2-26 0,0 0-34 0,-1 0-49 16,2-2-53-16,0 0-42 0,-2 0-162 0,1 0-403 15,2-2 178-15</inkml:trace>
          <inkml:trace contextRef="#ctx0" brushRef="#br1" timeOffset="-552179.4014">-9983 1268 64 0,'-5'4'186'0,"5"-4"-17"16,0 0-9-16,0 0-19 0,0 0-10 0,0 0-12 15,0 0-8-15,1 7-12 0,-1-7-12 0,0 0 0 16,0 0-11-16,2 12-9 0,-2-12-5 0,2 4-7 16,-2-4-4-16,0 0-7 0,-2 9-2 0,2-9-3 0,0 0-7 15,0 8 0-15,0-8-6 0,-3 4 3 16,3-4-3-16,-3 5-5 0,3-5-1 0,-3 3-2 16,3-3-2-16,-4 2-2 0,4-2-5 0,0 0-5 0,-5 1 0 15,5-1-2-15,0 0-7 0,-7-7 3 0,7 7-2 16,-5-5 3-16,3 0-7 0,-1 1 5 0,-2-2-5 15,2 2 0-15,-1-1 5 0,1-3 1 0,0 4-3 16,1-2 4-16,-2-1-4 0,2 2 8 0,-2-1 6 16,2 3 6-16,2 3 2 0,-3-11 3 0,2 7 0 15,1 4 8-15,-3-8 6 0,3 8 4 0,-1-7 3 16,1 7 0-16,-2-4 0 0,2 4-4 0,0 0-4 16,0 0-1-16,-3-5-2 0,3 5-5 0,0 0 3 15,0 0-7-15,0 0 3 0,0 0 0 0,0 0 0 0,0 0 1 16,0 0-4-16,0 0-1 0,0 0-3 0,-5 12 0 15,5-12 0-15,-1 7-4 0,1-7-2 16,0 7 2-16,0-7-2 0,-1 9-2 0,1-9 0 16,-2 7-2-16,2-7-2 0,2 9 1 0,-2-9 1 0,-2 8-4 15,2-8 3-15,0 6-3 0,0-6 2 0,-3 8-1 16,2-4 1-16,1-4-1 0,-6 6 1 0,2-4-3 16,1 2 2-16,-2-2 0 0,1 1-7 0,-1 0 7 15,1-1-1-15,-2 1 1 0,-1-3 0 0,-1 2-1 16,0 0-2-16,-3-1 1 0,0 1 0 0,-1-3-1 15,0 1 1-15,-1-1-1 0,0 1 1 0,0-1-2 16,1-1 3-16,-5 0-1 0,4-1 0 0,2 0-3 16,0-1 4-16,3 2-2 0,2-1 0 0,1-2-12 15,1 1-17-15,2 0-26 0,0-2-31 0,0 1-34 16,3-3-38-16,0-1-45 0,1 2-167 0,1-2-398 16,1 1 177-16</inkml:trace>
          <inkml:trace contextRef="#ctx0" brushRef="#br1" timeOffset="-551632.5655">-9968 1407 163 0,'4'2'228'0,"-4"-2"-18"0,0 0-17 16,0 0-20-16,0 0-14 0,0 0-10 0,0 0-15 16,-14 2-15-16,14-2-6 0,-11-2-14 0,3 1-9 15,2 0-9-15,-2-1-26 0,0 0-38 0,-1 0-52 0,2 0-56 16,1-1-219-16,0 0-336 0,-2 1 150 15</inkml:trace>
          <inkml:trace contextRef="#ctx0" brushRef="#br1" timeOffset="-551929.4186">-9936 1024 53 0,'0'0'194'15,"3"7"-1"-15,-3-7-8 0,0 0-11 16,-8 10-9-16,3-4-10 0,0 0-10 0,-1 0-14 0,-2 3-10 16,0-1-18-16,-2 1-5 0,1 2-13 0,-1-1-5 15,-1 0-11-15,1-1-24 0,0 1-23 0,0-2-38 16,1 2-39-16,0-3-45 0,2-1-61 0,0 2-120 16,1-2-305-16,0 0 134 0</inkml:trace>
          <inkml:trace contextRef="#ctx0" brushRef="#br1" timeOffset="-549992.0581">-10686 1396 182 0,'0'0'169'0,"0"0"-8"0,0 0-12 0,0 0-11 15,0 0-3-15,0 0-12 0,-14-1-11 0,9 1-10 0,-2 1-10 16,-1-2-11-16,0 1-9 0,0 0-9 0,1 0-32 15,-1 1-35-15,3-1-51 0,0 0-68 16,5 0-115-16,-8-2-259 0,8 2 115 0</inkml:trace>
          <inkml:trace contextRef="#ctx0" brushRef="#br1" timeOffset="-550304.5366">-10619 1066 173 0,'0'0'244'0,"3"-5"-20"0,-3 5-20 0,1-5-22 16,-1 5-15-16,0 0-17 0,4-3-22 0,-4 3-24 15,0 0-32-15,0 0-38 0,0 0-43 0,0 0-51 0,0 0-56 16,0 0-134-16,0 0-271 0,0 0 121 16</inkml:trace>
          <inkml:trace contextRef="#ctx0" brushRef="#br1" timeOffset="-550523.2358">-10594 1234 163 0,'0'0'180'0,"0"0"-16"0,0 0 1 0,0 0-10 15,0 0-7-15,5 8-11 0,-5-8-9 0,1 6-11 16,-1-6-10-16,0 0-9 0,0 9-8 0,0-9-10 16,-1 7-6-16,1-7-5 0,-2 8-9 0,2-8 0 15,-2 6-8-15,0-1-6 0,2-5-3 0,-5 7-6 16,3-4-6-16,2-3-3 0,-6 5-5 0,4-3-15 15,-3 0-9-15,5-2-8 0,-7 1-15 0,3 0 4 16,4-1-2-16,-8 1-8 0,8-1-1 0,-8-2 4 16,8 2 0-16,-7-4 9 0,5 2-5 0,-1-2 6 15,3 4 4-15,-5-6 0 0,4 2 4 0,1 4-1 0,-3-7 3 16,3 7 10-16,-2-7 6 0,1 2 4 16,1 5 12-16,-1-6 3 0,1 6-3 0,-1-8 1 15,1 8-3-15,0 0 1 0,1-9 3 0,-1 9-4 0,0 0 2 16,0 0-1-16,2-7-3 0,-2 7 0 0,0 0-7 15,0 0 0-15,0 0-1 0,0 0-1 0,0 0 5 16,0 0-4-16,0 0-1 0,0 0-3 16,0 0 6-16,0 0-9 0,0 0 5 0,0 0-4 0,-4 23 0 15,1-19-1-15,2 1-2 0,-1-1 5 0,-3 1-3 16,2-2-2-16,0 2 1 0,0-1-3 0,-3-1 2 16,2 0-1-16,-2 1-2 0,0-1-5 0,0 0 5 15,0-2-7-15,-1 1-1 0,1-1 5 0,2 0-2 16,4-1-1-16,-9 0 3 0,4 0 2 0,5 0-1 15,-7-4-7-15,4 3 11 0,3 1-5 0,-5-5 11 16,5 5 1-16,-3-7 4 0,3 7 1 0,-1-9 14 16,1 9 1-16,2-10 3 0,0 4-1 0,-1-3 4 15,0 0-3-15,1-1-1 0,1 1-2 0,1-4-2 0,-1 1-1 16,1-2-5-16,-1 2-5 0,-1 3 3 16,1 1-1-16,-2 3-5 0,1 0-9 0,-2 5-13 15,1-7-34-15,-1 7-37 0,1-5-52 0,-1 5-51 0,0 0-227 16,0 0-441-16,1-7 195 0</inkml:trace>
        </inkml:traceGroup>
        <inkml:traceGroup>
          <inkml:annotationXML>
            <emma:emma xmlns:emma="http://www.w3.org/2003/04/emma" version="1.0">
              <emma:interpretation id="{7349D0A1-4966-42F4-8059-6F53A1CC113F}" emma:medium="tactile" emma:mode="ink">
                <msink:context xmlns:msink="http://schemas.microsoft.com/ink/2010/main" type="inkWord" rotatedBoundingBox="3678,2252 2823,2254 2822,1989 3677,1986"/>
              </emma:interpretation>
            </emma:emma>
          </inkml:annotationXML>
          <inkml:trace contextRef="#ctx0" brushRef="#br1" timeOffset="-548226.5628">-10954 1297 3 0,'0'0'183'0,"14"8"-17"16,-14-8-8-16,3 6-10 0,-1-3-10 0,1 0-5 0,0 1-9 15,0-1-8-15,-1 2-13 0,1-2-8 16,-1 1-10-16,0-1-4 0,-2-3-3 0,2 7-6 15,-2-7-1-15,0 6-6 0,0-6-6 0,0 0-8 0,0 0 1 16,-5 7-7-16,5-7-8 0,-3 4-3 0,3-4-3 16,-4 2-5-16,4-2-3 0,0 0-7 0,-6 0-6 15,6 0-4-15,0 0-7 0,-7-4-2 0,7 4-4 16,-6-3-1-16,6 3 1 0,-4-5-6 0,0 0-2 16,3 1 2-16,1 4-9 0,-5-7 10 0,3 2 1 15,0 1-2-15,2 4 1 0,-3-10 3 0,2 6 1 16,1 4 0-16,-2-9 2 0,1 4 5 0,1 5 4 15,-2-6-5-15,2 6 4 0,-1-6 6 0,1 6 2 0,0 0-7 16,-2-7 9-16,2 7-2 0,0 0-8 16,0 0-1-16,0 0 2 0,0 0 5 0,0 0 1 15,0 0-5-15,2-8 0 0,-2 8-1 0,0 0 0 16,0 0 2-16,0 0-2 0,0 0 3 0,0 0 2 0,0 0-2 16,0 0-1-16,-14 13-2 0,10-9 2 0,-2 0 2 15,0-1-5-15,-2 2 6 0,1-2-6 16,-1 0 2-16,1 1 3 0,-1-1-4 0,1-2-1 0,0 1 0 15,1-1-4-15,-1 0 3 0,1 1 0 0,1-2-2 16,5 0 3-16,-7 1-3 0,7-1 5 0,-7 1-2 16,7-1 0-16,-6-1-1 0,6 1 0 0,0 0-1 15,0 0 2-15,-7 1-3 0,7-1 1 0,0 0 2 16,0 0-6-16,0 0 5 0,-4 2-4 0,4-2 2 16,0 0-2-16,0 0 2 0,0 0-2 0,0 0 5 15,0 0-4-15,7 11 1 0,-7-11-2 0,4 6-3 16,-2-3 6-16,-2-3-3 0,5 6 2 0,-2-3-4 15,0 1 4-15,-1 0-5 0,0-1 5 0,-2-3 1 0,3 6 1 16,-3-6-7-16,2 5-3 0,-2-5 4 16,1 5-6-16,-1-5 5 0,0 0-4 0,0 0-1 15,-3 9-7-15,3-9-10 0,0 0 8 0,-4 2-1 0,4-2 2 16,0 0-7-16,-5 0 1 0,5 0-5 0,0 0 1 16,0 0-2-16,-11-4 2 0,7 1-10 0,4 3 21 15,-5-5-7-15,1 2 6 0,2 0 2 0,-2-1-1 16,2-1 6-16,-1 0-2 0,1 1 7 0,2 4-1 15,-4-10 0-15,4 5 2 0,-2 0 14 0,1 0 3 16,1 5-3-16,-2-8 5 0,2 8 3 0,-2-7 2 16,2 7 1-16,0 0 1 0,0-6-3 0,0 6-3 15,0 0-2-15,0 0-2 0,0 0 3 0,0 0-11 16,0 0 9-16,0 0 3 0,0 0-6 0,0 0 0 16,0 0-4-16,0 0 4 0,0 0-1 0,0 0-2 15,-11 8-4-15,11-8 3 0,-2 4-13 0,2-4 16 16,-3 4-5-16,3-4 2 0,-5 3 1 0,5-3-4 15,-6 5 3-15,3-4-2 0,-2 1-5 0,5-2-4 16,-8 1 3-16,3 1-12 0,-2 0-12 0,1-2 0 16,-2 1-12-16,3-3-3 0,-3 1 5 0,3-1-12 15,-1 1-1-15,-1-1 4 0,2-2 5 0,0 2 4 16,-1-2 2-16,2 0 1 0,0-1 0 0,0 0 3 0,0-1 0 16,2 2 11-16,-1-1 9 0,0 1 0 15,2-2 9-15,-1 1 9 0,2 5 9 0,-1-9 12 0,-1 6 3 16,2 3 9-16,-2-8 0 0,2 8 11 0,-2-5-2 15,2 5 6-15,0 0-1 0,0 0-5 0,-2-7 3 16,2 7-8-16,0 0-1 0,-1-4-1 0,1 4-2 16,0 0-1-16,0 0-5 0,0 0 1 0,0 0-1 15,0 0 3-15,0 0 4 0,0 0-1 0,0 0 2 16,0 0-2-16,0 0 0 0,-1 20-1 0,1-20-3 16,1 7-6-16,-1-7 2 0,-1 8-4 0,1-8-9 15,-2 10 2-15,1-6 2 0,-1 0-8 0,1 1 0 16,-2 1 0-16,-2-1 1 0,2-1-3 0,0-1 0 15,-4 3-6-15,2-4 1 0,-2 3-5 0,-1-2-11 16,-2 1-7-16,2-2-7 0,1 1-9 0,-1-3-8 16,1 3-3-16,-1-3-4 0,0 1-2 0,1-2 1 15,1 1-3-15,-1-2-1 0,2 1-10 0,0 0 9 0,5 1 4 16,-8-5 3-16,5 1 7 0,3 4 2 16,-4-5 1-16,2 0-2 0,-1 1 1 0,3 4 2 0,-2-9-1 15,1 4 4-15,1 5 9 0,1-7-2 0,-1 7 0 16,0-9 1-16,3 7 3 0,-3 2 8 0,0 0 0 15,3-7 8-15,-3 7 2 0,4-2 9 0,-4 2 0 16,4-2 8-16,-4 2 5 0,0 0 5 0,0 0 0 16,8 4-4-16,-8-4 8 0,4 4 5 0,-4-4-1 15,2 7-1-15,0-3-2 0,0-1 2 0,-1 1 3 16,-1-4-4-16,1 9 0 0,-1-9-2 0,-1 9-2 16,1-3-2-16,-3-1-2 0,1 1 0 0,0 0-6 15,-3 1-1-15,1-2-1 0,-1 2 3 0,0 1 0 16,-2-3 0-16,1 2-8 0,-1-2 1 0,0-2 2 0,-1 2-5 15,2-1-8-15,0-1 8 0,1 0-22 0,1-2-20 16,4-1-45-16,-5 0-33 0,5 0-75 16,0 0-102-16,-5-7-313 0,5 7 138 0</inkml:trace>
          <inkml:trace contextRef="#ctx0" brushRef="#br1" timeOffset="-318086.7721">-11368 1161 237 0,'0'0'291'0,"0"0"-16"0,0 0-15 0,0 0-13 0,0 0-14 15,0 0-18-15,0 0-17 0,11-11-18 0,-11 11-16 16,3-2-11-16,-3 2-19 0,0 0-10 0,6-2-17 15,-6 2-7-15,3-3-14 0,-3 3-28 0,0 0-32 16,0 0-43-16,0 0-73 0,0 0-65 0,0 0-76 16,0 0-202-16,0 0-469 0,-9 12 209 0</inkml:trace>
          <inkml:trace contextRef="#ctx0" brushRef="#br1" timeOffset="-547570.3459">-11611 1284 172 0,'0'0'186'0,"4"4"-3"0,-4-4-10 16,4 5-10-16,-1-2-10 0,-3-3-4 0,4 6-7 15,0-4-9-15,-4-2-6 0,3 7-11 0,-3-3-6 16,0-4-6-16,3 7-3 0,-2-3-5 0,-1-4-11 15,0 8-4-15,0-8-7 0,0 9-3 0,0-5-3 16,0-4-3-16,-2 9-10 0,2-9-3 0,-3 7-4 16,1-3 3-16,-1 0-6 0,0 0-3 0,3-4-5 15,-8 5 0-15,4-2-5 0,-2 0-3 0,0 0-2 16,0-1-1-16,0-1-3 0,-2 1-1 0,1-1-4 0,-1 0 0 16,0-1-3-16,1 0-4 0,-2 0-1 0,1 0-1 15,-2-1 3-15,2-1-3 0,0 0-5 16,0 0 5-16,1-3-5 0,0 1 4 0,-1 1-2 0,2-2-5 15,1 0 6-15,1-1-5 0,1 0-2 0,0-2 0 16,0 2-10-16,2-2-8 0,1 3-12 0,1-4-13 16,1 1-29-16,-1 0-26 0,3 0-31 0,1 0-23 15,0-1-42-15,1-2-48 0,-2 3-131 0,0 1-402 16,2-5 178-16</inkml:trace>
          <inkml:trace contextRef="#ctx0" brushRef="#br1" timeOffset="-547367.2267">-11685 1178 58 0,'0'0'279'16,"3"-4"-15"-16,-3 4-13 0,4-7-20 15,-2 6-19-15,-2 1-23 0,2-5-21 0,-2 5-18 16,0 0-29-16,0 0-39 0,0 0-51 0,0 0-61 15,3-5-62-15,-3 5-73 0,0 0-127 0,0 0-316 0,0 0 140 16</inkml:trace>
        </inkml:traceGroup>
        <inkml:traceGroup>
          <inkml:annotationXML>
            <emma:emma xmlns:emma="http://www.w3.org/2003/04/emma" version="1.0">
              <emma:interpretation id="{FFD6B97D-7C35-4143-A9E6-A6E974B30546}" emma:medium="tactile" emma:mode="ink">
                <msink:context xmlns:msink="http://schemas.microsoft.com/ink/2010/main" type="inkWord" rotatedBoundingBox="2673,2354 1494,2357 1493,1876 2672,1873"/>
              </emma:interpretation>
            </emma:emma>
          </inkml:annotationXML>
          <inkml:trace contextRef="#ctx0" brushRef="#br1" timeOffset="-312305.9435">-12718 1088 3 0,'0'0'215'0,"0"0"-11"15,5-1-10-15,-5 1-12 0,0 0-13 0,0 0-12 16,0 0-14-16,0 0-13 0,0 0-15 0,0 0-11 16,-15 3-8-16,10-1-11 0,-2 1-13 0,1-3-23 15,0 1-25-15,0 1-32 0,1 0-39 0,5-2-53 16,-8 1-76-16,5 0-93 0,3-1-291 0,-7-1 129 16</inkml:trace>
          <inkml:trace contextRef="#ctx0" brushRef="#br1" timeOffset="-311805.9924">-12362 1116 122 0,'0'0'197'0,"0"0"-12"0,0 0-18 0,0 0-13 15,0 0-9-15,0 0-15 0,0 0-12 0,0 0-7 0,-18 0-13 16,12 0-11-16,6 0-11 0,-9 0-11 16,2 0-7-16,0 0-25 0,1 3-13 0,1-3-15 15,-1 0-19-15,6 0-13 0,-11-3-15 0,11 3-16 16,-7 0-10-16,4-2-5 0,3 2-8 0,-4-2-1 16,4 2-3-16,0 0 5 0,-4-8 5 0,4 8 11 15,0 0 2-15,0-7 10 0,0 7 8 0,2-8 7 0,-2 8 7 0,4-6 18 0,-2 3 9 0,-2 3 6 0,4-9 10 31,-2 7 14-31,-2 2 4 0,6-7 6 0,-4 3 2 0,0 0 9 0,-2 4 1 0,5-5 0 16,-2 2 2-16,-3 3-7 0,1-5-13 0,-1 5 2 0,0 0-15 31,3-4-9-31,-3 4-33 0,0 0-28 0,0 0-52 16,0 0-77-16,-7-7-196 0,7 7 87 0</inkml:trace>
          <inkml:trace contextRef="#ctx0" brushRef="#br1" timeOffset="-311540.39">-12557 1043 121 0,'0'0'181'0,"0"0"-16"0,0 0-19 0,0 0-3 0,0 0-18 16,0 0-13-16,0 0-15 0,0 0-9 0,-16 3-19 15,12-1-27-15,4-2-24 0,-9 2-34 0,4-2-31 16,-2 0-64-16,-1 0-79 0,-1 1-204 0,-1 0 91 16</inkml:trace>
          <inkml:trace contextRef="#ctx0" brushRef="#br1" timeOffset="-310868.5476">-13099 1330 67 0,'0'0'249'0,"0"0"-14"0,0 0-12 0,0 0-18 16,0 0-18-16,0 0-24 0,0 0-13 0,0 0-19 15,0 0-13-15,0 0-14 0,0 0-34 0,0 0-32 16,0 0-61-16,16-7-79 0,-16 7-201 0,0 0-327 15,0 0 144-15</inkml:trace>
          <inkml:trace contextRef="#ctx0" brushRef="#br1" timeOffset="-547164.13">-11943 1321 241 0,'0'0'308'0,"0"0"-28"0,0 0-23 0,0 0-23 15,0 0-18-15,12-10-25 0,-12 10-16 0,5-2-24 16,-5 2-28-16,6-1-41 0,-6 1-62 0,0 0-77 0,0 0-75 16,0 0-217-16,0 0-376 0,0 0 166 15</inkml:trace>
          <inkml:trace contextRef="#ctx0" brushRef="#br1" timeOffset="-314415.1796">-12084 1214 80 0,'0'0'168'0,"0"0"-7"0,0 0-11 16,0 0-8-16,0 0-5 0,0 0-7 0,0 0-9 0,-7 1 2 15,7-1-4-15,0 0-8 0,0 0-16 0,-7 4 2 16,7-4-8-16,0 0-7 0,-5 3-7 0,5-3-9 16,-3 3-7-16,3-3-7 0,-5 3 1 0,5-3-9 15,-6 4-2-15,6-4-7 0,-4 3-3 0,4-3-3 16,-4 4-3-16,4-4-4 0,-5 5-2 0,4-1-2 16,1-4-4-16,-2 5 3 0,2-5-10 0,-3 5-4 15,3-5-3-15,0 0-6 0,0 9-3 0,0-9-3 16,2 6-4-16,-2-6-1 0,4 3 0 0,-4-3 0 15,5 5-1-15,-2-4 1 0,-1 1-1 0,-2-2 3 0,8 3 1 16,-4-2 3-16,-1 2-5 0,-3-3 0 16,8 0 3-16,-4 1-1 0,-4-1 2 0,7 3 2 15,-3-3-2-15,-4 0 5 0,5 1-1 0,-5-1 0 16,5 0 3-16,-5 0 1 0,0 0-3 0,6 1 1 0,-6-1 1 16,0 0 5-16,0 0-2 0,0 0 1 0,0 0-4 15,0 0 4-15,0 0 2 0,0 0-3 16,0 0 1-16,-15-4 2 0,15 4-4 0,-12 0 3 0,6 0-1 15,-1 1 1-15,2 1 4 0,-3 0-8 0,1-1 4 16,0 0 0-16,0-1 1 0,-1 1 0 0,2 1-2 16,-1-2 1-16,-1 0-5 0,2 0 6 0,0 1 3 15,-1-1-2-15,7 0-3 0,-9 0-1 0,5 0 3 16,4 0 3-16,-6-3 6 0,6 3 4 0,-5-2 1 16,5 2 0-16,-5-4 2 0,5 4 5 0,-4-6 3 15,4 6 6-15,-3-6 1 0,2 1 5 0,1 5 4 16,0-8 4-16,0 8-2 0,0-12 5 0,2 3-6 15,-1 1 2-15,1-1-5 0,0 0-10 0,1-3 1 0,0 1-3 16,2-4-3-16,-2 3-2 0,1 0-1 16,1 0-3-16,-4 5 1 0,2 1-2 0,0-2 0 15,0 3-4-15,-1 1-1 0,-2 4-2 0,2-6-14 16,-2 6-15-16,0 0-24 0,0 0-33 0,0 0-48 0,0 0-48 16,0 0-232-16,0 0-437 0,-16 6 194 0</inkml:trace>
          <inkml:trace contextRef="#ctx0" brushRef="#br1" timeOffset="-312618.4207">-12296 1229 4 0,'0'0'166'0,"0"0"-6"16,0 0-14-16,0 0-8 0,-3 10-13 0,3-10-14 0,0 0-9 15,0 0-9-15,0 0-8 0,-4 9 0 0,4-9-7 16,-2 4-7-16,2-4-2 0,-4 4-9 0,4-4-8 16,-4 4-5-16,1-1-4 0,-1 0 0 0,4-3-9 15,-6 4 3-15,2-2-5 0,-1-1-3 0,5-1-4 16,-7 3 1-16,7-3-4 0,-7 1-2 0,3 0-3 16,4-1 0-16,-7 1-13 0,7-1 7 0,0 0 3 15,-7-2-3-15,7 2-1 0,-6-4 0 0,6 4 0 16,-3-3 3-16,3 3 4 0,-1-6-2 0,1 6 11 15,0 0 2-15,-2-8 7 0,2 8 0 0,-1-6 4 16,1 6 1-16,0 0-3 0,2-7 0 0,-2 7 0 16,0 0 2-16,1-8-4 0,-1 8 2 0,0 0-6 15,2-3 1-15,-2 3-7 0,0 0-6 0,0 0 4 0,0 0-4 16,0 0-4-16,0 0 0 0,0 0-4 0,0 0 3 16,0 0-5-16,0 0 1 0,0 0-2 15,0 0 2-15,0 0-6 0,0 0 0 0,0 0 1 0,-4 18-2 16,4-18-5-16,-3 6-5 0,0-2-3 0,3-4-2 15,-6 5-8-15,3-2-2 0,0-1-8 0,-2 0-8 16,-1 1 0-16,1-1-6 0,-2-1-1 0,2 0 1 16,-1 0 1-16,0-1 1 0,6 0 1 0,-9-1 5 15,4 1 1-15,5 0-4 0,-8-3 10 0,3 2 2 16,1-1 0-16,4 2 5 0,-6-4 3 0,6 4-1 16,-4-6 8-16,1 3 2 0,3 3 13 0,-2-6 4 15,2 6 4-15,-3-5 2 0,3 5 6 0,-2-6 6 16,2 6 6-16,0 0 5 0,-1-6-1 0,1 6 0 0,0 0-3 15,0 0-2-15,0 0 1 0,0 0-1 16,0 0-5-16,0 0-2 0,-1-6-5 0,1 6-1 16,0 0-3-16,0 0 2 0,0 0-4 0,0 0 1 15,0 0 0-15,0 0-2 0,0 0 0 0,0 0 2 16,0 0 0-16,5 15-3 0,-5-15-3 0,0 0 3 16,-3 9-5-16,3-9 0 0,-3 5 1 0,3-5 2 15,-5 5-3-15,2-2-2 0,3-3 0 0,-6 5 2 0,3-2-1 16,-1 0-2-16,4-3 0 0,-9 3 1 0,6-1-6 15,3-2-1-15,-8 2-5 0,4-2-3 16,4 0-5-16,-10 0-2 0,5 0-4 0,-2 0-6 0,1-2 1 16,0 1-2-16,-1-2 0 0,1 0-12 0,0 1 5 15,2-1-2-15,0 1 10 0,0-2 4 0,1 1 2 16,0-2-1-16,0 0 4 0,3 5 1 0,-3-7 5 16,3 7-3-16,-2-9 6 0,2 9 0 0,0-6-3 15,0 6 1-15,2-8 5 0,-2 8-1 0,0 0 2 16,2-6-1-16,-2 6 4 0,4-3-2 0,-4 3 10 15,3-3-1-15,-3 3 0 0,0 0 2 0,6-2-2 16,-6 2-2-16,0 0 3 0,0 0 1 0,0 0 5 16,7 3-1-16,-7-3 13 0,5 3-6 0,-5-3 1 15,3 5 0-15,-2-2 1 0,-1-3 0 0,3 6 0 0,-3-6-1 16,0 8-2-16,0-8-1 0,2 9 1 0,-2-6-3 16,0-3 1-16,0 7 2 0,0-7-2 15,-2 7 0-15,2-7 4 0,-4 6-5 0,4-6-1 0,-3 4-1 16,3-4-2-16,-6 2 1 0,3-1 0 0,3-1-1 15,-8 2-2-15,4-1-5 0,4-1 4 0,-9 0-2 16,4 0-1-16,-1-1 1 0,6 1-6 0,-10-1-1 16,4-1 0-16,0 0 0 0,0 1-4 0,2-2-5 15,1 0-1-15,-3 0 4 0,1-1 5 0,1 1-2 16,0 0-3-16,1-2 5 0,0 1 0 0,3 4-2 16,-6-8 6-16,4 4-3 0,0 0 9 0,2 4 1 15,-4-8 9-15,4 8-1 0,-1-8 0 0,1 8 1 16,-1-7 4-16,1 7-2 0,-2-5 2 0,2 5-1 0,0 0-3 15,0 0 2-15,2-7-3 0,-2 7-2 16,0 0-1-16,1-5-2 0,-1 5 1 0,0 0-2 16,0 0 2-16,0 0-2 0,0 0-2 0,0 0-1 0,0 0 1 15,0 0 1-15,0 0-3 0,0 0 5 0,1 17-1 16,-1-17 0-16,-1 9-6 0,1-9 3 0,-3 7-2 16,1-3 1-16,2-4 0 0,-5 9 1 15,4-6-2-15,-2 1 0 0,0-1 1 0,0 1 0 0,3-4-5 16,-8 6 5-16,5-4-4 0,-3-2 2 0,6 0-2 15,-7 2-1-15,2-1 1 0,5-1 4 0,-8 0-4 16,4 1-2-16,4-1 4 0,-7-1-1 0,7 1 2 16,0 0 0-16,-7-1-1 0,7 1 1 0,-6 0 1 15,6 0 2-15,0 0-3 0,-6-2 1 0,6 2 1 16,0 0 0-16,0 0-1 0,-7 0-2 0,7 0 3 16,0 0 0-16,-5 3-6 0,5-3 5 0,0 0 0 15,-2 6-2-15,2-6 2 0,0 0-3 0,2 10 1 16,-2-10-1-16,4 7-2 0,-4-2-2 0,2-1 4 0,-2-4-3 15,3 9-1-15,-3-6-3 0,2 2-1 16,-2-5-4-16,0 8-3 0,1-3 0 0,-1-5-1 16,-2 8-4-16,2-8-3 0,-3 7 2 0,1-4-5 0,2-3-4 15,-4 5-2-15,4-5-3 0,-5 3-3 0,5-3-7 16,-5 0-5-16,5 0-1 0,-8-3 0 0,8 3-6 16,-7-4-4-16,4 2-2 0,-1-1 11 0,-1 0 1 15,2 0-3-15,0-1 10 0,-1-2-2 0,1 2 3 16,3 4 9-16,-5-9 4 0,3 4 7 0,-2 2-5 15,3-2 9-15,1 5 7 0,-3-7 1 0,3 7 2 16,-3-7 5-16,1 4 9 0,2 3-1 0,0 0 4 16,-2-6 2-16,2 6 0 0,0 0 6 0,-4-5-8 15,4 5 12-15,0 0 0 0,-4-4 3 0,4 4-5 16,0 0 3-16,-5-2 0 0,5 2 3 0,0 0-5 16,0 0-3-16,-8 4 0 0,4-2-7 0,4-2 4 15,-7 4-2-15,4-1-3 0,-1 0 5 0,1-1 0 0,-3 3 1 16,-1 0 2-16,1-1 8 0,0 0-1 0,1 1-6 15,0 1 8-15,1 0-3 0,1 1 3 16,1 0 1-16,-2-2 0 0,2 2 1 0,0 0 5 16,1 0 2-16,1 0-1 0,-1 0 4 0,1 1 3 0,1 1 0 15,0-2-1-15,1 2-3 0,0 0-1 0,2-1-1 16,-2 1-2-16,2-1-2 0,-1 0 1 0,-1 1-2 16,0-2-4-16,-1 0-4 0,0 1-2 0,-1-2 0 15,1-1-3-15,-1-5-1 0,-1 10-6 0,0-6-14 16,1-4-18-16,-2 8-26 0,2-8-27 0,-3 5-31 15,3-5-54-15,-3 2-48 0,3-2-172 0,0 0-412 16,0 0 183-16</inkml:trace>
        </inkml:traceGroup>
      </inkml:traceGroup>
      <inkml:traceGroup>
        <inkml:annotationXML>
          <emma:emma xmlns:emma="http://www.w3.org/2003/04/emma" version="1.0">
            <emma:interpretation id="{44B4E4A1-23E6-463E-BBA5-8490B9F8A0AC}" emma:medium="tactile" emma:mode="ink">
              <msink:context xmlns:msink="http://schemas.microsoft.com/ink/2010/main" type="line" rotatedBoundingBox="14691,1264 357,1279 356,670 14690,655"/>
            </emma:interpretation>
          </emma:emma>
        </inkml:annotationXML>
        <inkml:traceGroup>
          <inkml:annotationXML>
            <emma:emma xmlns:emma="http://www.w3.org/2003/04/emma" version="1.0">
              <emma:interpretation id="{4FC67C23-B7B5-4ADB-8FA2-3A2ED14D405F}" emma:medium="tactile" emma:mode="ink">
                <msink:context xmlns:msink="http://schemas.microsoft.com/ink/2010/main" type="inkWord" rotatedBoundingBox="14691,1112 14439,1113 14438,832 14690,831"/>
              </emma:interpretation>
              <emma:one-of disjunction-type="recognition" id="oneOf56">
                <emma:interpretation id="interp68" emma:lang="" emma:confidence="1">
                  <emma:literal/>
                </emma:interpretation>
              </emma:one-of>
            </emma:emma>
          </inkml:annotationXML>
          <inkml:trace contextRef="#ctx0" brushRef="#br0" timeOffset="-729838.9505">0 68 200 0,'0'0'208'0,"0"0"-16"0,0 0-20 16,0 0-12-16,12-14-11 0,-9 13-11 0,0-2-6 16,2-2-9-16,-5 5-8 0,7-4-4 0,-1-1-1 15,-1 2-11-15,-2 2-23 0,1-3-6 0,1 0-3 16,1 1-5-16,-2 1 0 0,0-1 3 0,-1 0 0 15,2 1-2-15,-5 2 1 0,5-3-8 0,-1 1 3 16,-4 2-8-16,5-3 1 0,-5 3-11 0,0 0-2 16,5-3-3-16,-5 3-3 0,0 0-3 0,0 0 4 15,0 0-6-15,0 0 3 0,4 6-1 0,-4-6-3 16,0 10 5-16,0-5-1 0,-1 2 0 0,-1 2 8 16,1-1-4-16,-2 5 4 0,-1-2 0 0,1 2-3 15,-2 0 5-15,1 1-5 0,0-1-5 0,1 2 0 16,-1-2-4-16,0 0 1 0,2 0-4 0,0-1-3 15,1-3-16-15,-3 0-32 0,4-1-65 0,-1-2-81 16,0 0-93-16,1-6-237 0,0 0-546 0,2 9 242 16</inkml:trace>
          <inkml:trace contextRef="#ctx0" brushRef="#br0" timeOffset="-729276.4836">-66-13 219 0,'0'0'221'0,"0"0"-7"15,0 0-10-15,0 0-9 0,-13 12-6 0,11-7-4 16,-1-1-5-16,-1 2-8 0,0 0-9 0,-1 0-2 15,0 3-3-15,0-2-9 0,0 2-1 0,0-1-8 16,-1 3-4-16,1-1 1 0,-1 2-21 0,2 0-6 16,-1 1-12-16,2-4-6 0,-1 3-10 0,2 1-9 15,0 1 2-15,2-1-25 0,0-3-2 0,0 0-24 16,4 3-44-16,-1-2-64 0,0-2-98 0,4 2-122 16,2-1-222-16,0-2-568 0,1 0 252 0</inkml:trace>
        </inkml:traceGroup>
        <inkml:traceGroup>
          <inkml:annotationXML>
            <emma:emma xmlns:emma="http://www.w3.org/2003/04/emma" version="1.0">
              <emma:interpretation id="{CB8822AA-D999-40E3-892A-EA67376E6BAD}" emma:medium="tactile" emma:mode="ink">
                <msink:context xmlns:msink="http://schemas.microsoft.com/ink/2010/main" type="inkWord" rotatedBoundingBox="14236,1175 12955,1176 12954,771 14235,769"/>
              </emma:interpretation>
              <emma:one-of disjunction-type="recognition" id="oneOf57">
                <emma:interpretation id="interp69" emma:lang="" emma:confidence="1">
                  <emma:literal/>
                </emma:interpretation>
              </emma:one-of>
            </emma:emma>
          </inkml:annotationXML>
          <inkml:trace contextRef="#ctx0" brushRef="#br1" timeOffset="-705996.924">-399-45 85 0,'6'-2'314'16,"-6"2"-12"-16,5-3-27 0,-5 3-30 0,0 0-19 15,6-4-25-15,-6 4-19 0,0 0-30 0,3 0-42 16,-3 0-66-16,0 0-78 0,0 0-106 0,0 0-187 15,0 0-355-15,0 0 157 0</inkml:trace>
          <inkml:trace contextRef="#ctx0" brushRef="#br1" timeOffset="-706231.2974">-432 128 87 0,'0'0'225'0,"0"0"-8"0,0 0-14 0,0 0-8 0,0 0-10 16,0 0-8-16,0 0-14 0,0 0 0 0,0 0-13 15,0 0-8-15,0 0-7 0,0 0-4 0,0 0-8 16,0 0-7-16,0 0-9 0,0 0-1 0,0 0-7 16,0 0-4-16,0 0-12 0,0 0-4 0,0 0-8 15,9-9-6-15,-9 9-7 0,0 0 6 0,0 0-17 16,0 0-4-16,0 0-3 0,6 0-4 0,-6 0-2 15,0 0-7-15,0 0-2 0,6 0 6 0,-6 0-18 16,0 0-6-16,0 0-7 0,6 3-3 0,-6-3-1 16,4 1-15-16,-4-1 2 0,3 2-8 0,-3-2 1 15,3 3 0-15,-3-3-4 0,3 3 0 0,-3-3 0 16,0 0-10-16,3 6-9 0,-3-6-1 0,2 4 2 16,-2-4 0-16,1 5 2 0,-1-5 0 0,0 8 5 15,0-8-5-15,0 5-6 0,0-5-2 0,0 0 0 16,0 8-4-16,0-8 9 0,1 6 1 0,-1-6 3 15,0 0 1-15,3 5 5 0,-3-5 2 0,3 5 2 16,-3-5 5-16,3 3 5 0,0-1-3 0,-3-2 4 16,3 2 5-16,-3-2 3 0,5 2-5 0,-5-2 7 15,0 0 0-15,4 2 2 0,-4-2-5 0,0 0 5 16,0 0 3-16,0 0 1 0,0 0 5 0,0 0-2 16,4 2-4-16,-4-2 3 0,0 0 0 0,0 0 3 15,0 0 0-15,0 0 0 0,0 0 1 0,-18-4-6 16,18 4 1-16,-12-1 5 0,4 0-3 0,1-1-4 15,0 2 0-15,-1-2 2 0,0 2-4 0,-1-3-8 16,-1 3-4-16,0-2 4 0,1 1-2 0,-1 0-8 0,-1 0 2 16,2-1 3-16,1 0 0 0,0-1 3 15,1 2 8-15,-1-2-9 0,2-1 12 0,0 3 5 16,0-3 8-16,3 1-1 0,-1-2 8 0,0 2 11 16,0-1 0-16,4 4 11 0,-5-6 14 0,3 2 5 0,2 4 2 15,-3-9 6-15,1 5 11 0,2 4-2 16,0 0 13-16,-1-7-3 0,1 7-4 0,-1-5 0 15,1 5-7-15,0 0-1 0,0 0-2 0,-3-6-8 16,3 6-10-16,0 0 5 0,0 0-7 0,0 0-3 0,0 0 1 16,0 0-4-16,0 0 0 0,0 0-5 0,0 0 2 15,9 15-4-15,-8-13-2 0,5 4-6 0,-4-2-2 16,1 1-3-16,-1 2-3 0,0-2 2 16,-1 2 0-16,-1 2-6 0,1-3 1 0,0 2-3 0,-2 1-2 15,-1-1 0-15,-1 1 0 0,0-3-8 0,0 1-4 16,-3 0-16-16,1-3-21 0,0 1-26 0,-1-2-38 15,1 0-47-15,-2 1-57 0,3-3-48 0,-1-1-206 16,5 0-499-16,0 0 222 0</inkml:trace>
          <inkml:trace contextRef="#ctx0" brushRef="#br1" timeOffset="-705684.461">-721-45 25 0,'0'0'270'0,"0"0"3"0,0 0-18 0,0 0-9 15,0 0-9-15,6 10-10 0,-4-4-3 0,-2-6-13 16,0 12-16-16,-2-4-13 0,2-2-11 0,0 3-13 15,0 1-4-15,-1 1-12 0,0 3-20 0,0-2-7 0,1 0-14 16,1 1-10-16,-2-1-6 0,0-3-11 16,1 5-19-16,-2-4-26 0,1 0-38 0,-1 3-49 15,0-5-70-15,0 0-73 0,-1-4-72 0,-2 1-223 0,2 2-537 16,-2-2 238-16</inkml:trace>
          <inkml:trace contextRef="#ctx0" brushRef="#br1" timeOffset="-705309.4881">-858 85 69 0,'0'0'238'0,"10"10"-14"15,-7-7-9-15,-3-3-13 0,6 6-10 0,-3-1-17 16,0 2-8-16,-1-1-14 0,0-2-11 0,-2 1-13 15,0-5-9-15,2 12-11 0,-3-5-10 0,0-2-9 16,-1 2-7-16,0-1-10 0,-3 0-4 0,2 0-9 16,-1-1-3-16,-2-2-9 0,2 2-4 0,-1 0-9 15,0-3-8-15,0 1-9 0,0-1-3 0,-1-2-2 16,0 0 1-16,6 0-4 0,-11-5 1 0,6 2-3 16,2 0 1-16,-2-1-3 0,3-1 5 0,0-1-1 15,1-2 8-15,-1-1 2 0,0-2 12 0,3-3-2 16,-1 1 13-16,3-1-12 0,-3-4-6 0,3 3 3 15,1 0-1-15,-3 0-5 0,1 1 0 0,1 5-2 16,-2 2 0-16,1 2-4 0,-2 1-3 0,0 4-9 16,3-7-15-16,-3 7-25 0,0 0-41 0,0 0-58 15,0 0-72-15,0 0-268 0,0 0-516 0,0 0 229 16</inkml:trace>
          <inkml:trace contextRef="#ctx0" brushRef="#br1" timeOffset="-705090.7383">-879 330 201 0,'0'0'304'0,"4"0"-13"0,-4 0-23 16,0 0-29-16,0 0-21 0,0 0-19 0,0 0-24 15,-21 0-17-15,13 0-26 0,1 1-38 0,-1-1-60 0,0-1-96 16,2 1-114-16,-1-3-171 0,0 1-373 0,1-4 165 16</inkml:trace>
          <inkml:trace contextRef="#ctx0" brushRef="#br1" timeOffset="-704028.3313">-1127 110 104 0,'0'0'203'0,"0"0"-18"0,0 0-9 0,0 0-14 0,0 0-7 16,0 0-2-16,0 0-17 0,0 0-8 0,0 0-10 15,0 0-13-15,-4 21-5 0,3-17-9 16,-1 1-8-16,-1 0-6 0,-1-1-10 0,1 0-9 16,-2 2 0-16,2-3-8 0,-1 0-1 0,-1 3-6 0,1-3-5 15,0 1-4-15,0-3-3 0,1 1-6 0,-1 0-2 16,-1-2-4-16,5 0-3 0,-8 0 3 0,8 0 1 16,-7-2-6-16,3-1-5 0,4 3-1 0,-4-7-2 15,2 4 1-15,2 3 1 0,-3-7-4 0,3 2 1 16,0 5-1-16,-1-10 1 0,1 10 0 0,-2-7 2 15,2 7 0-15,-2-5 4 0,2 5-3 0,0 0-4 16,-4-6 2-16,4 6 1 0,0 0-3 0,-6 0 2 16,6 0-4-16,0 0 3 0,-8 3-5 0,5 0 4 15,-1 1-2-15,1 0-6 0,-1-1-6 0,0 1-9 16,-1 1-17-16,0 0-21 0,0 2-38 0,1-2-42 16,-1-2-47-16,1 1-172 0,-1 0-384 0,3 1 170 15</inkml:trace>
          <inkml:trace contextRef="#ctx0" brushRef="#br1" timeOffset="-703840.8301">-1266 320 46 0,'0'0'349'0,"0"0"-5"0,9-7-22 0,-9 7-27 0,0 0-35 16,2-5-24-16,-2 5-24 0,4-7-24 15,-4 7-41-15,1-3-57 0,-1 3-79 0,0 0-102 16,0 0-111-16,-3-11-167 0,3 11-398 0,-4-7 177 0</inkml:trace>
          <inkml:trace contextRef="#ctx0" brushRef="#br1" timeOffset="-702981.5165">-1421-57 133 0,'4'-2'305'0,"0"-1"-14"15,-1 0-24-15,0 0-25 0,-3 3-22 0,6-3-24 16,-6 3-20-16,0 0-27 0,2-3-42 0,-2 3-58 15,0 0-95-15,0 0-94 0,0 0-186 0,0 0-351 16,-20 9 156-16</inkml:trace>
          <inkml:trace contextRef="#ctx0" brushRef="#br1" timeOffset="-703184.6276">-1526 110 133 0,'0'0'206'0,"17"-3"-12"0,-17 3-20 0,5 0-9 15,-5 0-18-15,0 0-10 0,9 0-13 0,-9 0-9 16,8-2-9-16,-8 2-14 0,6 0-10 0,-4 2-9 0,-2-2-5 16,7 1-4-16,-7-1-10 0,4 2-10 0,-4-2-6 15,3 3-2-15,-3-3-4 0,4 4-8 16,-4-4 2-16,2 3-4 0,-2-3-2 0,3 5-9 16,-3-5-5-16,2 4-11 0,-2-4 5 0,0 8-7 0,0-8-8 15,0 6-6-15,0-6-1 0,1 7 1 0,-1-7 3 16,0 7-3-16,0-7-1 0,0 7 2 0,0-7 1 15,0 7 3-15,0-7-1 0,0 0 2 0,-1 9-1 16,1-9 2-16,0 7 7 0,0-7-1 0,3 4-4 16,-3-4 2-16,2 3-2 0,-2-3-1 0,4 3 1 15,-4-3-1-15,7 3-4 0,-1-3 1 0,-6 0-4 16,6 2-3-16,-2-2-3 0,1 1 5 0,-5-1 7 16,7-1-3-16,-7 1-1 0,5 1 4 0,-5-1 7 15,0 0 0-15,0 0-5 0,0 0 22 0,0 0-1 16,0 0 2-16,0 0 1 0,0 0-7 0,0 0 6 15,-19-1-8-15,12 1 6 0,-1 0 3 0,-3 0 1 16,0-2-1-16,-3 2 1 0,2 0 4 0,-3 0-3 16,-3 0 4-16,5 0 4 0,-1 0 2 0,-2-1 0 15,5 1 4-15,-1-1 4 0,1 0 5 0,3-1 2 0,0 1-4 16,1-1 2-16,2 1 8 0,1-2 0 16,4 3 6-16,-6-5 8 0,4 3 0 0,2 2 1 15,-1-7 6-15,1 7 4 0,3-11 5 0,-2 7 7 16,3-4-1-16,2 0 2 0,-1-1-6 0,3-1-4 0,-1-1-2 15,0-1-7-15,1 1-7 0,-1-1-3 0,0 0-5 16,0 1-1-16,0 1-12 0,-3 2-4 16,0 2-13-16,0-1-17 0,-2 2-31 0,0 1-37 15,-1-1-49-15,-1 5-57 0,2-7-52 0,-2 7-247 0,2-6-510 16,-2 6 226-16</inkml:trace>
        </inkml:traceGroup>
        <inkml:traceGroup>
          <inkml:annotationXML>
            <emma:emma xmlns:emma="http://www.w3.org/2003/04/emma" version="1.0">
              <emma:interpretation id="{4C8416CC-2586-4571-B974-39700C0D4C3B}" emma:medium="tactile" emma:mode="ink">
                <msink:context xmlns:msink="http://schemas.microsoft.com/ink/2010/main" type="inkWord" rotatedBoundingBox="12821,1266 10897,1268 10896,700 12820,698"/>
              </emma:interpretation>
            </emma:emma>
          </inkml:annotationXML>
          <inkml:trace contextRef="#ctx0" brushRef="#br1" timeOffset="-698153.7455">-1835 180 114 0,'0'0'181'0,"0"0"-20"0,-1-4-7 16,1 4-13-16,0 0-6 0,-2-6-14 0,2 6-6 15,0 0-9-15,0 0-11 0,3-11-6 16,-3 11-7-16,0-5-5 0,0 5-5 0,4-8-6 0,-2 5-6 16,-2 3-5-16,5-6 2 0,-3 3 3 0,-2 3-6 15,6-5-5-15,-4 4-4 0,-2 1 1 0,6-3-6 16,-6 3 0-16,5-1 0 0,-5 1-1 0,5-2-4 15,-5 2 0-15,6 0-3 0,-6 0-7 0,0 0 3 16,6 5-1-16,-6-5-6 0,5 4 2 0,-4-1 0 16,-1-3-3-16,4 6 1 0,-4-3-1 0,2 3-1 15,-2-6 0-15,2 7-2 0,-2-4 1 0,0-3-1 16,0 10 0-16,0-10-3 0,-2 7 2 0,-1 0-6 16,0-4 4-16,-2-1-3 0,1 1-2 0,1-1 6 15,-4 1-9-15,-1 0 4 0,1-2-3 0,-3 2-2 16,-1 0-4-16,0 0 2 0,0-2-5 0,-1 1-4 15,1-2 0-15,0 0-4 0,-2-1 0 0,3 2-1 16,-1-1-1-16,0-1 1 0,3 0 3 0,-2 0 1 16,2 1 0-16,2-2 3 0,-3 0-1 0,3 2 2 15,3-2 3-15,3 2 7 0,-8-3 4 0,8 3 3 16,-5-1 0-16,5 1 2 0,0 0 4 0,-4-2-3 16,4 2-3-16,0 0 3 0,0 0-1 0,0 0 4 15,0 0-5-15,0 0 18 0,0 0-7 0,2 15 2 0,-2-15-7 16,2 10 7-16,-1-3-9 0,1 0 2 0,-1 0-4 15,-1 3 4-15,-1 2-2 0,1 1 5 16,-3 0-11-16,0 0 5 0,2-1-7 0,-3 0 4 16,-1 0-5-16,-2 0 0 0,1-1-6 0,-1 0-5 15,0-2-7-15,-1-1-14 0,3-2-12 0,-1 1-24 0,1-3-28 16,-1 2-35-16,-1-2-45 0,5-2-53 16,-2 0-204-16,4-2-458 0,0 0 204 0</inkml:trace>
          <inkml:trace contextRef="#ctx0" brushRef="#br1" timeOffset="-697669.4199">-1872 200 127 0,'0'0'213'0,"0"0"-4"15,0 0-7-15,12-9-10 0,-12 9-14 0,2-9-8 16,0 3-9-16,-2 0-9 0,2-2-13 0,2-4-11 0,-1-1-9 15,0 0-10-15,1-2-13 0,1-4-11 16,-1-1-9-16,2 1-5 0,-3 4-7 0,2 2-10 16,-2-1-7-16,0 3-12 0,0 0-13 0,0 4-17 0,-2-1-20 15,1 3-42-15,-2 0-51 0,0 5-44 0,0-7-47 16,0 7-156-16,0 0-382 0,0 0 169 0</inkml:trace>
          <inkml:trace contextRef="#ctx0" brushRef="#br1" timeOffset="-696622.6052">-2186 218 97 0,'-6'1'123'16,"6"-1"-12"-16,-5 0-9 0,5 0 5 0,0 0-16 0,-8-1-7 16,8 1-12-16,-6-1 2 0,6 1-3 15,-5-3-6-15,5 3-4 0,-4-4 5 0,4 4-1 16,-2-5-1-16,2 5-5 0,-2-6-6 0,2 6-9 0,0 0 2 16,4-11-6-16,-4 11 2 0,5-5-4 0,-3 2-3 15,1 1 1-15,1-2-2 0,-4 4 3 0,6-3 3 16,-1 1 6-16,-2 0 0 0,-3 2 0 15,8-2-2-15,-5 1 1 0,-3 1 1 0,7-1-2 0,-7 1 9 16,6 4-3-16,-2-3 0 0,-4-1-2 0,4 6 2 16,-3-2-1-16,0 1 12 0,1 0 1 0,-2-5 1 15,-2 12 1-15,1-4-5 0,-1 1-2 0,-1-1 1 16,-4-1-4-16,2 3 0 0,-4-2-5 0,1 0-2 16,-1 0-6-16,0 1-3 0,-2-1-11 0,2-2-21 15,-2 0-23-15,0-3-56 0,4 2-74 0,-1-5-88 16,1 0-206-16,-1-2-477 0,1 0 211 0</inkml:trace>
          <inkml:trace contextRef="#ctx0" brushRef="#br1" timeOffset="-695903.9112">-2466 131 136 0,'12'-9'203'0,"-12"9"-13"16,4-3-15-16,-4 3-18 0,6 0-17 0,-6 0-14 15,6-2-14-15,-6 2-7 0,6 0-14 0,-6 0-8 16,6 0-5-16,-6 0-8 0,5 2-10 0,-5-2-7 15,7 3-3-15,-4-2-4 0,-3-1-7 0,3 4-7 16,0-2-13-16,-3-2-7 0,4 6-1 0,-4-6-6 16,3 5-5-16,-3-5-8 0,2 5-4 0,-2-5 0 15,4 6-12-15,-4-6 1 0,3 5 2 0,-3-5-4 16,1 5-3-16,-1-5 3 0,2 5 8 0,-2-5 4 16,0 5-4-16,0-5 3 0,3 5 2 0,-3-5 2 15,2 3-4-15,-2-3 7 0,0 0-4 0,3 6 1 16,-3-6 0-16,3 3 6 0,-3-3 2 0,5 2 3 15,-5-2-4-15,5 1 1 0,-5-1 3 0,7 0 2 16,-7 0-2-16,6 0 3 0,-6 0 5 0,7-1 5 16,-7 1 3-16,6 1 0 0,-6-1 11 0,0 0 0 15,0 0 1-15,6 0-1 0,-6 0 3 0,0 0-2 16,0 0 1-16,0 0-3 0,0 0 1 0,-14 5-4 0,9-3 1 16,-2 0-3-16,-1 1-1 0,-2-3-4 15,1 3 3-15,-3 0-3 0,0 0-3 0,0-2 0 16,-2 1-6-16,1-2 3 0,0 2 0 0,0-2-4 0,-1-2-7 15,1 2-1-15,1 0-5 0,-2-1-7 0,-4-2-4 16,8 1-2-16,-1-2-1 0,3 2 5 0,1-1 1 16,0-1 0-16,3 1 0 0,-1 0 3 0,2 0 1 15,1-1 1-15,2 4-2 0,-2-7 5 0,2 7-1 16,0 0 2-16,3-10-5 0,-3 10 8 0,5-4-3 16,-2 1 8-16,1 2-2 0,-4 1 6 0,5-3 6 15,-5 3 0-15,6-1 8 0,-6 1 4 0,0 0 1 16,8 3 3-16,-6-1 3 0,0 1 9 0,3 0 5 15,-5-3 4-15,3 8-2 0,0-5 0 0,-2 2 4 16,1 0 8-16,-2 0-3 0,0-5-1 0,0 11-2 16,-2-4-7-16,1 1-6 0,-3 0 0 0,-2-2-5 15,-2 3-4-15,0 0-1 0,-1-1-5 0,-1-1-10 16,2 3-19-16,0-2-14 0,1-3-28 0,-1 2-37 16,2-3-43-16,3-1-52 0,-1 2-51 0,-1-2-151 15,2 0-410-15,3-3 181 0</inkml:trace>
          <inkml:trace contextRef="#ctx0" brushRef="#br1" timeOffset="-695700.8029">-2524 368 39 0,'0'0'330'0,"0"0"-12"15,0 0-24-15,0 0-25 0,0 0-24 0,0 0-26 16,0 0-22-16,0 0-26 0,6-12-43 0,-6 12-57 0,0 0-78 16,0-8-91-16,0 8-93 0,-1-8-141 0,1 8-357 15,-6-12 158-15</inkml:trace>
          <inkml:trace contextRef="#ctx0" brushRef="#br1" timeOffset="-695388.3367">-2747 99 10 0,'0'0'216'0,"0"0"0"16,0 0-2-16,0 0-12 0,0 0-7 0,12 11-7 15,-8-8-8-15,0 0-7 0,-1 3-10 0,0-4-12 16,3 3-9-16,-3 0-7 0,-1-2-10 0,2 2-8 16,-2-2-9-16,-1 2-9 0,1-1-7 0,0 0-3 15,-2-4-8-15,0 8-7 0,0-8-4 0,-4 8-10 16,1-3-2-16,-2 1-7 0,0-1-9 0,-3 1-21 0,1-2-25 16,-1-1-46-16,0 1-72 0,1 0-92 15,-2-2-267-15,4-1-520 0,0 0 231 0</inkml:trace>
          <inkml:trace contextRef="#ctx0" brushRef="#br1" timeOffset="-693794.6858">-2918 183 39 0,'0'0'246'15,"0"0"-16"-15,0 0-16 0,0 0-14 0,0 0-17 16,0 0-11-16,0 0-14 0,0 0-15 0,0 0-11 16,0 0-13-16,0 0-9 0,0 0-12 0,0 0-9 15,10 14-5-15,-8-11-7 0,0 0-9 0,0 1-6 0,-2-4-6 16,5 8-5-16,-4-4-3 0,2 1-6 0,-1-2 0 16,-2-3-8-16,1 7-5 0,-1-7-2 15,0 7 1-15,0-7-5 0,0 7-5 0,0-7-3 0,0 0-11 16,-3 7-6-16,3-7-9 0,-3 3-8 0,3-3-11 15,-6 2-13-15,6-2-7 0,-6 2-4 0,2-2-5 16,4 0 8-16,-7-3-1 0,2 2 3 0,0-2 6 16,5 3 1-16,-7-6 4 0,3 3 5 0,1 0 4 15,3 3 4-15,-5-9 0 0,4 4 6 0,-1 1-1 16,2 4 6-16,-2-10 5 0,2 5 6 0,0 5 1 16,0-10 8-16,0 10-2 0,0-10 7 0,0 10 8 15,1-8 2-15,0 4 0 0,-1 4-1 0,1-7 4 16,-1 7-3-16,0 0-2 0,2-7-4 0,-2 7 5 15,0 0-5-15,0 0-5 0,0 0 1 0,0 0 1 16,0 0-4-16,0 0 0 0,0 0 1 0,0 0-1 16,0 0 1-16,0 0-2 0,0 0-2 0,0 0-1 15,0 0 2-15,0 0-2 0,-11 14 2 0,7-12-6 16,4-2-5-16,-7 3-3 0,4 1-2 0,0-3-1 16,-3 1-7-16,1-2-3 0,0 1 1 0,5-1-7 15,-9 1-2-15,1-1-3 0,3 0-2 0,-4-1-16 16,3 0-5-16,1 1 3 0,-2-2 8 0,1-1 3 0,-1 1 6 15,4 0 3-15,-2-1 0 0,1 1 7 0,4 2 5 16,-5-7 9-16,2 3-1 0,3 4 12 0,-5-6 19 16,5 6 2-16,-2-5 5 0,2 5 7 15,0-5 4-15,0 5 3 0,-3-6 4 0,3 6-3 0,0 0 0 16,0 0 0-16,-1-4-8 0,1 4-3 0,0 0-5 16,0 0-3-16,0 0-2 0,0 0-3 0,0 0 0 15,0 0-3-15,0 0-1 0,0 0 1 0,0 0-1 16,-2 16-2-16,2-16-1 0,-1 9 0 0,0-4-2 15,1-5-1-15,-5 9 1 0,3-5-2 0,-2 0-4 16,1 0-2-16,-3-1-3 0,1 0-4 0,0 1-4 16,-1-1-2-16,0-1 0 0,1 0-2 0,1-1-2 15,-2 1-3-15,0-2 4 0,1 0 0 0,5 0 3 16,-12-3-2-16,5 1 2 0,3-1 7 0,1 0 4 16,-3-2-4-16,3 1 7 0,0-1 7 0,1-1 2 15,0 1 10-15,0-2 0 0,1-1 6 0,1-1 9 16,1-1-2-16,3-1 5 0,-2-2 12 0,0-1-8 15,1 1 2-15,0-1-4 0,2 2 0 0,-3 2 9 16,1 2-4-16,0 0 0 0,-1 2-1 0,0 1-7 0,0 2-8 16,-1-2-1-16,-1 5-17 0,2-6-6 15,-2 6-29-15,0 0-20 0,0 0-36 0,0 0-35 16,0 0-50-16,0 0-52 0,0 0-168 0,-3 21-418 16,3-13 185-16</inkml:trace>
          <inkml:trace contextRef="#ctx0" brushRef="#br1" timeOffset="-693607.216">-3264 360 320 0,'0'0'327'0,"3"2"-5"0,-3-2-18 0,0 0-24 0,0 0-21 15,0 0-27-15,0 0-24 0,10-8-23 0,-10 8-24 16,3-6-34-16,-3 6-43 0,2-5-65 0,-2 5-82 15,0 0-85-15,0-9-77 0,0 9-174 0,-2-7-432 16,2 7 191-16</inkml:trace>
          <inkml:trace contextRef="#ctx0" brushRef="#br1" timeOffset="-692701.0155">-3210-145 216 0,'0'0'224'0,"-9"14"-3"0,3-9-16 0,1 2-11 0,-3 1-9 16,-1 1-15-16,-1 1-17 0,-3 2-17 0,-1 0-11 15,-1 2-11-15,-1-2-11 0,1-1-19 0,-2 1-14 16,3-2-35-16,-1-1-60 0,2-3-74 0,1 1-75 16,2 0-150-16,-1-1-349 0,1-2 156 0</inkml:trace>
          <inkml:trace contextRef="#ctx0" brushRef="#br1" timeOffset="-693338.6096">-3362 164 11 0,'0'0'238'15,"0"0"-6"-15,0 0-11 0,0 0-10 0,13 7-11 16,-13-7-6-16,4 7-10 0,-2-2-10 0,-1 0-9 16,0 0-13-16,-1 2-2 0,0 2 0 0,-2-1-17 15,0 0-6-15,0 1-11 0,-2 0-10 0,0 0-12 16,-2 1-8-16,3-2-9 0,-3 0-9 0,0-1-9 15,-1-1-23-15,1 0-22 0,0 0-35 0,0-3-48 0,-2-2-64 16,1 2-49-16,0-1-57 0,-2-3-187 0,3 0-461 16,-1-3 204-16</inkml:trace>
          <inkml:trace contextRef="#ctx0" brushRef="#br1" timeOffset="-692950.9976">-3469 51 4 0,'6'6'232'0,"-6"-6"-10"0,2 5-8 0,-2-5-11 16,4 6-14-16,-3-3-3 0,0 1-12 0,0 1-11 15,-1-5-10-15,3 10-13 0,-3-5-8 0,1-1-12 16,0 2-4-16,1 0-9 0,-2-6-8 0,1 11-8 15,0-4-10-15,-1-1-1 0,0 0-4 0,0-6-5 16,-2 11-10-16,1-4 0 0,-1-1-5 0,0-1-5 16,-1 1-2-16,-2 1-3 0,2-2-4 0,-3 0-2 15,2-1-6-15,-1-1-2 0,-1 2-6 0,0-1-4 16,-1-1 4-16,1 0-4 0,-1-1-3 0,-4-2-2 16,1 1 1-16,-1 0-4 0,0-2-2 0,0 0-2 15,0-1 1-15,-2 0 1 0,1 0-2 0,-5-4-5 16,5 1 5-16,0 1-5 0,2-1 1 0,-1 0-7 15,1-1-7-15,4 2-2 0,0-2-5 0,0-1-16 16,3 2-18-16,0-2-28 0,3-1-33 0,0 0-59 16,2 1-45-16,2-1-47 0,3-2-177 0,0-1-474 15,2 2 210-15</inkml:trace>
        </inkml:traceGroup>
        <inkml:traceGroup>
          <inkml:annotationXML>
            <emma:emma xmlns:emma="http://www.w3.org/2003/04/emma" version="1.0">
              <emma:interpretation id="{44A739E8-E47F-46CE-B2E9-193E01E4AD8F}" emma:medium="tactile" emma:mode="ink">
                <msink:context xmlns:msink="http://schemas.microsoft.com/ink/2010/main" type="inkWord" rotatedBoundingBox="10699,1107 9909,1108 9908,803 10698,802"/>
              </emma:interpretation>
              <emma:one-of disjunction-type="recognition" id="oneOf58">
                <emma:interpretation id="interp70" emma:lang="" emma:confidence="1">
                  <emma:literal/>
                </emma:interpretation>
              </emma:one-of>
            </emma:emma>
          </inkml:annotationXML>
          <inkml:trace contextRef="#ctx0" brushRef="#br1" timeOffset="-691529.2416">-3985 122 33 0,'0'0'229'0,"0"0"-17"0,0 0-13 0,0 0-10 15,0 0-10-15,5 0-7 0,-5 0-6 0,0 0-8 16,8-3-10-16,-8 3-17 0,5-3-10 0,-5 3-11 16,6-2-4-16,-6 2-13 0,5-3-3 0,-5 3-12 15,6 0-7-15,-6 0-7 0,6-2-4 0,-6 2-8 16,5 1-5-16,-5-1-8 0,5 1-5 0,-5-1-5 15,0 0-7-15,6 3-11 0,-6-3-10 0,3 3-6 16,-3-3-6-16,2 5-5 0,-2-5-7 0,2 4-4 16,-2-4-3-16,0 0 1 0,0 0-2 0,0 8-2 15,0-8 0-15,0 0-3 0,1 6 4 0,-1-6 2 16,0 0 3-16,0 6 2 0,0-6 4 0,0 0 4 16,0 0 0-16,1 8-2 0,-1-8 6 0,0 0-3 15,1 7 6-15,-1-7-1 0,0 0 2 0,1 6 0 16,0-2 3-16,-1-4-5 0,1 5 4 0,-1-5-2 0,4 2 3 15,-4-2-2-15,4 2 0 0,-4-2 4 0,0 0 3 16,6 3-6-16,-6-3 5 0,4 2-1 16,-4-2 3-16,0 0 1 0,3 2 0 0,-3-2-3 15,0 0-1-15,0 0-1 0,0 0 0 0,0 0 0 0,0 0 4 16,0 0-6-16,-17-1 1 0,9 1-7 0,1-1-1 16,-3 1 1-16,0-2-5 0,-1 2-3 0,-2 0 5 15,0-1-6-15,1 2-3 0,-1-3-9 0,0 0 0 16,0 1 2-16,-4-1 2 0,6 0-4 0,0 1 2 15,-1-1 1-15,5-1 3 0,-1 0 2 0,2 1 5 16,1 1-7-16,1-2 14 0,4 3-4 0,-5-4 5 16,5 4-4-16,-2-5 7 0,2 5 0 0,0 0 2 15,0-8 7-15,0 8-3 0,5-5 9 0,-2 2 14 16,-3 3-1-16,6-5 6 0,-2 5 4 0,-4 0 4 16,6-4-1-16,-2 3 8 0,-4 1 4 0,7 0 4 15,-7 0-1-15,9 2-4 0,-5 0-1 0,-4-2-2 16,5 5 5-16,-1-3 3 0,-2 2-2 0,1 0 0 15,-3 3 3-15,2-1-1 0,-1 0 5 0,-2 2-4 16,-1-2 4-16,-1 1-6 0,1 2-2 0,-4-1-4 16,1-2-2-16,-3 5-4 0,0-4-2 0,0 1 0 15,1-2-7-15,-2 2-5 0,3-4-16 0,-2 0-12 16,1 1-25-16,-1-4-38 0,1 1-44 0,1-2-53 0,0 1-43 16,6-1-175-16,-7-4-417 0,7 4 186 0</inkml:trace>
          <inkml:trace contextRef="#ctx0" brushRef="#br1" timeOffset="-691326.132">-3955-33 239 0,'0'0'243'0,"5"-4"-25"15,-1 2-18-15,-4 2-21 0,3-3-18 0,-3 3-23 16,0 0-35-16,0 0-52 0,0 0-53 0,0 0-68 16,0 0-174-16,0 0-263 0,0 0 116 0</inkml:trace>
          <inkml:trace contextRef="#ctx0" brushRef="#br1" timeOffset="-691013.6388">-4295 95 50 0,'0'0'231'0,"0"0"-19"0,0 0-12 16,0 0-12-16,0 0-13 0,0 0-4 0,0 0-8 15,0 0-5-15,17 0-11 0,-14 1-12 0,1 2-9 16,0 2-5-16,1-2-5 0,-2 1-6 16,2 2-3-16,-1-3-12 0,-2 2-5 0,0-1-5 0,-1 1-4 15,-1-5-3-15,1 9-10 0,-1-9-2 0,-1 9-6 16,-1-5-5-16,-1-1-7 0,-1 1-3 0,-2 1-7 16,0-2-17-16,-2 0-28 0,1 1-49 0,-2-2-63 15,2 1-65-15,-1-3-84 0,0 0-167 0,0-1-471 16,1 0 210-16</inkml:trace>
          <inkml:trace contextRef="#ctx0" brushRef="#br1" timeOffset="-690623.0571">-4405 78 5 0,'0'0'228'0,"0"0"-12"16,0 0-15-16,8 12-11 0,-8-12-11 16,0 0-13-16,2 9-5 0,-2-9-12 0,2 6-11 15,-2-2-8-15,0-4-7 0,1 8 0 0,-1-3-1 0,0-5-4 16,0 9-10-16,0-9-7 0,-1 8-7 0,0-4-7 16,1-4-1-16,-3 9-7 0,1-5-1 0,-1 2-3 15,1-2-4-15,-1 1-2 0,-1 0-2 0,-1 0-7 16,-1 0-6-16,1-1 0 0,-3 0-10 0,1-1 3 15,-1 0-4-15,1 0-3 0,-4 0 0 0,1 0-5 16,-2 0-7-16,2-1 1 0,-2 1 1 0,-1-3-5 16,0 2-6-16,-1-3-1 0,4 0-4 0,-4 1 0 15,2-2-2-15,1 0-1 0,-2-2 3 0,2 0-5 16,1-1-1-16,-1 1 1 0,1-2-2 0,2-1-6 16,2 2-14-16,1-2-7 0,0 1-5 0,2 0-20 15,2-1-23-15,-1 1-37 0,2-1-38 0,0-1-38 16,2 2-35-16,0 0-48 0,2 0-195 0,0 0-496 15,1 1 220-15</inkml:trace>
          <inkml:trace contextRef="#ctx0" brushRef="#br1" timeOffset="-690435.571">-4470 37 101 0,'0'0'265'0,"0"0"-15"16,0 0-14-16,0 0-13 0,0 0-20 0,0 0-22 0,0 0-19 16,0 0-17-16,-21 2-27 0,15-2-49 0,0 2-71 15,0-2-105-15,-1 0-201 0,7 0-332 0,-9 0 147 16</inkml:trace>
          <inkml:trace contextRef="#ctx0" brushRef="#br1" timeOffset="-687498.2434">-4576 39 102 0,'0'0'126'0,"0"0"-25"16,0 0 4-16,0 0-7 0,0 0-3 16,0 0-11-16,0 0-7 0,-6-4-8 0,6 4 0 0,0 0-7 15,0 0-7-15,0 0-4 0,0 0 1 0,0 0-3 16,0 0-6-16,0 0 4 0,0 0-6 0,0 0-10 16,0 0 2-16,17 4-3 0,-13-2-9 0,2-2-13 15,1 0-27-15,0 0-34 0,4 0-22 0,0 0-22 16,2 0-105-16,-1 0-217 0,0-2 97 0</inkml:trace>
        </inkml:traceGroup>
        <inkml:traceGroup>
          <inkml:annotationXML>
            <emma:emma xmlns:emma="http://www.w3.org/2003/04/emma" version="1.0">
              <emma:interpretation id="{3832739C-0D45-421D-B6C1-BD5F071567A7}" emma:medium="tactile" emma:mode="ink">
                <msink:context xmlns:msink="http://schemas.microsoft.com/ink/2010/main" type="inkWord" rotatedBoundingBox="9717,1186 7574,1189 7573,663 9716,660"/>
              </emma:interpretation>
              <emma:one-of disjunction-type="recognition" id="oneOf59">
                <emma:interpretation id="interp71" emma:lang="" emma:confidence="1">
                  <emma:literal/>
                </emma:interpretation>
              </emma:one-of>
            </emma:emma>
          </inkml:annotationXML>
          <inkml:trace contextRef="#ctx0" brushRef="#br1" timeOffset="-620330.88">-4876 45 38 0,'0'0'202'0,"0"0"-9"0,0 0-5 0,0 0-10 16,0 0-9-16,0 0-11 0,-3 20-9 0,2-16-13 15,1-4-7-15,-1 11-3 0,-1-4-9 0,0-1-12 16,0 2-7-16,1-2-8 0,-2 2-9 0,0 0-8 15,1 0-7-15,1 1-6 0,-1-2-13 0,1 2-17 0,-1-1-27 16,1 1-33-16,-2-3-56 0,3 2-52 16,-2-4-51-16,0 1-144 0,0-1-359 0,0 1 159 15</inkml:trace>
          <inkml:trace contextRef="#ctx0" brushRef="#br1" timeOffset="-620049.6506">-4996 174 140 0,'0'0'203'0,"0"0"-12"0,0 0-17 0,0 0-5 15,2 14-7-15,-2-14-12 0,-1 9-3 0,0-3-7 16,1-1-9-16,-2 2-5 0,-1 2-10 0,0 1-7 15,0-3-9-15,-1 0-6 0,-3 4-4 0,0-2-10 16,2-2-6-16,-3 3-5 0,1-1-11 0,-1-4-6 16,1 2 0-16,1-2-13 0,0-1-18 0,-1-1-22 15,0 0-29-15,0-1-33 0,1-1-45 0,-1 0-42 16,1-2-38-16,6 1-171 0,-10-2-386 0,5-1 170 0</inkml:trace>
          <inkml:trace contextRef="#ctx0" brushRef="#br1" timeOffset="-619830.9163">-5025 89 154 0,'3'-3'228'0,"-3"3"-14"0,0 0-20 15,4-5-16-15,-4 5-20 0,0 0-17 0,0 0-22 16,0 0-42-16,0 0-48 0,0 0-38 0,0 0-70 16,0 0-155-16,0 0-254 0,-17 9 112 0</inkml:trace>
          <inkml:trace contextRef="#ctx0" brushRef="#br1" timeOffset="-619080.9716">-5226 41 98 0,'0'0'209'0,"0"0"-18"15,0 0-18-15,0 0-16 0,-16 3-17 16,11-2-12-16,5-1-17 0,-11 0-17 0,6 0-33 0,-1 0-44 16,1 0-53-16,5 0-74 0,-13 2-96 0,9-4-223 15,4 2 99-15</inkml:trace>
          <inkml:trace contextRef="#ctx0" brushRef="#br1" timeOffset="-619299.6896">-5248 104 137 0,'0'0'204'0,"0"0"-8"15,0 0-7-15,0 0-15 0,0 0-18 0,5 15-9 16,-5-15-10-16,0 7-16 0,0-7-11 0,0 0-8 16,-2 11-10-16,2-11-10 0,-2 6-1 0,2-2-10 15,-3 0-7-15,3-4-2 0,-4 8-11 0,2-5 3 16,-1 0-10-16,-1-1-7 0,0 2 0 0,4-4-7 16,-7 3-4-16,3-1-8 0,4-2-7 0,-9 0-12 15,5 0-10-15,4 0-9 0,-9-2-11 0,9 2 0 16,-8-3-2-16,4 3 5 0,4 0-12 0,-6-5 1 15,4 2-6-15,2 3 2 0,-5-6 0 0,3 3 2 16,2 3 1-16,-1-7 7 0,1 7 2 0,-2-5 2 16,2 5 1-16,0 0 10 0,0 0-4 0,1-9 6 0,-1 9 2 15,0 0 11-15,4-4 5 0,-4 4 7 16,0 0 1-16,0 0 11 0,7 0-4 0,-7 0 10 16,0 0 5-16,0 0 7 0,6 5 3 0,-3-4 1 0,0 2-5 15,-3-3-2-15,3 5 4 0,-2 1 1 0,-1-6 3 16,0 8-1-16,0-8 8 0,-1 13-1 0,-1-5-1 15,-1-3-2-15,0 2 5 0,-2 1 1 0,1 0-6 16,-2-1 1-16,1 0-12 0,-2-1-2 0,1-1-2 16,1 1-3-16,-2-1-5 0,1-1-16 0,1-1-21 15,-2-2-28-15,2 1-45 0,5-2-46 0,-7 0-56 16,2 1-209-16,5-1-428 0,-6-5 189 0</inkml:trace>
          <inkml:trace contextRef="#ctx0" brushRef="#br1" timeOffset="-617862.3098">-5497 98 78 0,'-2'10'137'0,"2"-10"-8"0,0 0-12 0,-2 7-3 0,2-7-3 15,0 0-11-15,-2 7-4 0,2-7-10 16,-2 5-8-16,2-5-7 0,-2 6-9 0,2-6-4 16,-4 4-2-16,4-4-7 0,-5 3-9 0,5-3-4 0,-5 2-3 15,5-2-3-15,-7 0 1 0,7 0-9 0,-6 0-8 16,6 0-4-16,0 0-5 0,-9-2-6 0,9 2 4 15,-5-2-6-15,5 2 3 0,-4-4-5 16,4 4 5-16,-2-5 0 0,2 5 0 0,-2-6 0 0,2 6-6 16,-1-4 5-16,1 4 6 0,0 0 7 0,1-11 8 15,-1 11 6-15,0 0 4 0,0-9 0 0,0 9 6 16,2-4 1-16,-2 4 4 0,2-5 5 0,-2 5 1 16,0 0-4-16,2-4 3 0,-2 4-5 0,0 0-5 15,0 0-3-15,0 0-1 0,0 0-4 0,0 0-3 16,0 0-4-16,0 0-2 0,0 0 2 0,0 0-7 15,0 0 1-15,0 0-1 0,0 0 4 0,-2 18-7 16,2-18-2-16,-3 5-1 0,3-5 2 0,-5 6 0 16,2-2-2-16,-1-1-1 0,1-1-1 0,0 1-2 0,3-3-5 15,-8 4-7-15,2-2-3 0,1-1-9 16,-1-1-7-16,6 0-6 0,-9 0-5 0,5 0-3 16,4 0-2-16,-9 0 0 0,4-3 1 0,5 3 8 0,-5-3-2 15,5 3 7-15,-4-5-4 0,2 1 10 0,2 4-2 16,-1-8 5-16,1 8 0 0,-1-6 4 0,1 6 5 15,0 0 11-15,2-9 10 0,-2 9 6 16,0-4 8-16,0 4 0 0,0 0 4 0,2-7 3 0,-2 7-1 16,0 0-1-16,0 0-2 0,0 0-4 0,2-5-5 15,-2 5 4-15,0 0-6 0,0 0 5 0,0 0-8 16,0 0 1-16,0 0-2 0,0 0-2 0,0 0 2 16,0 0-4-16,-8 12 2 0,8-12-1 0,-3 6 1 15,0-3-5-15,3-3 0 0,-5 6 1 0,1-4 2 16,0 0-1-16,0 1 0 0,4-3 2 0,-8 3-4 15,4 0-4-15,-1-1-2 0,-2-2-4 0,1 0-3 16,-1 2-1-16,1-2-8 0,6 0-3 0,-9-1-2 16,9 1 0-16,-8-1-2 0,4-1 1 0,4 2 3 0,-6-3-1 15,4 0 0-15,2 3 10 0,-4-7-5 16,4 7 2-16,-1-6 0 0,1 6 6 0,-2-8 9 16,2 8 9-16,-2-6 0 0,2 6 5 0,0 0 5 15,2-9 5-15,-2 9 3 0,0 0 12 0,0 0-6 0,2-6 5 16,-2 6-1-16,0 0-2 0,0 0 0 0,0 0-5 15,0 0-6-15,0 0-1 0,1-4-1 0,-1 4-4 16,0 0 3-16,0 0-3 0,0 0 0 0,0 0-4 16,0 0 1-16,0 0-2 0,0 0 1 0,2 16-3 15,-2-16 2-15,0 0-2 0,-3 8-2 0,3-8 1 16,-2 7-6-16,0-2 7 0,2-5-7 0,-3 7 7 16,1-3-5-16,-1 0 1 0,3-4-3 0,-7 6 3 15,4-3-3-15,0 0-1 0,-2-1 1 0,2 0-2 16,3-2-5-16,-11 3 1 0,6-2 0 0,0-1-1 15,5 0-1-15,-11 0-7 0,5-1 2 0,0 0 1 16,0-2-1-16,1 2-1 0,-1-3 1 0,3 2 3 16,-1-2-2-16,2 0 2 0,0-1 4 0,0 0 5 0,2 5 0 15,0-10 2-15,0 3 5 0,3-2 2 16,0 1 2-16,1-4 6 0,1 0 0 0,0 0-1 16,0-1 2-16,3 1-3 0,-2 0 3 0,0 1-7 15,-2 2-2-15,1 2 2 0,-2 2-4 0,-1 0-2 0,1 0-5 16,-1 1-14-16,-2 4-21 0,2-4-28 0,-2 4-32 15,0 0-32-15,0 0-49 0,0 0-40 0,0 0-152 16,0 0-394-16,0 0 174 0</inkml:trace>
          <inkml:trace contextRef="#ctx0" brushRef="#br1" timeOffset="-617596.7038">-5808 257 186 0,'0'0'222'0,"4"2"-11"0,-4-2-14 0,0 0-14 15,0 0-20-15,0 0-13 0,0 0-15 0,0 0-12 16,0 0-13-16,0 0-11 0,0 0-9 0,-17-1-9 0,17 1-7 15,-8-2-14-15,3 1-25 0,5 1-34 0,-9-1-35 16,5 0-47-16,4 1-38 0,-7-3-47 16,2 1-121-16,5 2-311 0,-6 0 138 0</inkml:trace>
          <inkml:trace contextRef="#ctx0" brushRef="#br1" timeOffset="-617409.2023">-5911 343 88 0,'0'0'280'0,"0"0"-18"15,0 0-25-15,8-4-17 0,-8 4-25 0,0 0-22 16,7-3-24-16,-7 3-38 0,4-5-60 0,-2 2-73 16,-2 3-81-16,3-3-171 0,-3 3-297 0,2-7 133 15</inkml:trace>
          <inkml:trace contextRef="#ctx0" brushRef="#br1" timeOffset="-616206.1256">-5949 119 146 0,'0'0'188'0,"0"0"-10"0,0 0-15 16,0 0-13-16,0 0-10 0,-1 19-13 0,1-19-12 15,-2 5-8-15,2-5-6 0,-4 8-10 0,3-5-9 16,1-3-4-16,-3 7-10 0,1-4-3 0,2-3-6 15,-5 6-5-15,3-3-6 0,2-3-4 0,-6 3-4 16,6-3-5-16,-4 3-4 0,4-3 1 0,-4 1-9 16,4-1-9-16,-6 0-8 0,6 0-9 0,0 0-3 15,-8-4-2-15,5-1-5 0,3 5 0 0,-5-5-6 16,2 1-4-16,3 4 12 0,-5-9-8 0,5 5 6 0,0 4 0 16,-3-11-1-16,3 7 2 0,0 4 1 15,-1-8 9-15,1 8 1 0,0-7 5 0,0 7-2 16,-1-8 6-16,1 8 2 0,0 0 0 0,0 0 1 0,1-7 0 15,-1 7-1-15,0 0-1 0,0 0-2 0,0 0 0 16,0 0-2-16,0 0 4 0,0 0-7 0,0 0 3 16,0 0 2-16,0 0-3 0,0 0-1 0,0 0 17 15,0 0-16-15,0 0-1 0,-5 18-1 0,3-15 1 16,2-3-2-16,-5 6 0 0,2-3 2 0,-1 0-2 16,0 0-2-16,0 0-2 0,-3 0 1 0,1-2-3 15,3 1-5-15,-4-1-4 0,2-1-6 0,5 0 1 16,-9 0 2-16,9 0-3 0,-7-3-1 0,3 2 3 15,4 1-1-15,-5-6 4 0,5 6 1 0,-3-6 2 16,3 6-3-16,-1-7 2 0,-1 2 6 0,2 5 2 16,0 0 5-16,1-11 2 0,-1 11-1 0,1-6 6 15,-1 6 6-15,1-6 1 0,-1 6 4 0,0 0 1 0,1-7 4 16,-1 7-1-16,0 0 2 0,0 0 1 0,0 0-3 16,0 0-2-16,0 0-4 0,0-6-2 15,0 6 0-15,0 0 0 0,0 0-2 0,0 0 3 0,0 0-5 16,0 0-4-16,0 0 1 0,0 0 3 0,-11 11-2 15,11-11-1-15,-2 5-3 0,2-5 5 0,-1 5-4 16,1-5 1-16,-3 4 0 0,3-4-5 0,-2 6 1 16,2-6 3-16,-3 5-4 0,3-5 0 0,-3 4-1 15,3-4 2-15,-4 2-8 0,4-2-4 0,-7 1-9 16,7-1-7-16,-8 2-10 0,8-2-6 0,-7 0 0 16,7 0-7-16,-8 0-13 0,3-2 5 0,5 2-7 15,-9-4 0-15,5 1-1 0,0-2 12 0,-1 1-10 16,2 1 1-16,1-2 3 0,-1 1 9 0,-2-2 9 0,4 1-3 15,-1-1 6-15,-1 0 4 0,2 0-6 16,1-1 12-16,-2-1 3 0,1 2 14 0,1 0 2 16,0-3 6-16,0 9 11 0,-2-12 15 0,2 6 13 15,0 6 12-15,0-9 3 0,0 9 9 0,0-6 1 0,0 6 3 16,0 0-4-16,0-9-2 0,0 9-3 0,0 0-5 16,0 0-2-16,0 0-2 0,0 0 0 15,0 0-2-15,0 0-6 0,0 0 7 0,0 0-1 0,0 0 0 16,0 0-2-16,0 0 1 0,0 0-3 0,-1 24-6 15,0-19-1-15,0 0-4 0,0 0-1 0,0 3-2 16,0-1 0-16,-1-1-2 0,0 2-2 0,-3-1 3 16,1-1-4-16,1 1 0 0,-2 0-3 0,0-1 1 15,0-2-5-15,-1 1-1 0,0-1-1 0,0-1-1 16,-1 2 1-16,1-2-4 0,-1 0-7 0,1-2-2 16,0 1-6-16,-1-1-1 0,0-2-2 0,1 0 1 15,6 1-1-15,-10 1 2 0,6-1-2 0,4 0 1 16,-7-2 1-16,7 2 4 0,-7-1 0 0,3-1-2 15,4 2 7-15,0 0-2 0,-6-1 1 0,6 1 3 16,0 0 3-16,0 0 2 0,-6-2-3 0,6 2 1 16,0 0-3-16,0 0 3 0,0 0 1 0,0 0-3 0,0 0 3 15,-1 8 0-15,1-8-3 0,0 0 3 0,-1 9-2 16,1-9 2-16,0 9-1 0,0-5-1 0,0-4 1 16,0 14-1-16,-2-9-1 0,0 3 1 0,-1-2 0 15,0 2 1-15,-1-2-2 0,-1 0 1 0,0 1-3 16,-1 0 3-16,1 1-2 0,-1-3-2 0,0 0 1 15,-1-1 1-15,0 1-7 0,-1-2-10 0,1 1-10 16,0-2-18-16,0 0-23 0,1-1-29 0,-1 0-28 16,3-1-25-16,4 0-42 0,-9-2-146 0,5-1-362 15,0 0 160-15</inkml:trace>
          <inkml:trace contextRef="#ctx0" brushRef="#br1" timeOffset="-615706.1744">-5958-183 126 0,'0'0'160'15,"0"0"-14"-15,-13 10-5 0,7-5-4 0,-1 1-6 16,-1 1-5-16,-1 3-4 0,-1-1-4 0,1-1-9 0,-5 6-7 15,0-2-3-15,3-4-13 0,1 1-10 0,-1-2-4 16,0 1-10-16,1 0-11 0,1-3-21 0,2-1-34 16,0 1-39-16,1-2-56 0,0-2-63 15,2 1-103-15,0-2-286 0,4 0 127 0</inkml:trace>
          <inkml:trace contextRef="#ctx0" brushRef="#br1" timeOffset="-615534.2989">-6131-135 84 0,'-5'6'176'0,"2"-3"-19"0,0 0-12 0,3-3-20 16,-6 7-41-16,3-3-54 0,0-1-60 0,-3 3-99 15,1-3-139-15,0 2 61 0</inkml:trace>
          <inkml:trace contextRef="#ctx0" brushRef="#br1" timeOffset="-615971.7508">-6339-14 114 0,'0'0'221'0,"3"-3"-18"0,-3 3-19 16,0 0-18-16,0 0-18 0,3-3-15 0,-3 3-17 15,0 0-25-15,0 0-31 0,0 0-49 0,0 0-57 16,7 0-67-16,-7 0-102 0,4-3-233 0,-4 3 104 16</inkml:trace>
          <inkml:trace contextRef="#ctx0" brushRef="#br1" timeOffset="-615112.4621">-6527-57 142 0,'0'0'235'0,"0"0"-11"0,0 10 5 15,0-10-7-15,-1 12-14 0,1-6-7 0,0 2-12 16,-2-1-12-16,1 1-10 0,1 2-22 0,-1-1-4 16,0 2-18-16,1-2-13 0,-1 3-9 0,-1 3-12 15,2-3-8-15,-2 0-8 0,1 0-26 0,-2-1-33 16,2-1-38-16,-1-1-60 0,-1-1-80 0,0 0-56 15,-2-1-185-15,0-2-438 0,-1 0 194 0</inkml:trace>
          <inkml:trace contextRef="#ctx0" brushRef="#br1" timeOffset="-614893.7198">-6633 117 165 0,'0'0'178'0,"0"0"-10"16,0 0-9-16,0 0-9 0,-2 23-8 0,0-17-2 15,1 1-9-15,-1-1-2 0,0 3-6 0,-1-1-7 0,0-1-5 16,0 1-10-16,-1 0-11 0,0 0-8 0,1 0-8 16,0-1-7-16,0 0-6 0,-1-2-28 0,1-1-30 15,-1-1-44-15,4-3-54 0,-6 6-63 0,3-5-164 16,3-1-349-16,0 0 156 0</inkml:trace>
          <inkml:trace contextRef="#ctx0" brushRef="#br1" timeOffset="-614393.7566">-6763 71 11 0,'0'0'107'0,"4"-6"-6"16,0 4-7-16,-4 2-8 0,4-3-5 0,-4 3-10 16,5-2 5-16,-5 2-11 0,0 0 6 0,5 0-5 0,-5 0 1 15,0 0 0-15,6 3-4 0,-6-3-5 0,4 2-5 16,-4-2-2-16,0 0-6 0,4 5-2 15,-4-5 5-15,3 4 3 0,0-2 4 0,-3-2-8 0,4 4-4 16,-4-4-4-16,3 4 5 0,-3-4-6 0,1 5 7 16,-1-5 1-16,0 0-3 0,0 0-5 0,-5 10-1 15,2-8-2-15,0 1-5 0,-3 0 3 0,0-1-8 16,-1 0 0-16,2 2-1 0,-2-1-5 0,0-2 3 16,-1 2-4-16,2-1-1 0,-1 0-7 0,2 1 1 15,-1-1-2-15,1 0 2 0,1 1-2 0,-1 0 2 16,1-1 6-16,0 1 5 0,0 1 4 0,1-1 1 15,-1 0-3-15,4-3 1 0,-5 6 2 0,1-2 4 16,2-1-2-16,2-3 7 0,-3 13 7 0,3-8 1 16,-1 2 3-16,2 0 0 0,-1 1 0 0,0-1-1 15,2 1-6-15,-1 1-3 0,-1 0-4 0,2-1 3 16,2 5-9-16,-4-4 3 0,2-1-8 0,-2 2-16 16,-1-2-27-16,0-1-35 0,1-1-45 0,0 2-44 15,-2-3-55-15,-2 2-202 0,2-3-434 0,2-4 193 0</inkml:trace>
          <inkml:trace contextRef="#ctx0" brushRef="#br1" timeOffset="-613862.5462">-7019 190 30 0,'0'0'290'0,"0"0"-24"16,0 0-24-16,0 0-31 0,0 0-26 0,0 0-44 15,0 0-77-15,0 0-121 0,0 0-172 0,14-9-248 0,-11 8 110 16</inkml:trace>
          <inkml:trace contextRef="#ctx0" brushRef="#br1" timeOffset="-611909.5637">-6992 188 86 0,'0'0'129'0,"0"0"-4"0,-3-5-7 16,3 5-11-16,0 0 3 0,0 0-8 0,0 0-1 16,0 0-7-16,0 0-2 0,0 0-11 0,0 0-11 15,0 0-4-15,0 0-9 0,0 0-7 0,0 0 1 16,0 0-8-16,0 0-22 0,0 0-32 0,0 0-37 16,0 0-60-16,0 0-115 0,0 0-241 0,0 0 106 15</inkml:trace>
        </inkml:traceGroup>
        <inkml:traceGroup>
          <inkml:annotationXML>
            <emma:emma xmlns:emma="http://www.w3.org/2003/04/emma" version="1.0">
              <emma:interpretation id="{688F66DA-5CBC-411D-AA44-9077E53D8443}" emma:medium="tactile" emma:mode="ink">
                <msink:context xmlns:msink="http://schemas.microsoft.com/ink/2010/main" type="inkWord" rotatedBoundingBox="7379,1202 5414,1204 5413,716 7378,714"/>
              </emma:interpretation>
              <emma:one-of disjunction-type="recognition" id="oneOf60">
                <emma:interpretation id="interp72" emma:lang="" emma:confidence="1">
                  <emma:literal/>
                </emma:interpretation>
              </emma:one-of>
            </emma:emma>
          </inkml:annotationXML>
          <inkml:trace contextRef="#ctx0" brushRef="#br1" timeOffset="-610659.6689">-7303 116 25 0,'0'0'141'0,"0"0"-7"15,0 0-14-15,0 0-6 0,0 0-7 0,0 0-4 16,0 0-1-16,0 0-4 0,0 0-11 0,0 0-2 15,0 0-5-15,12-9-6 0,-12 9-1 0,0 0-14 16,5-3-1-16,-5 3-5 0,4 0-6 0,-4 0-3 16,0 0-5-16,7-2-4 0,-3 2-7 0,-4 0-8 15,7 0 9-15,-7 0-9 0,7 0 2 0,-7 0-3 16,6 0-2-16,-6 0-6 0,4 5 3 0,-4-5 1 0,5 2-10 16,-5-2-1-16,2 6-4 0,-2-6-12 0,2 4 8 15,-2-4 2-15,1 8 0 0,-1-8-7 16,0 7-3-16,0-2-8 0,0-5 5 0,0 0 4 0,-1 10-9 15,1-10-1-15,0 5 3 0,0-5 1 0,0 8 4 16,0-8-1-16,0 5-3 0,0-5-2 0,0 0 4 16,1 7 4-16,-1-7 0 0,0 0 1 0,0 0 0 15,0 6 1-15,0-6-3 0,0 0-1 0,0 0 7 16,3 3 2-16,-3-3-1 0,0 0-2 0,0 0 1 16,5 3 3-16,-5-3-4 0,0 0 5 0,4 1-6 15,-4-1 7-15,0 0-1 0,6 1-1 0,-6-1 0 16,0 0 4-16,0 0-1 0,0 0-5 0,5 2 2 15,-5-2 4-15,0 0 6 0,0 0-3 0,0 0 7 0,0 0-9 16,0 0 4-16,0 0-3 0,0 0-1 16,0 0 0-16,-19-2 4 0,19 2 0 0,-9-1-9 15,4-1-5-15,-3 2 11 0,0-2 2 0,0 0-23 0,1-1 21 16,1 1-1-16,-1 0-9 0,-1-1 10 0,2-2-3 16,-2 2 0-16,0-1 3 0,2 0 0 0,0 0-3 15,-2 0 0-15,1 0 6 0,1-1-1 0,1 0-5 16,-1 1 3-16,1-1 3 0,2 3 9 0,0-3 8 15,3 5 0-15,-5-6-1 0,3 3 7 0,2 3 5 16,-5-4 6-16,5 4 7 0,-2-5 1 0,2 5 0 16,0 0-3-16,0 0 3 0,-4-4 0 0,4 4-1 15,0 0-4-15,0 0 2 0,0 0 5 0,0 0-4 16,0 0 2-16,0 0 4 0,0 0-2 0,0 0-2 16,0 0-3-16,0 0-6 0,0 0 2 0,0 0-7 15,4 19-5-15,-2-14 0 0,0-1-5 0,-1 2 0 16,1 0-2-16,0-1-2 0,0 2-2 0,-1 1-1 0,-1-2-1 15,0 1 1-15,-1-1-3 0,1-6-2 0,-4 11 3 16,1-6-4-16,-2 1-3 0,-1 1-1 16,0-4 2-16,-3 3-5 0,1-3-1 0,0 0-6 0,0 1-17 15,1-1-11-15,0-1-20 0,1 0-24 0,-1 0-32 16,2-2-31-16,1 0-37 0,4 0-36 0,-7-2-140 16,7 2-379-16,-5-5 167 0</inkml:trace>
          <inkml:trace contextRef="#ctx0" brushRef="#br1" timeOffset="-610425.2947">-7248-3 127 0,'4'-4'257'0,"-4"4"-16"0,3-4-18 0,-3 4-18 16,0 0-24-16,3-2-17 0,-3 2-21 0,0 0-21 15,0 0-40-15,0 0-42 0,0 0-52 0,0 0-60 16,0 0-64-16,-20 7-126 0,14-4-282 0,-1-1 125 0</inkml:trace>
          <inkml:trace contextRef="#ctx0" brushRef="#br1" timeOffset="-610144.0786">-7543-3 185 0,'0'0'209'0,"0"0"-10"15,0 0-20-15,0 0-13 0,0 0-6 0,0 0-2 16,0 0-4-16,0 0-6 0,0 0-7 0,0 0-7 16,0 0-2-16,-5 17-10 0,4-11-8 0,-1 1-5 15,0 1-13-15,0 1-4 0,0 0-11 0,-1-1-8 16,1 1-1-16,0 1-11 0,0 2-8 0,-1-3-7 16,1-1-17-16,0 2-24 0,-2-2-31 0,2 0-45 0,-1 0-53 15,1-1-61-15,0 0-64 0,0-2-129 16,1-1-408-16,-2 1 180 0</inkml:trace>
          <inkml:trace contextRef="#ctx0" brushRef="#br1" timeOffset="-609519.1113">-7662 87 125 0,'0'0'174'15,"0"0"-13"-15,0 0-10 0,0 0-13 0,-6 5-6 16,6-5-8-16,0 0-5 0,2 10-11 0,-2-10-9 16,0 6-11-16,0-6-8 0,0 9-8 0,0-9-4 15,-2 7-2-15,2-7-10 0,-2 7-4 0,2-7-5 16,-2 7-5-16,-1-2-6 0,1-1-3 0,0 0-2 16,-2 0-6-16,1 0 3 0,-1-2-8 0,1 1 0 15,3-3-4-15,-8 5 2 0,3-1-5 0,1-1 0 16,0-3-5-16,0 3 1 0,0-1-2 0,4-2 2 15,-8 4-1-15,5-3-5 0,-1 1-1 0,4-2 1 16,-5 2-3-16,5-2 1 0,-3 3 3 0,3-3 0 16,0 0-4-16,-4 3 0 0,4-3-1 0,0 0 0 0,-3 4 3 15,3-4-2-15,0 0 3 0,-3 6-1 16,3-6-4-16,0 0 6 0,0 0 2 0,0 0 0 16,4 9 8-16,-4-9-2 0,3 3 5 0,-3-3 3 15,4 6-2-15,-4-6-1 0,3 3 0 0,-3-3 10 0,2 4-4 16,-2-4 1-16,0 0-1 0,0 0 3 0,2 4-2 15,-2-4-1-15,0 0 2 0,0 0 0 0,0 0 0 16,3 4 1-16,-3-4 2 0,0 0-7 0,0 0 8 16,0 0-8-16,0 0 2 0,-7 7-3 0,7-7-4 15,-5 0 1-15,5 0-2 0,-8 1 0 0,8-1-5 16,-9 2 5-16,5-1-3 0,-3 0-6 0,2 0 2 16,-1-1 0-16,6 0-2 0,-10 0-3 0,4 1 3 15,0-1-1-15,6 0 0 0,-9-1-4 0,3 0 1 16,6 1 0-16,-12 1 2 0,6-2-2 0,-1 0-1 15,1-1-2-15,-1 0 2 0,-1 2-4 0,3-3 5 16,-2 0-1-16,1 0-3 0,0 0 0 0,1-2 3 16,-2 3-1-16,2-3-2 0,1 0 5 0,-1 0-2 15,2 0-2-15,-1 0 0 0,2 0-1 0,2-1-1 16,-1 0-1-16,1 6 1 0,0-11 1 0,1 6-8 16,1-2-6-16,3 0-14 0,-2 2-18 0,2-2-30 15,0 2-50-15,0 1-44 0,3-1-52 0,-1 0-142 16,0 0-397-16,4 0 175 0</inkml:trace>
          <inkml:trace contextRef="#ctx0" brushRef="#br1" timeOffset="-609206.6346">-7666 358 238 0,'0'0'223'0,"0"0"-14"0,0 0-12 0,0 0-17 0,0 0-16 15,-15-1-15-15,10 2-15 0,5-1-12 0,-12-1-15 16,5 1-11-16,0 0-12 0,0-1-29 16,0-1-23-16,-1 2-39 0,1-2-62 0,-1-1-59 0,-1-1-170 15,2 1-322-15,0 0 142 0</inkml:trace>
          <inkml:trace contextRef="#ctx0" brushRef="#br1" timeOffset="-608612.9427">-7983 26 40 0,'0'0'207'0,"0"0"-7"0,0 0-9 16,0 0-11-16,0 0-9 0,0 0-9 15,0 0-12-15,-3 18-2 0,3-18-12 0,-4 10-12 16,2-2-5-16,-1-1-14 0,1 1-2 0,-1-1-14 16,0 1-7-16,0-1-9 0,-1 1-2 0,1-2-12 0,0 1-7 15,-1 0-3-15,1-3-4 0,0 0-5 16,1 1-2-16,-1-2-6 0,0 1-2 0,3-4-4 16,-4 7 0-16,4-7-4 0,-5 2 0 0,5-2 0 0,-4 3-6 15,4-3-2-15,0 0 0 0,0 0-1 0,0 0-3 16,-8-7 0-16,8 7 1 0,-4-5-3 0,3 1-1 15,1 4-1-15,-3-8 0 0,1 4 4 0,2 4-3 16,-4-8-3-16,3 5-1 0,-3 0-3 0,4 3 2 16,-4-6-1-16,4 6 0 0,-5-3 0 0,5 3-1 15,-4-3-2-15,4 3 2 0,0 0 0 0,-7 2-1 16,7-2-1-16,-6 2 3 0,6-2 0 0,-6 4-3 16,3-1 3-16,0 0-2 0,0 0-2 0,-1 1-9 15,1-1-12-15,-1-1-14 0,0 4-18 0,0-3-23 16,0 0-30-16,0 0-30 0,1 1-29 0,-1-3-39 15,4-1-146-15,-6 2-383 0,6-2 169 0</inkml:trace>
          <inkml:trace contextRef="#ctx0" brushRef="#br1" timeOffset="-608362.9453">-7772-93 53 0,'0'0'201'0,"0"0"-5"16,0 0-13-16,0 0-11 0,-13 8-13 0,7-3-13 16,-3 2-12-16,0 0-5 0,-1 2-15 15,0-2-8-15,-7 1-7 0,6-1-10 0,-3 5-9 0,1-6-10 16,1 1-5-16,0 0-24 0,0-2-43 0,2 1-68 15,4-3-86-15,-1 1-146 0,1 0-327 0,2-4 145 16</inkml:trace>
          <inkml:trace contextRef="#ctx0" brushRef="#br1" timeOffset="-606800.5738">-8332 116 129 0,'0'0'178'0,"2"6"-10"0,-2-6-17 16,4 7-3-16,-1-5 1 0,-1 2-8 0,1 1-11 15,-2 0-9-15,2 0-2 0,-1 0-13 0,-1-1-6 16,2 1-10-16,-1 0-4 0,-1 0-11 0,2 1-4 15,-2 0-1-15,0-2 1 0,-1-4-4 0,-2 10-5 0,1-5-9 16,-1-1-1-16,2-4-4 0,-3 8-6 16,0-3-3-16,0-3-3 0,1 3-5 0,2-5-1 15,-5 3-3-15,2-1-4 0,3-2-3 0,-6 2-2 0,6-2-3 16,-8-2-6-16,8 2-4 0,-8-5-3 0,4 3-12 16,-1-2-4-16,-1-1-1 0,1 2-9 0,-1-3-7 15,1 0-6-15,-3-1-11 0,4 2 5 0,-1 0-7 16,2-2-2-16,-1 1 0 0,1-1 0 0,1 2-1 15,1 0 7-15,1 5-1 0,0-11 3 0,0 5 1 16,0 6 5-16,3-8 2 0,-2 3 5 0,-1 5 4 16,3-7 7-16,-1 4 0 0,-2 3-2 0,6-5 3 15,-4 3 7-15,-2 2 7 0,5-4-1 0,0 3 7 16,-5 1 0-16,8 0 5 0,-8 0 4 0,5-2 0 16,-5 2 8-16,7 2 1 0,-7-2 7 0,5 0-5 15,-2 3-1-15,-3-3-3 0,4 4 3 0,-4-4-6 16,3 6 8-16,-3-3 1 0,0-3-6 0,2 8 2 0,-2-8-2 15,-2 7-4-15,1-2 5 0,-2-2-6 16,0 1 1-16,-1 1 0 0,-1-1 6 0,-2-1-6 16,2 0-1-16,-2 0 2 0,0 0-4 0,-1 0 0 0,-1-3-1 15,-1 0 1-15,-1 2-3 0,0-1 0 0,1-1-8 16,-1-1 3-16,2-1 5 0,1 1-3 0,0-1 0 16,0 0 0-16,2 0-3 0,2 2-1 0,4 0 4 15,-8-2-5-15,8 2 1 0,-6-3 5 0,6 3-5 16,-4-1 4-16,4 1-1 0,0 0-4 0,0 0 0 15,-6-2 0-15,6 2-3 0,0 0 6 0,0 0-1 16,0 0 0-16,0 0 0 0,0 0-5 0,0 0 5 16,0 0 0-16,0 0-1 0,0 0-1 0,0 0 2 15,7 17-2-15,-5-14-1 0,-2-3-1 0,2 6 1 0,-2-6 4 16,0 6 3-16,0-6-2 0,0 7-2 16,0-7-3-16,0 0 2 0,-4 8 0 0,4-8-2 15,-4 3 2-15,4-3-5 0,-3 2-4 0,3-2 0 16,-5 3-8-16,5-3 4 0,-7-1-10 0,7 1-5 0,0 0 3 15,-7-2 1-15,7 2 1 0,-5-5 2 16,4 2 2-16,1 3-1 0,-5-7 0 0,5 7 1 16,-3-7 5-16,2 2 3 0,1 5 1 0,-2-10 2 0,2 10-1 15,1-9 6-15,-1 9-2 0,0-9 9 0,0 9 6 16,-1-8 5-16,1 8 3 0,-1-6 8 0,1 6-4 16,0 0-2-16,0-8-1 0,0 8-1 0,0 0-2 15,0 0-1-15,0 0-3 0,0 0-3 0,0 0 0 16,0 0-2-16,0 0 2 0,-1-5 0 0,1 5-4 15,0 0 0-15,0 0-1 0,0 0-2 0,0 0 1 16,0 0 3-16,-7 12-4 0,7-12-1 0,-4 5 1 16,4-5-5-16,-4 3 9 0,4-3-15 0,-5 4-1 15,1-4-3-15,4 0-3 0,-7 1-5 0,3 0 0 16,-1 1-5-16,5-2 0 0,-9 0-9 0,9 0-2 16,-9-2 3-16,4 0-3 0,-2 2 1 0,2-4 3 15,-1 1 4-15,2 0 3 0,-1 0 6 0,1 0 8 0,0 0 5 16,4 3 10-16,-5-8 11 0,2 5 3 0,0-1 2 15,3 4 6-15,-3-8 12 0,3 8 10 16,-2-4 0-16,2 4 3 0,-2-5 2 0,2 5-2 0,0 0 6 16,-2-6-6-16,2 6-4 0,0 0 1 0,0 0-2 15,0 0-1-15,-4-3 0 0,4 3-2 0,0 0-4 16,0 0-2-16,0 0-1 0,0 0 0 0,0 0 1 16,0 0-3-16,-6 12-3 0,6-12 0 0,0 6-2 15,0-6-4-15,0 8-2 0,0-8 3 0,0 7-3 16,0-7-4-16,-1 10-2 0,1-10-2 0,-1 7-2 15,-2-4 1-15,3-3-1 0,-2 7 4 0,-1-5-3 16,3-2-6-16,-6 5 2 0,2-4-1 0,-3 2-3 16,1-2-7-16,-3-1-4 0,2 1-4 0,1-1-8 0,-3 0-7 15,2 0-12-15,1 0-17 0,-3-2-25 16,0 0-27-16,3 1-30 0,1 0-39 0,5 1-47 16,-8-2-140-16,4 1-391 0,4 1 174 0</inkml:trace>
          <inkml:trace contextRef="#ctx0" brushRef="#br1" timeOffset="-606566.2165">-8701 286 199 0,'0'0'214'0,"0"0"-9"0,0 0-12 16,0 0-19-16,0 0-16 0,-16 0-14 0,16 0-23 16,-9-1-17-16,3-1-24 0,-1-1-29 0,1 1-38 15,0 0-29-15,2 0-49 0,-2-1-46 0,2 0-133 16,-1-2-265-16,1 1 117 0</inkml:trace>
          <inkml:trace contextRef="#ctx0" brushRef="#br1" timeOffset="-605660.018">-8788 82 85 0,'2'5'185'0,"-2"-5"-11"0,0 0-11 16,0 8-14-16,0-8-8 0,0 6-12 0,0-6-9 16,0 0-6-16,-2 10-8 0,2-10-10 0,-1 8-10 15,-2-4-7-15,0 1-11 0,0-2-5 0,0 1-5 0,0-1-2 16,0 2-11-16,-1-2-3 0,1 1-2 16,-2-1-7-16,1-1-4 0,4-2-7 0,-6 4-12 15,4-2-13-15,2-2-4 0,-9 0-12 0,9 0-2 0,-6-2-1 16,6 2 5-16,-7-2 0 0,7 2 1 0,-4-5-4 15,4 5 3-15,-4-6 5 0,2 3 4 16,2 3-4-16,-2-6 10 0,2 6 5 0,-1-11 5 16,1 11-3-16,1-7 7 0,-1 7 8 0,0-8 8 0,0 8-2 15,1-4 5-15,-1 4 2 0,0 0 1 0,0 0-9 16,0 0 0-16,0-10-4 0,0 10-3 0,0 0-3 16,0 0 2-16,0 0-2 0,0 0-3 0,0 0 0 15,0 0-4-15,0 0 2 0,0 0 1 0,6 14-3 16,-6-14 1-16,0 0-4 0,-3 12 3 0,3-12-5 15,-3 8 6-15,2-5 8 0,1-3-12 0,-6 6 1 16,3-4-3-16,-1 2-3 0,0-3-4 0,-2 2-10 16,2-1-8-16,4-2-13 0,-10 3-1 0,4-3-12 15,0-1-6-15,-1 1-1 0,1-2 1 0,-1 0 1 16,2 2 0-16,0-3 8 0,1 1 9 0,0-2-3 16,2 1 8-16,2 3-4 0,-6-7 12 0,4 4-3 15,2 3 5-15,-4-6 5 0,4 6 8 0,-1-7 12 0,-1 3 5 16,2 4 0-16,0 0 5 0,-1-9 6 0,1 9 16 15,0 0-1-15,0-6 4 0,0 6 3 16,0 0 5-16,0 0 3 0,0 0 1 0,1-7 0 0,-1 7-4 16,0 0-2-16,0 0-6 0,0 0-3 0,0 0 1 15,0 0-2-15,0 0-2 0,0 0-1 0,0 0-1 16,0 0-1-16,0 0-2 0,0 0 3 0,0 0-2 16,5 13-2-16,-5-13 5 0,0 0-6 0,0 11-4 15,0-11 0-15,0 9-4 0,0-9 0 0,-1 7 0 16,-1-2-1-16,1-1-3 0,1-4-2 0,-2 8 2 15,0-4-1-15,-1-1-1 0,3-3 2 0,-4 6-3 16,1-4-2-16,3-2-2 0,-8 3 2 0,4-1-1 16,4-2-2-16,-7 3 0 0,3-3 0 0,4 0-4 15,-10-3 1-15,4 2 0 0,1-2-3 0,-1 0-4 16,0 0 1-16,0 1 2 0,1-2-4 0,-2-1 2 16,2 0-1-16,0-1 2 0,-1 1-3 0,3-2 3 15,-1 4 2-15,-1-2-4 0,1-1 1 0,1 2 3 0,0 1-2 16,0-1-1-16,-1 0-2 0,4 4 4 0,-4-4 3 15,4 4-5-15,-6-2 5 0,6 2-7 16,-6 0 5-16,6 0-2 0,-6 3 2 0,2-1 0 0,4-2 3 16,-6 6-3-16,-1-2 0 0,3 1 0 0,0-1 2 15,-2 1-2-15,2-1-3 0,1 0 9 0,0 0-24 16,0-1-29-16,-1 0-47 0,4-3-55 0,-5 5-55 16,2-2-181-16,3-3-416 0,0 0 185 0</inkml:trace>
          <inkml:trace contextRef="#ctx0" brushRef="#br1" timeOffset="-605300.643">-8807-12 137 0,'0'0'194'0,"0"0"-13"0,0 0-14 15,-16-5-15-15,16 5-15 0,-10 0-13 0,2-1-14 0,2 1-10 16,-2 0-9-16,0-2-13 0,2 1-7 0,-3 0-10 16,3-1-13-16,-2 0-9 0,4 0-9 15,0 0-2-15,-2 1-13 0,6 1-3 0,-5-7-5 16,3 5-1-16,2 2-7 0,-1-9-4 0,1 9-2 0,3-8 3 15,-1 3-5-15,3-2 5 0,-3 2 0 0,2-1-1 16,-2 1-2-16,2-1 4 0,-2 1 3 0,0-1-2 16,0 1-4-16,-2 5 0 0,2-7-13 0,-2 7-10 15,1-8-14-15,-1 8-20 0,0 0-26 0,0 0-22 16,0 0-118-16,-4-7-248 0,4 7 111 0</inkml:trace>
        </inkml:traceGroup>
        <inkml:traceGroup>
          <inkml:annotationXML>
            <emma:emma xmlns:emma="http://www.w3.org/2003/04/emma" version="1.0">
              <emma:interpretation id="{2DAABCD0-5BA6-400F-843A-F5ADB337A1C2}" emma:medium="tactile" emma:mode="ink">
                <msink:context xmlns:msink="http://schemas.microsoft.com/ink/2010/main" type="inkWord" rotatedBoundingBox="5239,1220 2630,1223 2629,778 5238,776"/>
              </emma:interpretation>
              <emma:one-of disjunction-type="recognition" id="oneOf61">
                <emma:interpretation id="interp73" emma:lang="" emma:confidence="1">
                  <emma:literal/>
                </emma:interpretation>
              </emma:one-of>
            </emma:emma>
          </inkml:annotationXML>
          <inkml:trace contextRef="#ctx0" brushRef="#br1" timeOffset="-603535.1882">-9354 81 64 0,'0'0'202'0,"0"0"-5"0,0 0-7 0,0 0-19 16,0 0-9-16,0 12-5 0,0-12-5 0,0 0-10 15,0 8-6-15,0-8-17 0,0 0-9 0,0 7-11 16,0-7-7-16,0 0-9 0,-1 8-8 0,1-8-10 16,-3 6-5-16,0-3-7 0,1 1 2 0,2-4-10 15,-4 8-2-15,1-6-7 0,-1 2-3 0,1-1-5 16,3-3-5-16,-6 6-15 0,1-4-7 0,2 1-9 16,3-3-9-16,-7 2-13 0,4-2-10 0,3 0-5 15,-7 2-4-15,7-2-3 0,-8-3 0 0,4 0 1 16,4 3 4-16,-6-5 4 0,3 1 7 0,3 4-4 15,-5-5 5-15,4 1 7 0,1 4 9 0,-3-6 0 16,3 6-4-16,-3-6 7 0,3 6 7 0,-3-6 2 0,3 6 3 16,-1-4 7-16,1 4 4 0,0 0 3 15,-2-7 2-15,2 7 8 0,0 0-4 0,0 0 9 16,0 0-2-16,0 0 4 0,3-9-2 0,-3 9-5 0,0 0 1 16,0 0-1-16,0 0 0 0,0 0 2 0,0 0-2 15,0 0 1-15,0 0-5 0,0 0 4 0,0 0-5 16,0 0-3-16,0 0-3 0,-5 18-2 0,5-18 2 15,-3 6-4-15,1-3-1 0,2-3-6 0,-5 5-6 16,2-2-12-16,0 0-7 0,0-2-3 0,3-1-10 16,-9 4-1-16,5-3-7 0,-1-1-6 0,5 0 1 15,-10 2 2-15,6-2-11 0,4 0 14 0,-9-3 4 16,5 1 3-16,4 2 4 0,-6-3 3 0,3 0 6 16,3 3 0-16,-6-6 1 0,6 6 8 0,-3-6 7 15,3 6 0-15,-2-5 7 0,2 5 15 0,-2-7 1 16,2 7 9-16,0 0 5 0,0-8-1 0,0 8 3 15,0 0 2-15,2-9 5 0,-2 9 2 0,1-4 3 16,-1 4 2-16,3-5-1 0,-3 5-3 0,0 0-1 0,4-4-4 16,-4 4-8-16,0 0 3 0,0 0-6 0,0 0-2 15,0 0-3-15,0 0 5 0,0 0-6 16,0 0 0-16,0 0-2 0,0 0-4 0,0 0 1 0,0 0-2 16,-5 18-1-16,3-14 1 0,2-4-2 0,-3 7 1 15,1-3-5-15,2-4 3 0,-5 6-10 0,3-2 0 16,0 0-5-16,-1-2-3 0,3-2-4 0,-6 5-8 15,2-4-6-15,4-1-8 0,-7 3-5 0,3-2-6 16,4-1-11-16,-9 0 3 0,9 0 1 0,-10-2 8 16,6 0 2-16,-3 0 1 0,4-2 6 0,-3 3 4 15,2-3-3-15,1 2 9 0,0-3 5 0,3 5 4 16,-4-7 1-16,1 4 4 0,3 3 6 0,-2-8 10 16,2 8 1-16,-2-7 12 0,0 4-3 0,2 3 4 15,-2-6 6-15,2 6 2 0,0 0 10 0,-1-6 5 16,1 6 5-16,0 0 2 0,0 0 3 0,0 0-3 15,0 0 1-15,1-9 0 0,-1 9-6 0,0 0-4 16,0 0-5-16,0 0-1 0,0 0 0 0,0 0-4 16,0 0-1-16,0 0 0 0,0 0-2 0,0 0 2 0,0 0-5 15,0 0-2-15,0 0 0 0,0 0-2 16,-1 19-2-16,1-19 1 0,0 8-1 0,0-8 2 16,-1 7-6-16,1-7 1 0,-2 8-1 0,2-8 0 15,-3 7-4-15,3-7 5 0,-4 6-3 0,1-3-1 0,3-3 0 16,-5 3-2-16,2 1-3 0,3-4-4 0,-6 2-4 15,1 0-3-15,5-2-7 0,-9 0-3 16,5 0-7-16,4 0 1 0,-10-3-2 0,4 2-5 16,2-1 4-16,-1-1 2 0,-2 0-5 0,3 0 5 0,-1 0-1 15,1 0 1-15,0-2 3 0,0 1 6 0,1 1-4 16,-1-2 5-16,2 2-2 0,-1-1 9 0,3 4 0 16,-3-7 6-16,3 7 3 0,-3-7 7 0,3 7 4 15,-1-6 8-15,1 6 3 0,-1-6-4 0,1 6 4 16,0 0 2-16,0 0-1 0,1-7 1 0,-1 7-2 15,0 0-1-15,0 0-2 0,0 0 0 0,0 0-1 16,0 0-3-16,0 0 0 0,0 0 1 0,0 0 4 16,0 0-4-16,0 0 3 0,0 0-7 0,6 14 1 15,-6-14 0-15,1 7 5 0,-1-7-6 0,-1 7 0 16,1-7-3-16,-2 8 4 0,2-8-2 0,-2 7-1 16,0-4-2-16,2-3-2 0,-3 8 4 0,0-5-6 15,0 0 1-15,3-3 0 0,-5 5-3 0,1-3-1 16,4-2-8-16,-9 3-3 0,4-1 2 0,1-2-4 15,4 0 1-15,-9 0-2 0,9 0 5 0,-9-2-1 16,5 1 1-16,-2-1-2 0,6 2 2 0,-6-4 2 16,1 1 0-16,3-1 4 0,-3 0 2 0,5 4 6 15,-4-7 3-15,4 7-1 0,-2-5 8 0,2 5 8 0,-4-7 9 16,4 7 4-16,-3-5 1 0,3 5-2 0,-2-4 4 16,2 4 4-16,0 0-8 0,0-5 1 15,0 5-4-15,0 0-2 0,0 0-4 0,0 0-2 16,0 0-1-16,0 0-3 0,0 0-3 0,0 0-1 0,0 0-1 15,0 0-4-15,0 0 5 0,-3 15-6 0,3-15 0 16,0 9 4-16,0-9-5 0,-1 8 1 0,-1-3 0 16,0-1 1-16,0 0-3 0,-1 0 0 0,3-4-2 15,-9 7 0-15,2-4-7 0,0-1-8 0,-1 0-15 16,-2 0-17-16,1 0-25 0,0-1-38 0,0-2-31 16,2 1-39-16,0-2-35 0,0 1-152 0,3-1-390 15,4 2 173-15</inkml:trace>
          <inkml:trace contextRef="#ctx0" brushRef="#br1" timeOffset="-602738.3439">-9394 315 188 0,'0'0'186'0,"0"0"-21"0,0 0-13 15,0 0-10-15,-13-12-16 0,10 12-10 0,3 0-11 16,-10-4-18-16,7 3-9 0,-3 0-40 0,6 1-36 15,-6-1-48-15,1-1-49 0,5 2-113 0,-7-2-224 16,7 2 99-16</inkml:trace>
          <inkml:trace contextRef="#ctx0" brushRef="#br1" timeOffset="-603066.4413">-9514 32 212 0,'4'1'215'16,"-4"-1"-13"-16,0 0-12 0,0 0-15 15,0 0-18-15,0 0-13 0,0 0-11 0,0 0-12 16,0 0-9-16,0 0-16 0,-19-1-7 0,19 1-14 0,-7-2-7 16,1 1-16-16,6 1-18 0,-8-3-20 0,2 1-25 15,2 1-12-15,4 1-22 0,-9-3-17 0,6 1-18 16,-2-1-5-16,5 3-10 0,-6-5-5 0,3 3-2 16,0-1 1-16,3 3 2 0,-4-6 9 0,4 6 7 15,-4-5 10-15,4 5 7 0,0 0 13 0,0-7 7 16,0 7 10-16,0 0 5 0,2-7 15 0,-2 7 5 15,5-6 12-15,-3 2 8 0,1 1 3 0,0 0 10 16,0 0-3-16,-3 3 3 0,6-6 5 0,-4 4-7 16,-2 2 1-16,6-5 1 0,-4 3-8 0,-2 2-17 15,0 0-14-15,5-3-22 0,-5 3-34 0,0 0-67 16,0 0-152-16,0 0 68 0</inkml:trace>
          <inkml:trace contextRef="#ctx0" brushRef="#br1" timeOffset="-602269.6551">-9454 376 166 0,'0'0'279'0,"0"0"-19"16,0 0-22-16,0 0-24 0,0 0-24 0,13-7-13 16,-13 7-29-16,3-1-38 0,-3 1-26 0,0 0-67 15,0 0-66-15,4-3-82 0,-4 3-154 0,0 0-307 16,0 0 137-16</inkml:trace>
          <inkml:trace contextRef="#ctx0" brushRef="#br1" timeOffset="-601707.1808">-9765-19 51 0,'0'0'187'0,"0"0"-18"0,0 0-14 15,0 0-12-15,0 0-14 0,-13-3-12 0,13 3-12 16,-10 0-10-16,5 0-2 0,5 0-25 0,-9 0-23 16,4 0-33-16,5 0-50 0,-8 0-51 0,8 0-118 15,-7 1-225-15,2-1 99 0</inkml:trace>
          <inkml:trace contextRef="#ctx0" brushRef="#br1" timeOffset="-601332.223">-9875 242 184 0,'0'0'210'0,"0"0"-10"0,0 0-13 0,0 0-17 16,0 0-19-16,0 0-12 0,0 0-17 0,0 0-10 15,0 0-10-15,-21-3-11 0,14 2-11 0,1 0-19 16,-2 1-29-16,1-1-38 0,-1 0-39 0,1 0-36 16,1-2-49-16,-1 1-134 0,0 0-285 0,3-1 127 15</inkml:trace>
          <inkml:trace contextRef="#ctx0" brushRef="#br1" timeOffset="-600894.7539">-9968 75 113 0,'0'0'177'16,"0"0"-5"-16,0 0-2 0,0 0-8 0,0 0-10 15,0 0-12-15,0 0-10 0,3 17-12 0,-3-17-11 16,-1 9-8-16,1-9-7 0,-2 6-13 0,0-2 0 16,2-4-10-16,-3 9-6 0,1-6-9 0,0 1 1 15,2-4-8-15,-8 7-7 0,5-6-4 0,0 2-3 16,-3-1-4-16,2 0-3 0,4-2-1 0,-9 1-2 16,9-1-5-16,-7 0 1 0,7 0-1 0,-10 0-4 15,10 0-3-15,-6-3 2 0,3 0-3 0,3 3-2 16,-4-6 0-16,3 2 4 0,1 4-1 0,-3-10 1 15,3 10 10-15,0-10 1 0,1 4-1 0,-1-2 7 16,2 0 4-16,1 1-1 0,-1-3-1 0,0 1-1 16,1 0 0-16,1-4-6 0,0 0 1 0,0 0-5 15,0-1-1-15,-1 1-3 0,-1 4-2 0,1-1-3 0,-1 3-1 16,1-1-2-16,-2 2-8 0,0 1-14 16,-1 5-19-16,2-7-15 0,-2 7-17 0,0 0-22 15,0 0-27-15,0 0-33 0,0 0-34 0,0 0-178 16,0 0-390-16,0 0 173 0</inkml:trace>
          <inkml:trace contextRef="#ctx0" brushRef="#br1" timeOffset="-600676.005">-10102 247 226 0,'0'0'303'0,"5"3"-12"16,-5-3-19-16,0 0-13 0,0 0-33 0,0 0-15 16,9-7-26-16,-9 7-20 0,4-6-12 0,-4 6-22 15,3-3-27-15,-3 3-37 0,3-5-55 0,-3 5-73 16,0 0-88-16,0 0-251 0,0 0-432 0,-9-11 191 16</inkml:trace>
          <inkml:trace contextRef="#ctx0" brushRef="#br1" timeOffset="-599894.8228">-10197 75 166 0,'0'0'181'16,"0"0"-15"-16,0 0-9 0,0 0-12 0,0 0-9 0,0 0-12 15,0 0-4-15,-3 17-5 0,3-17-6 0,0 0-8 16,0 10-6-16,0-10-6 0,0 6-9 16,0-6-10-16,-1 8-5 0,1-8-8 0,0 7 3 0,0-7-10 15,-1 8-7-15,1-8 0 0,-2 7-6 0,2-7-3 16,-5 5-4-16,3-2 0 0,-2 1-4 0,0-2-4 15,-2 0-6-15,0 0-5 0,0 0-9 0,-1-1-6 16,0 1-5-16,-1-2-5 0,4 0 4 0,-3-2 1 16,7 2 2-16,-10 0-4 0,10 0 3 0,-6-2-1 15,6 2 2-15,-5-2 3 0,5 2-3 0,-5-2 3 16,5 2 1-16,0 0-4 0,-7-2 3 0,7 2-1 16,0 0 2-16,0 0-2 0,0 0 1 0,0 0-1 15,0 0 4-15,0 0 0 0,0 0-1 0,0 0-2 16,3 13 6-16,-3-13 1 0,3 7-3 0,-3-7 1 15,1 7-2-15,0-2-2 0,-1-5 7 0,0 8-3 16,0-8 0-16,-1 7-1 0,1-7 3 0,0 0-4 16,-1 7 2-16,1-7-1 0,-2 3-7 0,2-3-9 15,0 0-5-15,-6 1-7 0,6-1 2 0,0 0-2 16,0 0-8-16,-7-6-8 0,7 6-9 0,-4-8-2 16,1 5 0-16,3 3 1 0,-4-9 1 0,0 4-8 15,2 1 4-15,0-2 8 0,-1 0-3 0,1 1 11 16,2 5 5-16,-1-10 0 0,-2 4 4 0,1 0 4 0,2 6 4 15,-1-7 2-15,-2 3 4 0,3 4-2 0,0 0 11 16,-3-7 1-16,3 7 3 0,-4-3 3 0,4 3 5 16,-5-3 3-16,5 3-5 0,-5 0-1 15,5 0 6-15,-8 0 5 0,8 0-4 0,-9 2-1 0,4-1-3 16,-1 1 1-16,2-1 7 0,-2 1-8 0,-1 1 0 16,2-1 5-16,1 1-4 0,-1 1-1 0,0 0 0 15,1 0 0-15,0 0 4 0,1 2 7 0,1 0 3 16,-1-2 13-16,1 2-7 0,1 0 2 0,0 1 11 15,1 0 2-15,-1 0 8 0,1 1 4 0,0 0 3 16,1 1 9-16,-1 0-2 0,2-1 0 0,-2 1 0 16,1 4 1-16,-1-4-4 0,0 0-3 0,0 1-5 15,0 0 0-15,0 2-5 0,-1-3-3 0,0 0-5 16,0-1-1-16,0 0-8 0,1-1-7 0,-1-2-24 16,1-5-26-16,-2 9-34 0,2-4-45 0,0-5-46 15,0 0-187-15,-2 6-369 0,2-6 165 0</inkml:trace>
          <inkml:trace contextRef="#ctx0" brushRef="#br1" timeOffset="-599629.2065">-10221-25 211 0,'2'-3'270'0,"-2"3"-12"0,0 0-18 0,5-3-15 16,-5 3-24-16,0 0-18 0,0 0-23 0,3-4-14 0,-3 4-23 15,0 0-27-15,0 0-39 0,0 0-48 0,0 0-57 16,0 0-50-16,0 0-55 0,0 0-161 0,0 0-339 15,0 0 150-15</inkml:trace>
          <inkml:trace contextRef="#ctx0" brushRef="#br1" timeOffset="-595207.6478">-11308 120 160 0,'0'0'180'0,"0"0"-7"16,0 0-8-16,0 0-8 0,3 13-13 0,-3-13-9 15,0 0-15-15,0 6-9 0,0-6-6 0,0 0-14 0,0 0-6 16,-3 11-8-16,3-11-10 0,-3 5-4 0,2-2-5 15,1-3-5-15,-6 4-6 0,3-3-5 16,3-1-2-16,-6 3-5 0,1-2-4 0,0-1-2 16,5 0-7-16,-8 2-8 0,2-3-8 0,6 1-9 0,-9-2 0 15,2 0-2-15,0 0-4 0,0-1-5 0,2 1-3 16,0-1-4-16,0-1-3 0,1 0 1 0,0 0-1 16,1 0 4-16,-1 0 0 0,2 1 2 0,2 3 2 15,-4-8 2-15,3 4 2 0,1 4-1 0,-1-10 1 16,1 10 1-16,0-10-1 0,0 10 2 0,0-7 6 15,0 7-4-15,2-8 3 0,-2 8 1 0,2-7 2 16,-2 7-4-16,3-4 4 0,-3 4-1 0,4-5-1 16,-4 5-3-16,3-3 7 0,-3 3-3 0,0 0 1 15,4-3 1-15,-4 3-1 0,0 0 0 0,0 0 6 0,0 0-4 16,0 0 1-16,0 0 1 0,0 0-2 16,0 0 1-16,0 0 2 0,-15 4 0 0,15-4-4 15,-6 3 3-15,2-1 1 0,4-2-2 0,-7 4-4 16,3 1-1-16,1-4 6 0,-1 2 1 0,0 0-2 0,1 0-1 15,3-3-4-15,-7 5 0 0,4-3 6 0,1 0 1 16,2-2-6-16,-3 5 0 0,3-5-2 16,-3 5-2-16,3-5 4 0,0 0 0 0,0 0-4 0,3 10-4 15,-3-10 2-15,4 3 3 0,-4-3-4 0,4 5-1 16,0-3 7-16,-1 0-7 0,-3-2-1 0,7 6 6 16,-5-5-1-16,1 2 0 0,-3-3 1 0,5 5-4 15,-2-4 10-15,-3-1-2 0,4 3-2 0,-4-3 5 16,1 4 4-16,-1-4 3 0,0 0 2 0,0 0 5 15,0 0-5-15,-9 5-5 0,9-5 4 0,-7 2-2 16,1-2-1-16,0 1 3 0,-2-1-2 0,1-1-2 16,-4-1-2-16,1 2 3 0,0-1 3 0,2 1-2 15,-1-1 8-15,-1-2-2 0,2 2 1 0,0-2 0 0,1 3 5 16,0-3-4-16,3 3-1 0,-1-1 5 16,5 1 0-16,-7-3-6 0,7 3-1 0,-6-1 1 15,6 1-2-15,0 0-1 0,-6 0 3 0,6 0-4 16,0 0 0-16,0 0-1 0,0 0-2 0,-4 1 3 0,4-1-2 15,0 0-3-15,0 0 2 0,0 0 1 0,0 0-5 16,0 0 3-16,6 13 0 0,-3-10 1 16,-3-3-1-16,4 7 0 0,-1-3 0 0,0 0-2 0,-2-2 1 15,3 2 0-15,-3 1-1 0,2-2 1 0,-3-3-1 16,2 8-1-16,0-4 1 0,-2-4 0 0,0 5-3 16,0-5 2-16,0 0-4 0,0 0-3 0,-4 9-3 15,4-9-4-15,-2 3-6 0,2-3-5 0,-6 1-4 16,6-1-7-16,-5 1-2 0,5-1-4 0,-5 0-4 15,5 0-2-15,-7-1 9 0,7 1 2 0,-6-3 2 16,6 3 5-16,-6-5 3 0,3 2 2 0,1-1 2 16,2 4 5-16,-4-8 6 0,4 8 4 0,-1-7 12 15,1 7-4-15,-1-9 7 0,1 9 2 0,-1-8 9 16,1 8-2-16,1-7 8 0,-1 7 2 0,1-6 1 16,-1 6-1-16,1-7 4 0,-1 7-5 0,1-6 4 15,-1 6-5-15,0 0 2 0,2-5-3 0,-2 5-4 16,0 0-7-16,0 0 2 0,0 0 1 0,0 0-3 0,0 0 6 15,0 0-3-15,0 0-1 0,0 0 0 0,0 0-3 16,0 0-1-16,0 0 4 0,0 0-2 16,-7 17-3-16,7-17 0 0,-5 5 2 0,3-3-3 0,2-2 1 15,-7 4-2-15,4-2-3 0,3-2 0 0,-7 3 1 16,2-2-5-16,1 1-2 0,-2-2 0 0,0 0-7 16,6 0-2-16,-11 0-10 0,4-2-8 0,7 2-9 15,-10-1-1-15,5-1-1 0,0 0 7 0,0 0-6 16,5 2 5-16,-7-5 2 0,4 4 2 0,3 1 4 15,-6-6-1-15,6 6 4 0,-2-5 4 0,2 5 0 16,-1-7 12-16,1 7 2 0,0 0 8 0,0-6 9 16,0 6 3-16,0 0 7 0,0 0 0 0,-2-8 7 15,2 8-3-15,0 0 2 0,0 0 2 0,0 0 2 16,0 0 6-16,0 0 5 0,0 0-1 0,0 0 4 16,0 0-4-16,0 0-1 0,0 0-2 0,0 0 0 15,0 0-4-15,-5 14-2 0,5-14-3 0,-2 4-1 16,2-4-6-16,0 0 0 0,0 0-5 0,0 9 2 0,0-9-4 15,0 0 1-15,0 8-1 0,0-8 0 0,0 6 0 16,0-6-1-16,-2 8 1 0,2-8 2 16,-3 5-1-16,0-2 2 0,0 1 5 0,3-4 2 15,-7 3-2-15,3 0-4 0,-2-2-1 0,0 1 0 0,0-1 0 16,1-1-1-16,-2 3-4 0,1-3 1 0,-1 2-3 16,-1-4 1-16,1 2-3 0,-3-1-3 0,0-2 1 15,2 2 0-15,-3-2-4 0,-2-1 0 0,0 1 1 16,1 1-3-16,1-3-2 0,0 2 3 0,3-2-4 15,1 0-7-15,-2-1-5 0,2 2-5 0,1-3-18 16,1 2-18-16,0-1-32 0,1 0-41 0,1-1-43 16,1 2-37-16,1-2-207 0,1 7-446 0,0-11 197 15</inkml:trace>
          <inkml:trace contextRef="#ctx0" brushRef="#br1" timeOffset="-595004.5232">-11826 55 137 0,'0'0'171'0,"0"0"-4"0,0 0-9 16,0 0-16-16,-19 1-10 0,19-1-12 0,-9-1-10 15,4 2-11-15,5-1-12 0,-10 0-17 16,4 0-29-16,6 0-30 0,-7-1-50 0,7 1-60 0,-3-2-120 15,3 2-235-15,0 0 104 0</inkml:trace>
          <inkml:trace contextRef="#ctx0" brushRef="#br1" timeOffset="-594567.0542">-11332 4 118 0,'1'-5'276'15,"-1"5"-17"-15,0 0-23 0,0 0-20 0,4-3-23 16,-4 3-18-16,0 0-21 0,0 0-19 0,0 0-36 16,0 0-44-16,0 0-70 0,0 0-79 0,0 0-86 15,0 0-92-15,0 0-294 0,0 0 131 0</inkml:trace>
          <inkml:trace contextRef="#ctx0" brushRef="#br1" timeOffset="-521931.5099">-10554 13 175 0,'0'0'197'0,"-1"-5"-12"0,1 5-16 0,0 0-12 16,0 0-10-16,0 0-9 0,0 0-6 0,0 0-11 15,0 0-6-15,0 0-10 0,0 0-4 0,-5 13-11 16,5-13-5-16,-3 9-5 0,2-3-5 0,-2 2-5 15,1-1-8-15,1 0-2 0,-2 1-7 0,2 1-6 16,-2-2-6-16,1 0-4 0,1 0 1 0,-1 1-7 16,1-1-6-16,-1-1-16 0,1-1-26 0,-1 1-37 15,1-1-48-15,1-5-45 0,-1 8-74 0,1-8-113 16,-2 5-363-16,2-5 161 0</inkml:trace>
          <inkml:trace contextRef="#ctx0" brushRef="#br1" timeOffset="-520822.2571">-10651 101 81 0,'0'0'117'16,"6"16"-2"-16,-6-16-11 0,0 0-9 0,0 0-8 15,-2 8-8-15,2-8-6 0,-2 4-7 0,2-4-8 16,-2 5-2-16,2-5-4 0,-5 4-10 0,2-2-6 16,3-2-3-16,-6 3-2 0,6-3 2 0,-7 3-9 15,5-3-5-15,-4 1-3 0,6-1-11 0,-6 0-1 16,6 0-1-16,-6 0 1 0,6 0-2 0,-6-1-3 15,6 1 11-15,-5-4-9 0,5 4 1 0,-4-5 0 16,4 5 7-16,-2-6-5 0,2 6 3 0,-2-5 2 16,2 5-4-16,0 0 10 0,0-7-5 0,0 7 5 15,0 0-3-15,3-8 4 0,-3 8 1 0,0 0 5 16,3-4-2-16,-3 4 3 0,0 0-3 0,0 0-4 16,2-5 4-16,-2 5-4 0,0 0-2 0,0 0-1 15,0 0 3-15,0 0-2 0,0 0 1 0,0 0-3 0,0 0 1 16,0 0-5-16,0 0 0 0,0 0-3 0,0 0 1 15,0 0-5-15,0 0 4 0,-3 20 4 16,3-20-2-16,-3 5 0 0,3-5-6 0,-3 6-8 16,-1-4-4-16,1 1 1 0,3-3-2 0,-7 3-10 0,3-1 0 15,0 0-2-15,4-2 2 0,-8 1-4 0,3-1 4 16,5 0 8-16,-8 0-2 0,8 0-5 0,-9-1 2 16,9 1-1-16,-6-3 8 0,6 3 5 0,-6-3 0 15,3 1 3-15,3 2 7 0,-6-4 7 0,6 4-2 16,-4-4-1-16,4 4 14 0,-2-5-2 0,2 5 7 15,0 0 5-15,0 0 14 0,0-9 5 0,0 9 7 16,0 0-5-16,0 0 4 0,2-8-6 0,-2 8 1 16,0 0-2-16,0 0-5 0,0 0-3 0,0 0-4 15,0 0-8-15,0-6 0 0,0 6-5 0,0 0 0 16,0 0-3-16,0 0-6 0,0 0 1 0,0 0-3 16,0 0-1-16,0 0 1 0,0 0-3 0,0 0-1 15,0 0-6-15,-6 16 1 0,6-16-8 0,-2 5-3 16,2-5-1-16,-3 6-2 0,3-6-5 0,-4 5-4 15,2-4 1-15,2-1-7 0,-7 3 4 0,7-3-7 16,-7 1-13-16,7-1 1 0,-5-1 1 0,5 1 8 16,0 0-8-16,-10-2 8 0,10 2 8 0,-5-4-7 15,1 2 1-15,0 0 4 0,4 2 6 0,-5-5 4 0,5 5 4 16,-4-5 5-16,4 5 4 0,-5-6 4 0,5 6 8 16,-1-4 8-16,1 4 7 0,-2-5 9 0,2 5-3 15,0 0 15-15,-3-5-9 0,3 5-1 16,0 0 5-16,0 0-4 0,-4-4 0 0,4 4 1 0,0 0-1 15,0 0-3-15,0 0-1 0,0 0 1 0,0 0-1 16,0 0-4-16,0 0-1 0,0 0 1 0,0 0 5 16,0 0-1-16,0 0-4 0,0 0 1 0,0 0 2 15,0 0-7-15,0 0 3 0,0 0-6 0,8 12 5 16,-8-12-2-16,0 0 0 0,0 8-2 0,0-8-1 16,0 0-2-16,2 7-2 0,-2-7-2 0,0 0-2 15,-2 7 3-15,2-7-5 0,-1 7 1 0,1-7 1 16,0 0 1-16,-1 7 0 0,1-7 3 0,-2 4-1 15,2-4 5-15,-4 5 1 0,4-5-3 0,-5 3-1 16,5-3 1-16,-5 3 0 0,1-1-3 0,4-2 0 16,-7 3-5-16,3-2 5 0,4-1-6 0,-11 0 1 15,4 0-1-15,0 0 0 0,0 0-4 0,0 0 1 16,-4-1-2-16,2-1 0 0,-2 0-3 0,2-1-1 16,-2-1-1-16,4 0 4 0,-2 1-5 0,2 1-1 0,0-2-5 15,1 0 2-15,-2-1-11 0,3 1-4 16,-1 0-6-16,1 0-3 0,1-2-2 0,1 3-5 15,1 0-7-15,2 3-12 0,-4-8-16 0,2 4-20 0,2 4-19 16,0-7-25-16,0 7-28 0,2-7-28 0,-2 7-170 16,4-8-388-16,-2 6 173 0</inkml:trace>
          <inkml:trace contextRef="#ctx0" brushRef="#br1" timeOffset="-520619.1321">-10921 24 170 0,'0'0'174'0,"0"0"-11"0,0 0-11 0,-16-1-16 15,16 1-16-15,-11 1-8 0,5-1-18 0,0 0-20 16,0 1-28-16,6-1-43 0,-8 1-46 0,3-1-158 15,5 0-216-15,-9-1 95 0</inkml:trace>
          <inkml:trace contextRef="#ctx0" brushRef="#br1" timeOffset="-519962.9442">-11152 170 11 0,'0'0'167'15,"0"0"-13"-15,-10 3-7 0,10-3-16 0,0 0-13 16,-8 0-6-16,8 0-11 0,-5 1-6 0,5-1-14 0,0 0-6 16,0 0-5-16,-8-3-6 0,8 3-4 0,0 0-5 15,-6-4-10-15,6 4-1 0,-3-3-6 16,3 3-4-16,0 0-5 0,-3-5 1 0,3 5-6 0,0 0-3 15,0 0 2-15,1-9-4 0,-1 9-7 0,4-5 0 16,-4 5 1-16,5-5-2 0,-5 5 0 0,3-3 1 16,-3 3-4-16,5-3-2 0,-5 3 4 0,4-3-1 15,-4 3 2-15,6-2-2 0,-6 2-1 0,7 0 2 16,-7 0-3-16,5 2 4 0,-5-2 2 0,7 3 7 16,-7-3 0-16,6 4 4 0,-5-1 0 0,-1-3 5 15,2 9 6-15,-2-4 3 0,0-5-1 0,-3 14 2 16,0-5 3-16,0-1-3 0,-1 1 0 0,-1 1-7 15,-2 0-1-15,1 1-5 0,-1-1-13 0,-1 0-25 16,-1-1-43-16,2-2-58 0,0-1-52 0,-4-2-179 16,4 1-373-16,0-1 164 0</inkml:trace>
        </inkml:traceGroup>
        <inkml:traceGroup>
          <inkml:annotationXML>
            <emma:emma xmlns:emma="http://www.w3.org/2003/04/emma" version="1.0">
              <emma:interpretation id="{327126D3-A417-44E9-A00A-9717C6A5E1C3}" emma:medium="tactile" emma:mode="ink">
                <msink:context xmlns:msink="http://schemas.microsoft.com/ink/2010/main" type="inkWord" rotatedBoundingBox="2490,1176 357,1178 356,832 2489,830"/>
              </emma:interpretation>
              <emma:one-of disjunction-type="recognition" id="oneOf62">
                <emma:interpretation id="interp74" emma:lang="" emma:confidence="1">
                  <emma:literal/>
                </emma:interpretation>
              </emma:one-of>
            </emma:emma>
          </inkml:annotationXML>
          <inkml:trace contextRef="#ctx0" brushRef="#br1" timeOffset="-591301.6674">-13068 5 60 0,'0'0'199'0,"0"0"-13"16,0 9-6-16,-1-3-6 0,1-6-11 0,-1 12-7 15,0-3-12-15,0 0-7 0,0-1-15 0,0 2-7 16,0-1-13-16,1 0-9 0,-2 4-7 0,1-4-10 16,-1 0-9-16,1-1-11 0,-2 1-19 0,1-1-22 15,-1 1-21-15,1-1-22 0,0-1-28 0,-1 0-19 16,0-2-25-16,1 0-10 0,-2 0-33 0,1-1-132 16,-1-2-299-16,0 1 133 0</inkml:trace>
          <inkml:trace contextRef="#ctx0" brushRef="#br1" timeOffset="-590879.8374">-13197 178 79 0,'0'0'133'0,"-6"0"-12"0,6 0-18 0,-6 0-10 16,6 0-10-16,-6 0-4 0,6 0-7 0,0 0-5 0,-6-2-8 15,6 2-8-15,-4-2-2 0,4 2-6 0,0 0-6 16,-3-6 0-16,3 6-10 0,0 0 6 0,0 0-11 16,0 0 3-16,0 0-8 0,5-12 1 0,-5 12-3 15,4-5 5-15,-4 5-2 0,4-4 6 0,-4 4 1 16,5-1 3-16,-5 1 7 0,4-3 2 0,-4 3 1 15,6 0 6-15,-6 0-2 0,8 0 0 0,-8 0-4 16,5 0 4-16,-5 0 4 0,6 4 2 0,-2-1 9 16,-1 1 6-16,-1 0 0 0,1 0-5 0,-1 0 0 15,0 1 1-15,-1 2 3 0,-1-7 5 0,-2 12-8 16,1-4 1-16,-2-1-4 0,-1 1-2 0,-1-1-2 16,-1 0-3-16,0-2-3 0,-1 1-1 0,-2 0-10 15,0 0-10-15,2-2-17 0,-1 1-31 0,1-2-44 16,-1 0-42-16,1-1-52 0,1-1-61 0,-2 0-142 0,1-2-395 15,1-1 175-15</inkml:trace>
          <inkml:trace contextRef="#ctx0" brushRef="#br1" timeOffset="-590598.6085">-13304 19 167 0,'0'0'184'16,"2"14"-2"-16,-2-14-7 0,0 10-11 0,0-5-3 16,0 3-13-16,-1 1-3 0,1-1-4 0,-1 0-5 15,1 1-6-15,-1 0-11 0,-1 0-12 0,1 0-9 16,0 3-10-16,0-2-6 0,0 0-12 0,0-1-4 15,-2-2-11-15,1 1-21 0,1-1-27 0,-1 0-46 16,0 0-50-16,0-2-57 0,0-1-219 0,-1-1-394 16,0 1 175-16</inkml:trace>
          <inkml:trace contextRef="#ctx0" brushRef="#br1" timeOffset="-589989.2773">-13413 111 119 0,'0'0'169'0,"0"0"-5"0,0 0-9 16,0 0-10-16,0 0-11 0,0 0-10 0,9 14-5 16,-7-11-8-16,-2-3-10 0,2 7-6 0,0-2-10 15,-2-5-5-15,1 6-3 0,-1-6-6 0,0 10-7 16,0-10-4-16,-4 7-6 0,3-3-6 0,-1 0-4 15,-3-1-5-15,2 1-3 0,-1-1-5 0,-1 1 6 16,1-1-9-16,-1 1-3 0,-1 0-5 0,1 0 1 16,-2-1-4-16,2 1-3 0,-1-1 1 0,3 0-4 15,0-1 1-15,3-2-2 0,-5 4 0 0,5-4-4 16,-4 3-1-16,4-3 1 0,-3 5 3 0,3-5-4 0,0 0-2 16,-1 4 1-16,1-4 0 0,0 0 8 15,0 0-1-15,0 0 8 0,3 7 3 0,-3-7 4 16,5 4 4-16,-2-3 1 0,-3-1 1 0,7 3 2 0,-4-2-6 15,-3-1 3-15,5 4-3 0,-5-4 1 0,7 2-4 16,-5 0 3-16,-2-2-5 0,4 3 2 0,-4-3-1 16,4 4-4-16,-4-4 2 0,3 4-1 0,-3-4-1 15,0 0-4-15,0 0 2 0,2 5-1 0,-2-5-1 16,1 4-1-16,-1-4 1 0,0 0 0 0,0 0-1 16,-5 9 1-16,5-9-1 0,-6 2 1 0,6-2-2 15,-6 1-1-15,2 0-2 0,-2-1 3 0,6 0-3 16,-11 0 0-16,4 1-2 0,0-1-3 0,1-1 0 15,-2 1 0-15,2-1 1 0,-2 1 1 0,2-1-2 16,-2 1 2-16,2 0-4 0,-1-1-3 0,0 0 3 16,-1-1-3-16,2 0 0 0,-1 1 0 0,0-1 4 15,0 0-7-15,1 1-1 0,1-2 1 0,5 3 1 16,-7-5-6-16,3 1 2 0,0 1-1 0,2-2-2 0,2 5-4 16,-2-11-3-16,1 5-3 0,1-2 0 15,0 8-8-15,0-12-8 0,1 6-14 0,1 0-19 16,0 0-23-16,-1-1-21 0,2 1-32 0,1-1-29 15,1 1-39-15,-1 0-165 0,1 1-406 0,-1-1 179 0</inkml:trace>
          <inkml:trace contextRef="#ctx0" brushRef="#br1" timeOffset="-589786.1675">-13465 42 235 0,'0'0'239'0,"4"-3"-18"15,-4 3-20-15,0 0-20 0,0 0-17 0,0 0-18 16,0 0-22-16,0 0-42 0,0 0-52 0,0 0-69 16,0 0-77-16,0 0-129 0,0 0-266 0,0 0 119 0</inkml:trace>
          <inkml:trace contextRef="#ctx0" brushRef="#br1" timeOffset="-589051.8307">-13727 178 50 0,'0'0'184'0,"0"0"-10"0,0 0-12 0,0 0-12 0,0 0-14 16,0 0-7-16,0 0-7 0,0 0-2 0,0 0-5 15,3 18-2-15,-3-18 0 0,-2 13-4 0,-1-5-10 16,1 0-1-16,0 1-6 0,0-2-6 0,1 2-7 15,-2 0-7-15,-1-1-6 0,1-1-1 0,0 2-11 16,-1-3-2-16,0 2-5 0,0-2-3 0,0-2-10 16,0 2-9-16,-2-1-7 0,0-2-13 0,0 1-14 15,-1-2-7-15,3 1-10 0,-3-2-26 0,0 1-29 16,0-2-31-16,7 0-23 0,-9-3-54 0,4 1-144 16,0-1-359-16,0-1 159 0</inkml:trace>
          <inkml:trace contextRef="#ctx0" brushRef="#br1" timeOffset="-588770.616">-13823-13 181 0,'0'0'227'0,"0"0"-13"16,5 9-11-16,-5-9-12 0,0 8-11 0,0-1-8 16,0-7-12-16,-2 13-10 0,1-6-15 0,1 3-10 15,-2-3-11-15,0 2-12 0,0 0-11 0,0 0-8 16,0 0-4-16,-1-1-10 0,2 2-13 0,-1-3-24 16,-1 1-26-16,2 0-28 0,-2 0-48 0,-2-3-51 0,4-1-47 15,-3 0-198-15,0 2-395 0,0-2 176 16</inkml:trace>
          <inkml:trace contextRef="#ctx0" brushRef="#br1" timeOffset="-588458.1403">-14006 82 180 0,'0'0'183'0,"0"0"-9"0,0 0-6 0,0 0-12 16,0 0-8-16,0 0-4 0,0 0-10 0,0 0-2 15,0 0-4-15,0 0-3 0,10 15-3 0,-7-13-10 16,1 3-10-16,0-1-4 0,2-1-3 0,-1 3-8 16,0-1-2-16,-3-1-3 0,1-1 1 0,1 2-4 15,-3 0-4-15,0-1-3 0,-1-4-10 0,0 7 0 16,0-7-4-16,-2 9-3 0,-1-5-8 0,-1 1-8 15,-1-2-2-15,-2 2-19 0,0-3-21 0,0 0-32 16,-3 1-49-16,1-3-50 0,2 2-60 0,-4-1-69 0,0-2-143 16,1 1-438-16,0-2 194 0</inkml:trace>
          <inkml:trace contextRef="#ctx0" brushRef="#br1" timeOffset="-588223.7812">-14133 146 116 0,'1'7'213'0,"-1"-7"-8"0,1 6-5 0,-1-6-2 16,1 7-4-16,-1-2-5 0,0-5-12 0,-2 12-5 16,2-5-15-16,-1 1-5 0,-1 1-10 0,-1-1-9 15,-1 0-16-15,0-2-10 0,-1 2-7 0,-2 1-9 16,-1 1-11-16,2-4-5 0,-1 3-14 0,-1-2-15 15,-2-1-25-15,3-2-32 0,1 2-52 0,-2-2-64 16,4-1-59-16,-2-1-241 0,2 1-462 0,0-2 204 0</inkml:trace>
          <inkml:trace contextRef="#ctx0" brushRef="#br1" timeOffset="-593410.8884">-12133 117 99 0,'4'11'176'16,"-4"-11"-16"-16,0 0-9 0,5 6-11 0,-4-3-13 16,1 1-2-16,-2-4-4 0,4 9-6 0,-2-5-8 15,0 1-4-15,0-1-4 0,-1 1-6 0,1 1-9 16,0-1-2-16,-1-1-6 0,-1-4-6 0,2 10-3 15,-2-5-7-15,0-5-6 0,-1 8-2 0,1-8-7 16,-1 9-2-16,1-9-6 0,-3 5-1 0,0-2-5 16,3-3-3-16,-4 4 0 0,4-4-6 0,-6 4-4 15,3-4-4-15,3 0-7 0,-7 3-5 0,7-3-11 16,-8-2-13-16,8 2-4 0,-10-3-11 0,4 1-7 16,-2 0 2-16,2-3-12 0,-1 0-8 0,0 1-15 0,-1-1-4 15,2-1 0-15,0 1 2 0,2-2 0 16,-1 2 6-16,2-2-1 0,0 1 10 0,2 1 5 15,-1-1 5-15,2 6 9 0,-1-9 3 0,1 9 1 0,1-8 4 16,-1 8 6-16,2-8 7 0,-1 5 2 0,-1 3 9 16,5-7-2-16,-4 5 1 0,-1 2 5 0,7-5 11 15,-5 4 10-15,-2 1-7 0,5-3 4 0,-5 3 6 16,4-2 6-16,-4 2-1 0,0 0 1 0,9 0 5 16,-9 0-5-16,5 2 4 0,-5-2-2 0,4 4 9 15,-4-4-7-15,3 3 1 0,-3-3-4 0,3 6 4 16,-1-1-4-16,-2-5 2 0,0 7-1 0,0-7 3 15,0 8-7-15,0-8 8 0,-4 7-11 0,1-3 3 16,-1-2-2-16,1 1 0 0,-1 0 0 0,-2 0-1 16,1 0 0-16,-1 0-3 0,-1-1-3 0,-1 0 1 15,1-2-1-15,0 3-4 0,0-3-3 0,-1 1 1 16,0 0-6-16,0-1 5 0,2 0 10 0,-1 0-15 16,0-1 0-16,1-1 4 0,1 1-2 0,1 0 4 15,4 1 4-15,-6-5 4 0,3 3 7 0,3 2 7 16,-2-9 4-16,2 9 5 0,0-8 14 0,0 8 2 15,2-12 0-15,1 4 3 0,-1 1 0 0,3-4-1 0,-2 2-1 16,2-3-8-16,0 0 0 0,-3 3-5 0,2 0-2 16,0 2-4-16,-2 0-4 0,-1 1-1 0,0 2-6 15,-1 4-4-15,3-6-7 0,-3 6-14 0,1-6-21 16,-1 6-24-16,0 0-32 0,0 0-34 0,0 0-45 16,0 0-40-16,0 0-135 0,-12 3-360 0,12-3 160 15</inkml:trace>
          <inkml:trace contextRef="#ctx0" brushRef="#br1" timeOffset="-592895.3004">-12421 157 25 0,'-4'2'178'16,"4"-2"-11"-16,0 0-10 0,-6 2-4 0,6-2-16 16,-9 1-10-16,5 0-16 0,-1 1-3 0,0 0-12 0,0 1-11 15,-2 0-6-15,3 0-9 0,-1-1-5 16,-1 1-5-16,0 1-6 0,2-2-3 0,-2 1-6 16,2 0-6-16,0-1-4 0,4-2-5 0,-5 5-4 15,5-5-2-15,-4 5-4 0,4-5-4 0,-3 4 2 0,3-4-1 16,0 0 0-16,0 6-3 0,0-6-5 0,0 0 2 15,0 0 0-15,5 5 2 0,-5-5-1 0,6 2-1 16,-6-2 3-16,5 2-1 0,-1-1 0 0,-4-1 0 16,7 2 1-16,-7-2-2 0,5 2 1 0,-5-2 0 15,5 2 6-15,-5-2-2 0,5 4 0 0,-5-4 5 16,1 3 1-16,-1-3 5 0,0 0-4 0,2 6 3 16,-2-6-4-16,0 0 5 0,0 0 2 0,-7 9 0 15,7-9-4-15,-6 3-2 0,3-1 1 0,3-2-2 16,-8 4-4-16,1-2-2 0,2 0 0 0,-2-1 1 15,0 1-3-15,-1 0-1 0,0-2-4 0,-2 0 2 16,1-1 0-16,-1 1 0 0,-1-2-4 0,0 0-2 16,0 0 1-16,0 0 0 0,2-1 0 0,1 1-3 15,2-3 1-15,-2 1 1 0,2 0-2 0,2-1-2 0,0 0-1 16,2 0 0-16,1-4-3 0,0 4-2 16,1 5-9-16,1-16-10 0,0 7-19 0,2 1-20 15,-1 0-37-15,2 0-43 0,-2 0-47 0,1 1-180 16,0-1-399-16,0 2 177 0</inkml:trace>
          <inkml:trace contextRef="#ctx0" brushRef="#br1" timeOffset="-591598.5201">-12819 68 121 0,'0'0'241'15,"4"-5"-10"-15,-2 2-11 0,-2 3-15 0,0 0-17 16,4-5-17-16,-4 5-20 0,0 0-16 0,3-4-19 15,-3 4-34-15,0 0-44 0,0 0-57 0,0 0-64 16,0 0-67-16,0 0-125 0,-11-6-297 0,11 6 132 16</inkml:trace>
          <inkml:trace contextRef="#ctx0" brushRef="#br1" timeOffset="-591832.878">-12826 188 64 0,'0'0'134'0,"-8"2"-9"15,8-2-11-15,-6 1-14 0,6-1-11 16,-4 0-12-16,4 0-1 0,0 0-8 0,-6-1-21 15,6 1 7-15,0 0 0 0,-9-2-13 0,9 2 6 0,-3-3-12 16,3 3-3-16,0 0-7 0,-4-5 0 0,4 5 3 16,0 0-9-16,-1-6 5 0,1 6-10 0,0 0 1 15,0 0-2-15,0 0-2 0,4-10 1 0,-4 10-3 16,3-2 3-16,-3 2-15 0,4-3 12 0,-4 3-3 16,0 0 13-16,4-2-5 0,-4 2 5 0,0 0 2 15,8 0 0-15,-8 0-4 0,0 0-3 0,0 0-4 16,7 2-5-16,-7-2 2 0,3 2 6 0,-3-2-1 15,3 3-1-15,-3-3 1 0,0 0-1 0,3 6 4 16,-3-6-7-16,0 4 13 0,0-4-13 0,0 0-1 16,-4 9 3-16,2-5-3 0,2-4 4 0,-6 3 0 15,1 0-3-15,1-1 3 0,-1 1-11 0,0-1 2 16,-1 0 2-16,0-1 2 0,-1 1-6 0,2 0 0 16,-2-1-4-16,1 1-5 0,0-1 0 0,6-1 2 15,-11 0-3-15,4 0-3 0,1 0 0 0,6 0 3 16,-9-1-3-16,4 0-6 0,5 1 17 0,-5-3-1 15,5 3 4-15,-6-1 6 0,6 1 7 0,-5-3-3 0,5 3 15 16,-4-2 4-16,4 2 2 0,0 0 1 0,0 0 1 16,0 0-3-16,-6-3 0 0,6 3-1 0,0 0-3 15,0 0 3-15,0 0-1 0,0 0-1 0,-1 10 1 16,1-10-7-16,0 0 7 0,3 10-2 0,-3-10 2 16,1 10 2-16,-1-5 1 0,1 1-1 0,0-1 1 15,-1 3-3-15,-1 0-2 0,1-8 1 0,-4 9 1 16,2-2-1-16,0 1-5 0,-3-1-2 0,1-1-1 15,0 1-2-15,-2-2-2 0,1 0 0 0,1 0-5 16,-2-2-12-16,1 1-19 0,1-1-20 0,1-1-24 16,3-2-33-16,-6 1-47 0,6-1-56 0,0 0-127 15,-6-4-352-15,6 4 156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18T03:30:11.8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F519A876-AF8E-4B32-9D7C-8BA4DCF40D22}" emma:medium="tactile" emma:mode="ink">
          <msink:context xmlns:msink="http://schemas.microsoft.com/ink/2010/main" type="writingRegion" rotatedBoundingBox="14716,15876 2712,15892 2705,10767 14709,10751"/>
        </emma:interpretation>
      </emma:emma>
    </inkml:annotationXML>
    <inkml:traceGroup>
      <inkml:annotationXML>
        <emma:emma xmlns:emma="http://www.w3.org/2003/04/emma" version="1.0">
          <emma:interpretation id="{85CEA15C-17C8-4B21-9274-366CE12AE496}" emma:medium="tactile" emma:mode="ink">
            <msink:context xmlns:msink="http://schemas.microsoft.com/ink/2010/main" type="paragraph" rotatedBoundingBox="14689,15884 5228,15889 5227,15266 14688,152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6BE5EE-CDB5-442F-9A3C-6B23B435927E}" emma:medium="tactile" emma:mode="ink">
              <msink:context xmlns:msink="http://schemas.microsoft.com/ink/2010/main" type="inkBullet" rotatedBoundingBox="14689,15637 14637,15638 14636,15588 14688,15587"/>
            </emma:interpretation>
            <emma:one-of disjunction-type="recognition" id="oneOf0">
              <emma:interpretation id="interp0" emma:lang="" emma:confidence="0">
                <emma:literal>•</emma:literal>
              </emma:interpretation>
            </emma:one-of>
          </emma:emma>
        </inkml:annotationXML>
        <inkml:trace contextRef="#ctx0" brushRef="#br0">121 4704 40 0,'0'0'111'0,"0"0"-26"16,0 0 4-16,0 0-12 0,0 0 1 0,0 0-6 16,0 0-5-16,0 0-7 0,-10 4-7 0,10-4 0 15,0 0-8-15,0 0-9 0,-8-1-1 0,8 1 9 0,0 0-4 16,-7-3-3-16,7 3-4 0,-4-4-8 16,4 4 10-16,-2-6 1 0,2 6 1 0,0 0-5 15,-1-7-2-15,1 7 6 0,0 0 4 0,3-7-11 16,-3 7 2-16,3-6-6 0,0 2 0 0,-3 4 0 15,3-3 11-15,-3 3-10 0,5-3-1 0,0 2 3 16,-5 1-4-16,5-2-6 0,-5 2-3 0,7 0 7 16,-7 0-9-16,6 3 2 0,-3 0-4 0,1-1 1 15,-4-2 1-15,4 7-3 0,-4-3-11 0,0-4-25 0,1 9-26 16,-1-4-41-16,0-5-43 0,-4 7-102 16,1-2-256-16,0 0 114 0</inkml:trace>
      </inkml:traceGroup>
      <inkml:traceGroup>
        <inkml:annotationXML>
          <emma:emma xmlns:emma="http://www.w3.org/2003/04/emma" version="1.0">
            <emma:interpretation id="{8A352270-8B7A-492B-8920-0D622558183E}" emma:medium="tactile" emma:mode="ink">
              <msink:context xmlns:msink="http://schemas.microsoft.com/ink/2010/main" type="line" rotatedBoundingBox="14561,15884 5228,15889 5227,15266 14560,15262"/>
            </emma:interpretation>
          </emma:emma>
        </inkml:annotationXML>
        <inkml:traceGroup>
          <inkml:annotationXML>
            <emma:emma xmlns:emma="http://www.w3.org/2003/04/emma" version="1.0">
              <emma:interpretation id="{0B1E871A-B139-41BC-8644-66B146E28685}" emma:medium="tactile" emma:mode="ink">
                <msink:context xmlns:msink="http://schemas.microsoft.com/ink/2010/main" type="inkWord" rotatedBoundingBox="14561,15734 14382,15735 14381,15399 14560,15398"/>
              </emma:interpretation>
            </emma:emma>
          </inkml:annotationXML>
          <inkml:trace contextRef="#ctx0" brushRef="#br0" timeOffset="-414.7849">-7 4500 45 0,'0'0'213'0,"0"0"-13"0,-3-3-12 15,3 3-10-15,0 0-17 0,0 0-16 0,0 0-7 16,0 0-6-16,0 0-1 0,0 0-5 0,0 0-5 0,0 0-5 16,0 0-6-16,8 12-7 0,-5-9-3 15,0 2-7-15,-1 1-4 0,-2 0-10 0,0 1-6 16,2 1-5-16,0 1-5 0,-1 0-15 0,-2 0-8 15,3 1-2-15,-1-1-6 0,-2 2 3 0,1-3-8 16,0 1-22-16,0 1-30 0,-2-1-44 0,1 1-54 16,2-3-63-16,-2 2-230 0,-2-3-451 0,3 0 200 15</inkml:trace>
          <inkml:trace contextRef="#ctx0" brushRef="#br0" timeOffset="487.4381">-126 4472 75 0,'0'0'168'0,"0"0"1"0,0 0-9 0,0 0-4 16,0 0 5-16,0 0-12 0,2 14-13 0,-2-14-6 16,-1 7 1-16,1-7-6 0,-2 11-7 0,-2-4 2 15,3-1-5-15,-2 0-6 0,1 3-3 0,-1 0-7 16,1 3-3-16,-3 1-2 0,1-1-5 0,0 1-11 15,2 0-7-15,-1-1-3 0,1 1-5 0,0 1-10 0,1-2 0 16,0 2-6-16,2-1-5 0,-1-2-5 16,2 1 0-16,1 2-6 0,1-3-12 0,1 0-26 15,2 1-42-15,3 0-57 0,-1-3-63 0,4 4-75 0,1-4-178 16,-4-2-457-16,-2-2 202 0</inkml:trace>
        </inkml:traceGroup>
        <inkml:traceGroup>
          <inkml:annotationXML>
            <emma:emma xmlns:emma="http://www.w3.org/2003/04/emma" version="1.0">
              <emma:interpretation id="{E63FCC86-4C2F-4671-9450-0929F0740EAF}" emma:medium="tactile" emma:mode="ink">
                <msink:context xmlns:msink="http://schemas.microsoft.com/ink/2010/main" type="inkWord" rotatedBoundingBox="14218,15824 12467,15825 12466,15426 14217,15425"/>
              </emma:interpretation>
            </emma:emma>
          </inkml:annotationXML>
          <inkml:trace contextRef="#ctx0" brushRef="#br1" timeOffset="9562.1649">-1883 4708 137 0,'0'0'165'15,"2"10"-14"-15,0-4-3 0,0-1-1 0,-1 2-11 16,1-2-11-16,1-1-9 0,-1 4-11 0,0-2-11 16,-1-1-11-16,-1-5-2 0,1 8-9 0,0-4-7 15,-1-4-6-15,0 0-5 0,-2 8-7 0,2-8-2 0,-3 4-10 16,3-4-4-16,-6 3-5 0,6-3-12 0,-5 1-2 15,5-1-8-15,-6 0-1 0,6 0-7 0,0 0 1 16,-9-1-5-16,9 1-2 0,-5-4 2 0,5 4-5 16,-5-7-1-16,3 4 6 0,2 3 3 0,-2-7-2 15,2 7-4-15,-1-9 2 0,-1 4 1 0,2 5 0 16,-1-11 7-16,0 7-5 0,1 4-1 0,0-11 0 16,0 5 3-16,0 6-7 0,0-9 3 0,0 9 8 15,-1-9-15-15,1 9 14 0,0-7-2 0,0 7 2 16,0 0 1-16,0-8-1 0,0 8-2 0,0 0 6 15,1-6 0-15,-1 6-8 0,0 0 2 0,0 0-1 16,0 0 4-16,0 0 0 0,0 0 0 0,0 0 0 16,0 0-2-16,0 0 8 0,0 0-3 0,0 0 6 15,0 0 3-15,0 0 2 0,0 0-1 0,-11 9-1 16,7-4-9-16,1-2 12 0,-1 2-4 0,-1-1 0 0,-1 0 1 16,1 0-4-16,-1 1 2 0,1-2-3 0,-1 0 3 15,-1 0-5-15,2 0 2 0,-2 0-4 16,1 1-9-16,-1-2 1 0,0 1-3 0,-1-1-7 15,2-2-8-15,-2 2-7 0,2-2-6 0,-1 0-3 0,3 1 3 16,4-1 0-16,-10-1 6 0,7-1-1 0,3 2-1 16,-6-2-4-16,6 2 3 0,-4-5-5 0,4 5 8 15,-1-4-1-15,1 4 4 0,-2-6 2 0,2 6 5 16,0 0 1-16,0 0 0 0,4-9 2 0,-1 6 8 16,-3 3-2-16,2-6-2 0,-2 6-4 0,4-4 19 15,-4 4 3-15,2-3 1 0,-2 3 1 0,0 0 6 16,7-1 4-16,-7 1 0 0,6-1 5 0,-6 1-3 15,0 0 7-15,8 2-1 0,-8-2 1 0,4 1-3 16,-4-1-1-16,6 6 9 0,-5-5 3 0,-1-1 7 16,4 8 0-16,-2-5 4 0,0 2 1 0,-2 2 4 15,0-1 3-15,-1 3 2 0,-2 0-2 0,1-2-4 16,-1 1-3-16,-2 1-2 0,1-3-6 0,0 3 0 0,-2-2-14 16,1 0-5-16,-1-2-22 0,1 1-27 15,0-2-51-15,1-2-50 0,-1 1-195 0,0-2-353 0,5-1 156 16</inkml:trace>
          <inkml:trace contextRef="#ctx0" brushRef="#br1" timeOffset="4666.7469">-341 4544 277 0,'0'0'284'0,"5"-4"-19"16,-5 4-22-16,4-4-17 0,-4 4-26 16,2-4-20-16,-2 4-18 0,0 0-14 0,0 0-19 15,0 0-25-15,0 0-45 0,0 0-53 0,0 0-55 0,0 0-72 16,0 0-67-16,0 0-134 0,0 0-347 15,-13 6 154-15</inkml:trace>
          <inkml:trace contextRef="#ctx0" brushRef="#br1" timeOffset="4397.1109">-402 4672 35 0,'0'0'100'0,"8"1"-10"0,-8-1-4 0,0 0-1 16,5-1-10-16,-5 1-3 0,0 0-6 0,5 1-1 16,-5-1-9-16,0 0 1 0,5 1-11 0,-5-1-7 15,0 0-2-15,5 2-6 0,-5-2 0 0,3 2-6 16,-3-2-1-16,4 3 4 0,-4-3-8 0,3 3-2 15,-3-3-6-15,1 6 3 0,-1-6-2 0,1 4 5 16,-1-4-8-16,0 0 0 0,-2 10 3 0,2-10-12 16,-1 8 1-16,1-8 6 0,-1 7-3 0,1-7-1 15,-3 8 4-15,3-5-3 0,0-3 0 0,-2 8-1 16,2-8-9-16,0 0 4 0,3 9 3 0,-3-9-14 16,2 6 2-16,-2-6 2 0,3 2-3 0,-1 0 7 15,-2-2-8-15,4 4 3 0,-4-4-4 0,3 4 11 16,-3-4-1-16,4 2-4 0,-4-2 1 0,0 0 8 0,0 0-7 15,5 1 2-15,-5-1 0 0,0 0-3 0,0 0 6 16,4 0 4-16,-4 0-1 0,0 0 3 16,0 0 0-16,0 0-2 0,0 0 7 0,0 0-3 0,0 0-2 15,0 0 8-15,-13-9 4 0,13 9-6 0,-8-3-8 16,2 1 6-16,0 1-2 0,2-1 4 0,-4-1-14 16,1 0 8-16,-1 1-2 0,0 0 5 0,-1-1-8 15,3-2 6-15,-1 4-3 0,0-3-4 0,0 2 4 16,1-1 3-16,2-1-4 0,-2 0-3 0,0 0 8 15,2 1 9-15,0 1 2 0,-1-2 4 0,1 1 8 16,4 3 14-16,-4-7 3 0,2 4 9 0,2 3 10 16,-3-5-2-16,3 5 5 0,-2-5 8 0,2 5-2 15,-2-6 0-15,2 6-1 0,0 0-2 0,-3-6-1 16,3 6-3-16,0 0-2 0,0 0-7 0,0 0-4 16,0 0-7-16,0 0-4 0,0 0-6 0,0 0-4 0,0 0-4 15,0 0 1-15,0 0-4 0,0 0-1 16,0 0-3-16,0 0-1 0,0 0-3 0,0 0-2 15,11 15-2-15,-8-11 1 0,-2 1-6 0,1 0 4 16,1 2-3-16,-2-1 0 0,1 2 1 0,-1-2-1 16,-1 0-2-16,0 1-1 0,1-1-1 0,-2 2 6 15,-1-2-6-15,-2 1 0 0,0-1 0 0,-1 1-4 0,-1-3-14 16,-1 1-18-16,0-2-24 0,-1 1-39 0,1-2-39 16,0 0-45-16,-1-1-53 0,1 1-149 0,0-2-407 15,1-2 180-15</inkml:trace>
          <inkml:trace contextRef="#ctx0" brushRef="#br1" timeOffset="4969.2045">-631 4524 139 0,'0'-7'249'0,"0"7"-20"16,0 0-18-16,0 0-12 0,0 0-10 0,0 0-3 16,0 0-4-16,0 0-9 0,0 0-11 0,3 18-6 15,-3-12-10-15,1 0-8 0,-1 1-9 0,0 1-5 16,1 1-14-16,0 0-6 0,-3 0-10 0,2 2-8 15,-2 1-6-15,1-2-10 0,0 0-7 0,0 2-7 0,-1-2-6 16,0-1-30-16,1 0-37 0,-1 1-58 16,-1-2-69-16,0-1-71 0,-1 2-268 0,-1-2-523 15,0 1 233-15</inkml:trace>
          <inkml:trace contextRef="#ctx0" brushRef="#br1" timeOffset="5400.4641">-766 4672 21 0,'0'0'183'0,"0"0"-10"0,0 0-14 0,0 0-8 15,0 0-8-15,0 0-9 0,0 0-9 0,4 15-13 16,-4-15-8-16,2 7-8 0,-2-7-12 0,0 0-6 15,-2 9-3-15,2-9-8 0,0 8-7 0,0-8-5 16,-3 9-2-16,1-6-4 0,0 1-9 0,2-4-3 16,-4 6-4-16,2-3-2 0,2-3 0 0,-5 5 2 15,1-2-10-15,1-2-2 0,-3 1 0 0,6-2-9 16,-7 1 3-16,3-1-3 0,4 0 3 0,-7 0 1 16,7 0-9-16,-9-3 5 0,5 1-5 0,1 0 3 15,3 2-5-15,-4-5 3 0,2 0 1 0,2 5 10 16,-1-10 10-16,1 10 1 0,0-10 3 0,1 3 10 15,1-1 1-15,-1-1-2 0,4-2-1 0,-2 2 1 16,1-3-1-16,2-2-3 0,-2 4 5 0,-1 1-8 16,0 1 0-16,1 1-7 0,-2-2-1 0,0 5-2 15,-1 0-5-15,2 0-8 0,-3 4-23 0,2-5-31 16,-2 5-39-16,0 0-38 0,0 0-41 0,0 0-58 16,1-5-168-16,-1 5-419 0,0 0 186 0</inkml:trace>
          <inkml:trace contextRef="#ctx0" brushRef="#br1" timeOffset="5619.9007">-776 4842 211 0,'0'0'231'0,"0"0"-17"0,-6 6-17 0,6-6-15 16,-5 0-17-16,5 0-17 0,-9-1-15 0,3 2-15 15,6-1-12-15,-12-3-26 0,6 2-31 0,-1 1-45 16,0-2-66-16,1 0-65 0,-2-1-149 0,1 1-297 16,1-1 133-16</inkml:trace>
          <inkml:trace contextRef="#ctx0" brushRef="#br1" timeOffset="6054.0322">-981 4657 47 0,'0'0'165'0,"4"12"-12"0,-4-12-14 0,0 0-9 16,0 0-10-16,-3 12-9 0,2-8-10 15,1-4-7-15,-3 7-10 0,0-3-1 0,3-4-3 16,-4 5-6-16,1-2-4 0,3-3-7 0,-6 4-1 0,3-3-10 16,3-1-2-16,-8 2 4 0,8-2-4 0,-3 0 3 15,3 0-2-15,0 0-3 0,-9-6-6 0,9 6 3 16,-3-6-5-16,2 3 6 0,1 3 1 0,-4-9 3 15,4 9-5-15,0-9 3 0,-2 5-1 0,2 4 0 16,-1-10 1-16,1 10 0 0,0-6-2 0,0 6-1 16,-2-6-6-16,2 6-7 0,0 0-2 0,-2-8-4 15,2 8-3-15,-4-1-3 0,4 1-4 0,0 0 1 16,0 0-2-16,-10 4-3 0,5-2 1 0,5-2-1 16,-7 6-2-16,4-3-10 0,-1 0-8 0,0 0-10 15,2 0-14-15,-3 2-17 0,-1 1-26 0,0-2-27 16,1 0-19-16,0 0-27 0,2 0-39 0,0-1-164 15,-1 2-379-15,0 0 167 0</inkml:trace>
          <inkml:trace contextRef="#ctx0" brushRef="#br1" timeOffset="6245.9969">-1089 4856 225 0,'7'-5'307'0,"-7"5"-21"0,5-3-18 0,-5 3-23 16,4-1-16-16,-4 1-21 0,3-5-22 0,-3 5-17 15,0 0-28-15,3-5-32 0,-3 5-55 0,0 0-67 16,2-4-70-16,-2 4-72 0,0 0-208 0,0 0-393 16,-8-7 174-16</inkml:trace>
          <inkml:trace contextRef="#ctx0" brushRef="#br1" timeOffset="7164.6501">-1204 4520 288 0,'2'-3'273'0,"-2"3"-28"16,4-5-24-16,-4 5-21 0,4-4-25 0,-4 4-22 15,0 0-34-15,3-3-56 0,-3 3-61 0,0 0-64 16,0 0-70-16,0 0-126 0,0 0-279 0,-9 13 124 15</inkml:trace>
          <inkml:trace contextRef="#ctx0" brushRef="#br1" timeOffset="6939.9914">-1292 4664 109 0,'0'0'175'0,"0"0"-7"16,0 0-10-16,0 0-6 0,0 0-12 0,3-6-3 16,-3 6-8-16,0 0-8 0,6-2-11 15,-6 2-6-15,5-1-8 0,-5 1-6 0,4-1-8 0,-4 1-9 16,0 0-10-16,7 1-8 0,-7-1-2 0,0 0-3 15,7 2-8-15,-7-2-7 0,5 3-2 0,-5-3-4 16,4 4 2-16,-1-1-5 0,-3-3-6 16,5 3-1-16,-4 0-4 0,-1-3-6 0,3 7-6 15,-1-5-5-15,-2-2-1 0,3 8 2 0,-3-8-8 0,1 6 1 16,0-3-5-16,-1-3 1 0,-1 8 0 0,1-8 2 16,0 8-4-16,0-8 3 0,-1 8-7 0,1-8 3 15,0 5-1-15,0-5 1 0,0 0-1 0,-1 8-1 16,1-8-7-16,0 0 6 0,1 7-3 0,-1-7 4 15,2 4 3-15,-2-4 3 0,0 0-4 0,0 0 8 16,2 5-3-16,-2-5 3 0,3 2-2 0,-3-2 4 16,0 0 0-16,6 1 0 0,-6-1 0 0,6 0-1 15,-6 0-2-15,0 0 2 0,6-1 0 0,-6 1 4 16,0 0-7-16,0 0 4 0,0 0-1 0,0 0 3 16,0 0 1-16,0 0 4 0,0 0-2 0,0 0-1 15,-26 1-4-15,13 0 5 0,2 0-2 0,-2 1-1 16,0-1-3-16,0-1 6 0,1 2-3 0,0-2 4 0,1 0-1 15,2 0 3-15,2 0-4 0,-1-1 4 0,0-1-2 16,2 0-1-16,1 0 2 0,1 0 1 0,0 0 11 16,1-2 2-16,-1-1 4 0,4 5 3 15,-2-9 9-15,2 4 3 0,0 5 3 0,3-12 6 0,0 5-1 16,-1 1-1-16,1-1-3 0,1-1 2 0,0 0-4 16,3-3-3-16,-2 3-2 0,1-4-4 0,-1 0-3 15,1 0-3-15,1 0-7 0,-1 0-5 0,0 0-11 16,-2 0-10-16,0-1-20 0,-2 5-20 0,0-1-26 15,0 1-33-15,-1 4-38 0,0-2-196 0,-1 6-373 16,0 0 164-16</inkml:trace>
          <inkml:trace contextRef="#ctx0" brushRef="#br1" timeOffset="7780.49">-1570 4727 66 0,'0'0'180'0,"1"-7"-13"15,-1 7-10-15,1-9-12 0,1 6-10 0,0-2-6 16,-2 5-10-16,2-9-8 0,1 5-7 0,-2-1-7 15,-1 5-4-15,6-6-9 0,-3 2-7 16,0-1-10-16,0 3-2 0,-3 2-5 0,6-4-3 0,-6 4-5 16,5-3-1-16,-5 3-4 0,7-1-7 0,-3 0-4 15,-4 1-4-15,6 0-2 0,-6 0-5 16,0 0-3-16,7 2 2 0,-5 1-4 0,-2-3-1 0,4 5-5 16,-2-2 0-16,-2-3-1 0,1 7 2 0,-1-7-7 15,1 5 3-15,-1-5 2 0,0 0-5 0,-4 10 2 16,2-7-3-16,-1 1 4 0,-1 0-7 0,0-1 1 15,-3 0-2-15,1 1-9 0,0-2-4 0,-1 0-14 16,-1 0-11-16,0-2-9 0,0 2-5 0,0-1-9 16,-2-1 7-16,2 0-5 0,0 0 3 0,-2-1 5 15,3-1 6-15,0 2 3 0,-1-2 3 0,2 1 6 0,1 0 13 16,-1 0 12-16,6 1 0 0,-7-1 7 16,7 1 12-16,-7 0-1 0,7 0 5 0,-4-2-2 0,4 2 1 15,0 0-1-15,-5-1 8 0,5 1-7 0,0 0 3 16,0 0 7-16,0 0 2 0,-3 7 2 15,3-7 6-15,0 0 5 0,1 10 2 0,-1-10 2 0,2 10-6 16,-2-5-1-16,1-1-3 0,-1 4 2 0,2 0-3 16,-2-1-3-16,-2 1 0 0,2 0-3 0,-3-1-6 15,0 3 0-15,0-3-2 0,-1 1 0 0,-2 2-3 16,0 0-2-16,1-2-6 0,-2-1-1 0,-1 2-12 16,1-3-13-16,0 0-15 0,1 0-21 0,0-1-21 15,0-1-34-15,2-1-40 0,2 0-42 0,-2-1-154 16,4-2-371-16,0 0 163 0</inkml:trace>
          <inkml:trace contextRef="#ctx0" brushRef="#br1" timeOffset="8189.7529">-1575 4675 45 0,'1'-5'221'0,"-1"5"-11"0,2-13-1 0,-1 5-16 16,1-1-13-16,-1 0-12 0,2-3-13 0,-1-1-9 16,0 0-12-16,0 4-10 0,2-3-10 0,-1 0-11 15,-1 3-8-15,0 0-4 0,-1 2-11 0,0-1-9 16,-1 1-6-16,1 1-8 0,-1 6-6 0,1-9-26 15,-1 9-33-15,0 0-58 0,-1-6-57 0,1 6-55 0,0 0-183 16,0 0-390-16,0 0 173 0</inkml:trace>
        </inkml:traceGroup>
        <inkml:traceGroup>
          <inkml:annotationXML>
            <emma:emma xmlns:emma="http://www.w3.org/2003/04/emma" version="1.0">
              <emma:interpretation id="{17FD732D-B75B-4EC6-BEA4-6A84C72E5074}" emma:medium="tactile" emma:mode="ink">
                <msink:context xmlns:msink="http://schemas.microsoft.com/ink/2010/main" type="inkWord" rotatedBoundingBox="12354,15878 9953,15880 9952,15284 12353,15283"/>
              </emma:interpretation>
            </emma:emma>
          </inkml:annotationXML>
          <inkml:trace contextRef="#ctx0" brushRef="#br1" timeOffset="13103.0626">-3192 4537 9 0,'0'0'203'0,"0"0"-15"0,0 0-5 16,0 0-7-16,0 0-9 0,0 0-3 15,0 0-11-15,-4 17-8 0,1-11-13 0,2 1-12 16,-1 0-4-16,1 1-8 0,-1 0-4 0,2 0-12 0,-1 2-6 15,0 0-9-15,-1 0-6 0,1 1-7 0,0 1-6 16,0-3-16-16,-1 3-31 0,0-2-41 0,2-1-56 16,-2-1-40-16,1 0-79 0,-1 0-132 0,-2 1-366 15,1-2 162-15</inkml:trace>
          <inkml:trace contextRef="#ctx0" brushRef="#br1" timeOffset="13342.9668">-3285 4719 127 0,'0'0'196'0,"0"0"-10"16,0 0-14-16,0 0-6 0,0 0-13 0,0 0-5 16,-4 13 1-16,2-9-5 0,2-4-9 0,-1 12-4 15,-2-4-6-15,2 1-6 0,-1-2-5 0,0 1-9 16,-1 1-5-16,0-1-8 0,-1 0-7 0,0 2-11 15,0-1-2-15,-2 0-10 0,1-1-6 0,0-1-2 16,1 1-6-16,-2-1-18 0,2-2-20 0,-1 1-37 16,1-2-45-16,0 1-53 0,1-4-77 0,-1 2-203 15,4-3-438-15,-7 2 193 0</inkml:trace>
          <inkml:trace contextRef="#ctx0" brushRef="#br1" timeOffset="13835.2291">-3434 4682 60 0,'0'0'141'0,"4"-6"-10"0,-4 6-16 15,4-3-3-15,-4 3-10 0,4-3-7 0,-4 3-18 16,4-2-1-16,-4 2 3 0,0 0-14 0,6 0 4 16,-6 0 0-16,0 0-3 0,7 1-3 0,-7-1-4 15,0 0-3-15,6 3-7 0,-6-3-2 0,2 4-1 16,-2-4-1-16,0 6 1 0,0-6-8 0,0 0-5 16,0 0 1-16,-2 10-5 0,2-10-1 0,-4 5 0 15,4-5-5-15,-4 5-1 0,0-3-2 0,0 0-6 0,4-2 2 16,-9 2-4-16,3 1 5 0,1-2-6 0,1 2 0 15,-2-3-5-15,1 3 5 0,0-2-4 16,-1 1 1-16,-1 0-6 0,3-1-8 0,0 2 13 0,4-3 2 16,-7 4-3-16,4 0 6 0,-3 0-1 0,2-1 2 15,1 2 6-15,1-1 3 0,-2 0 3 0,2 3 3 16,-1 0-2-16,2 0 1 0,-2-1-1 0,1 3 0 16,1-1-2-16,1-1 0 0,-2 2-2 0,2-1 1 15,0 0-2-15,0 1 0 0,2-1-2 0,-2 0-1 16,0 1 3-16,0 0-6 0,0-2 0 0,0 1 1 15,0-1-4-15,1-2 3 0,-1-5-4 0,0 11-4 16,0-6-18-16,0-5-28 0,0 9-26 0,0-9-42 16,-1 6-40-16,1-6-221 0,-5 4-397 0,5-4 175 0</inkml:trace>
          <inkml:trace contextRef="#ctx0" brushRef="#br1" timeOffset="9891.3278">-2194 4647 19 0,'-3'11'155'0,"3"-11"-9"0,0 0-9 0,0 8-12 15,0-8-15-15,-2 6-5 0,2-6-7 0,0 7-14 16,0-7-5-16,-3 8-11 0,1-4-1 0,0-1-3 15,0 2-6-15,2-5-9 0,-6 8-5 0,3-6-4 16,3-2-6-16,-6 6-2 0,2-5-6 0,1 1 1 0,-3 0 2 16,6-2-16-16,-9 0 11 0,5 0-6 15,4 0-5-15,-8-2 2 0,8 2-1 0,-7-3-1 16,4-1 8-16,0 1 6 0,3 3 9 0,-5-8 12 0,4 4 2 16,1 4 3-16,-1-10 5 0,1 4 3 15,0 6-5-15,3-14 2 0,-2 6 0 0,2-1-1 16,0 1 0-16,0-1-3 0,-1-3-5 0,2 1-5 0,0-2-2 15,-2 6-8-15,0-3 1 0,2 2-3 0,-1 2-8 16,-2 0 2-16,2-2-4 0,-3 4-17 16,0 4-14-16,2-7-21 0,-2 7-27 0,0 0-24 15,0 0-30-15,0 0-28 0,0 0-52 0,0 0-159 0,-4 17-378 16,2-8 168-16</inkml:trace>
          <inkml:trace contextRef="#ctx0" brushRef="#br1" timeOffset="10056.1603">-2331 4889 25 0,'0'0'282'0,"0"0"-12"16,0 0-26-16,0 0-24 0,0 0-16 15,9-11-22-15,-9 11-21 0,2-6-15 0,-2 6-16 16,2-6-35-16,-2 6-30 0,2-4-45 0,-2 4-48 0,0 0-54 15,0-8-62-15,0 8-155 0,0 0-323 0,-4-7 143 16</inkml:trace>
          <inkml:trace contextRef="#ctx0" brushRef="#br1" timeOffset="10857.3149">-2412 4678 156 0,'0'0'163'0,"0"0"-17"0,0 0-7 0,0 0-17 16,3 12 3-16,-3-12-7 0,0 0-5 0,-2 10-18 15,2-10-3-15,-1 8-10 0,0-3-12 16,1-5-9-16,-2 8-2 0,0-2-4 0,2-6-2 0,-3 6-6 15,3-6-6-15,-3 6 0 0,0-5-7 0,3-1-2 16,-7 3-6-16,7-3-1 0,-7 1-3 0,7-1-3 16,-6 0-3-16,6 0-6 0,-9-3-1 0,9 3-1 15,-5-5-2-15,3 2-2 0,-2-1 0 0,4 4-7 16,-5-8 4-16,3 4-3 0,0-2 6 0,1 1-2 16,-2-2-7-16,1-2 7 0,0 0-1 0,0 0-1 15,-1-4-1-15,3 0 7 0,0 0 1 0,0 1 4 16,0-1 8-16,-1 0 8 0,1 2 4 0,0 3 7 15,1 1 4-15,-1 0 5 0,0 0 2 0,0-1 2 16,0 8-4-16,0-9 1 0,0 9-3 0,0-6-2 16,0 6-10-16,0 0 0 0,2-8-6 0,-2 8-1 15,0 0-6-15,0 0 3 0,0 0-4 0,0 0 3 16,0 0-5-16,0 0-1 0,0 0-3 0,7 17-9 16,-7-11 7-16,-1 0-3 0,0 1 1 0,-1 1 2 15,0-1-5-15,1 1 5 0,-1 1-4 0,-2 1-1 16,0-2 0-16,1 0 0 0,-1-1-2 0,1 1 2 0,-2-1-4 15,-1 2 5-15,-2 1-4 0,3-2 3 0,-3-1-4 16,2-1 0-16,0-1-1 0,0 2 1 0,0-3-5 16,0 2 8-16,2-2-3 0,-1-1-1 0,1 1-1 15,1-2 2-15,3-2-4 0,-6 6 0 0,5-3-3 16,1-3 4-16,-3 5-1 0,3-5-2 0,0 7 4 16,0-7-3-16,0 0 3 0,0 0-3 0,2 9 0 15,-2-9 6-15,4 6-5 0,-4-6 1 0,5 2 2 16,-3 1 1-16,-2-3-2 0,6 1 0 0,-6-1-1 15,6 4 2-15,-3-3-2 0,-3-1-1 0,5 3-3 0,-5-3 6 16,3 2-1-16,-3-2-4 0,0 0 4 16,2 7 0-16,-2-7 1 0,0 0 0 0,0 0 0 15,-6 10 3-15,2-7-4 0,1 0 3 0,-2-1-2 0,1 0 1 16,-2 3-1-16,-1-4 4 0,2 0-4 0,-1 1-1 16,-1-1-1-16,1 0 3 0,-1-1-1 15,-1 0 3-15,0-1-4 0,1 0 1 0,0-2-2 16,0 0 3-16,0-1 0 0,0 0-2 0,0-1-1 0,2 1 3 15,-2-1 1-15,2-1-3 0,0 0-2 16,2 0 2-16,1 0-1 0,1-2 0 0,-1 1-4 0,2 1-8 16,0 6-20-16,2-15-13 0,-1 11-25 0,3-5-30 15,1 3-31-15,-1 0-49 0,0 0-202 0,-2 3-414 16,4-2 183-16</inkml:trace>
          <inkml:trace contextRef="#ctx0" brushRef="#br1" timeOffset="11166.3944">-2449 4907 187 0,'0'0'212'0,"0"0"-12"0,0 0-21 0,0 0-9 16,-16-6-15-16,16 6-22 0,-8 0-7 0,3 0-17 15,5 0-10-15,-12 0-12 0,7 0-28 0,5 0-35 16,-11-1-52-16,7-2-56 0,0 2-188 0,4 1-293 15,-7-4 129-15</inkml:trace>
          <inkml:trace contextRef="#ctx0" brushRef="#br1" timeOffset="12125.14">-2603 4357 183 0,'0'0'205'0,"0"0"-16"0,-10 15-15 0,5-9-10 16,-4 4-11-16,0 1-5 0,-2 4-14 15,-1-1-10-15,1 2-10 0,-2-3-11 0,-2 3-12 16,0-2-7-16,2-1-30 0,-1 1-51 0,1-2-76 0,3-3-105 16,3-3-101-16,2-3-302 0,1 1 134 0</inkml:trace>
          <inkml:trace contextRef="#ctx0" brushRef="#br1" timeOffset="11831.2819">-2798 4547 134 0,'-4'10'156'0,"4"-10"-12"16,0 0-6-16,0 9-13 0,0-9 9 0,-2 9-12 0,2-1-6 16,0 0 3-16,-1-1-10 0,0 0-7 0,0 2-4 15,0 1-13-15,0-1-5 0,-1 1-5 0,1-1 1 16,-2 0-9-16,2 2-2 0,-1-2-3 0,1 0-5 16,-1 0-4-16,-1-2-6 0,1 0-2 0,0 0-5 15,0-3-5-15,1 1-1 0,1-5-4 0,-5 7-3 16,2-4-2-16,3-3-1 0,-4 1-2 0,4-1-3 15,0 0-7-15,-8-2 5 0,8 2-4 0,-6-5-1 16,2 1-2-16,2 1 1 0,2 3-3 0,-7-8 2 16,4 3 0-16,1 0-4 0,-1 1 3 15,-1-1-1-15,2 2-1 0,2 3 2 0,-5-8-1 0,3 6-2 16,2 2 1-16,-4-5 3 0,4 5-3 0,-5-2-1 16,5 2 2-16,0 0-3 0,-10 2 0 0,10-2 0 15,-4 4 1-15,1-1-3 0,2 2 0 0,-2-1-1 16,-1 0 1-16,1 1-1 0,1 0 2 0,0-1-8 15,0 2-7-15,-2-1-12 0,3-1-10 0,-1-1-23 16,2-3-30-16,-3 8-35 0,3-8-32 0,-2 3-53 16,2-3-128-16,0 0-363 0,0 0 161 0</inkml:trace>
          <inkml:trace contextRef="#ctx0" brushRef="#br1" timeOffset="12796.2508">-3081 4640 59 0,'0'0'170'0,"0"0"-12"0,0 0-13 16,0 0-12-16,0 0-12 0,0 0-4 0,0 0-4 15,0 0-4-15,0 0-4 0,0 0-6 0,8 14-7 16,-6-11-4-16,-2-3-7 0,2 7 4 0,1-4 0 0,0 2 0 16,0-1-5-16,0 0-6 0,1-2-2 15,1 4-4-15,0-1 0 0,-2-2-4 0,-1 3-5 16,0-2-7-16,0 1-4 0,-2-5-3 0,3 7-6 16,-2-4-1-16,-1-3-3 0,-1 9-6 0,-2-6-2 15,0 2-10-15,-2-2-14 0,-2-1-25 0,1 2-24 16,-3-1-39-16,3-1-43 0,-3-1-34 0,2-1-208 0,-1 1-402 15,1-2 178-15</inkml:trace>
          <inkml:trace contextRef="#ctx0" brushRef="#br1" timeOffset="14610.6121">-3656 4724 117 0,'0'0'167'0,"0"0"-7"0,0 0-7 0,0 0-9 16,0 0-11-16,0 0-11 0,-9 11-9 0,9-11-14 16,0 0-9-16,-6 1-8 0,6-1-7 0,-5 0-6 15,5 0-7-15,0 0-15 0,-7 2 8 0,7-2-9 0,0 0-4 16,0 0-8-16,-6-5 5 0,6 5-22 0,0 0 12 15,-3-3-2-15,3 3-12 0,0 0 7 16,-2-6-1-16,2 6-1 0,0 0-2 0,0 0-1 0,0 0-11 16,5-12 5-16,-4 9-2 0,-1 3-2 0,5-4 0 15,-5 4 0-15,4-5-6 0,-2 4 5 0,-2 1-3 16,6-5-1-16,-3 4 3 0,-3 1-7 0,6-3 3 16,-6 3 1-16,4-2-3 0,-4 2-1 0,7 0 3 15,-7 0 3-15,6 1-7 0,-6-1 4 0,7 4 0 16,-5-3-1-16,-2-1-2 0,5 7 5 0,-4-3-3 15,1 2 4-15,-2-1 0 0,-1 3-1 0,0 0-2 16,-2-1 3-16,0 6-7 0,-1-4 11 0,-1 1-3 16,-2 1-4-16,0-1 7 0,-1 2-4 0,-1-3-6 15,0 1-14-15,-1-2-31 0,1 0-32 0,2-2-52 16,1-1-180-16,-1-1-338 0,3 1 150 0</inkml:trace>
          <inkml:trace contextRef="#ctx0" brushRef="#br1" timeOffset="15789.3758">-3846 4688 199 0,'0'0'182'0,"0"0"-12"0,16 5-17 16,-16-5-5-16,3 3-13 0,-3-3-13 0,5 5-12 16,-3-1-11-16,0-1-2 0,0 1-9 0,-2-4-6 15,2 8-9-15,-2-8-8 0,2 7-4 0,-1-3-7 16,-1-4-3-16,2 8-7 0,-2-8-4 0,-1 6-3 0,1-6-5 16,-4 7-2-16,4-7-5 0,-5 4-16 15,5-4-9-15,-7 0-7 0,7 0-9 0,-7 1-6 16,7-1 4-16,-9-2-15 0,5 1 2 0,4 1-14 15,-6-3 9-15,3 0-4 0,3 3-4 0,-5-7 1 0,3 5 4 16,2 2 7-16,-3-10 2 0,3 10 5 0,0-8-5 16,0 8 1-16,1-10 12 0,-1 10 0 15,2-9 3-15,-1 4 7 0,-1 5 5 0,2-7 7 0,-2 7-2 16,3-6 0-16,-3 6 4 0,3-5 3 0,-3 5-2 16,2-5 5-16,-2 5-2 0,0 0 1 0,5-4 5 15,-5 4-2-15,0 0 2 0,0 0-3 0,0 0 6 16,0 0-1-16,0 0 0 0,0 0 4 0,0 0 0 15,0 0-4-15,0 0 2 0,0 0-2 0,-19 5-4 16,16-4 3-16,-1 2-4 0,-2-1-1 0,1 1-4 16,-3-1 1-16,3 2-2 0,0 0-2 0,-2-1 2 15,1 1 4-15,0 0-4 0,1-1-3 0,0 2-1 16,0-2-1-16,2 1 2 0,-2 0-2 0,3-1-1 0,0 1 0 16,2-4-1-16,-6 5-1 0,5-2-1 15,1-3 5-15,-3 6-4 0,3-6 5 0,-2 3-8 16,2-3 4-16,0 0 5 0,1 9-4 0,-1-9 3 0,0 0-4 15,2 7-1-15,-2-7 0 0,1 4 2 0,-1-4 0 16,4 7-3-16,-4-7 2 0,1 5 5 0,-1-5 1 16,3 5-1-16,-1-2-4 0,-2-3 1 0,3 4-3 15,-3-4 3-15,2 5 2 0,-2-5-11 0,2 5 11 16,-2-5 2-16,3 4 0 0,-3-4-1 0,0 0 6 16,0 0 0-16,-3 10 10 0,3-10-4 0,-2 4 0 15,2-4 0-15,-5 4-1 0,3-1-9 0,-2-1 9 16,4-2 3-16,-7 4-1 0,2-2-3 0,-1-1-2 15,1 2-3-15,-3-2 6 0,3 1-6 0,-2-1 3 0,0 1-2 16,0-3 0-16,0 1-4 0,0 0 4 0,0-1-5 16,0 0 5-16,3-1 1 0,-3 1 1 15,3-1 5-15,-3-2 2 0,4 3 8 0,3 1-6 0,-3-8 2 16,1 4-6-16,2 4-4 0,0-11 2 0,-1 6-2 16,1 5-4-16,3-13 2 0,-3 7-15 0,2-1-15 15,0 0-12-15,0 1-24 0,-1 2-34 0,1-1-37 16,0-1-34-16,0 0-199 0,0 1-386 0,-2 5 170 15</inkml:trace>
          <inkml:trace contextRef="#ctx0" brushRef="#br1" timeOffset="18258.5036">-4176 4538 135 0,'0'0'146'0,"0"0"2"16,0 0-6-16,0 0-12 0,0 0 5 0,0 0-10 0,0 0-12 15,0 0-9-15,0 0-9 0,0 0-8 0,-9 11-9 16,6-8-27-16,3-3-34 0,-9 3-52 0,3-2-49 16,-2 0-148-16,1 1-250 0,-1-1 111 0</inkml:trace>
          <inkml:trace contextRef="#ctx0" brushRef="#br1" timeOffset="16343.9973">-4180 4646 47 0,'0'0'168'0,"0"0"-10"0,0 0-1 0,0 0-15 16,0 0-6-16,-2 12-2 0,2-12-10 0,0 0-4 15,1 9-6-15,-1-9-10 0,0 0-8 0,0 9-14 16,0-9-5-16,1 6-8 0,-1-6-4 0,-2 7-5 15,0-2-13-15,2-5 1 0,-1 7-4 0,-1-3-4 16,2-4-3-16,-5 7-3 0,2-3-9 0,0-1 4 16,3-3-5-16,-5 5 1 0,1-2-7 0,4-3-8 15,-7 2-7-15,4-1-1 0,3-1-6 0,-4 2-2 16,4-2-7-16,-7-1-2 0,7 1-7 0,0 0 4 16,-6-5-3-16,6 5-16 0,-6-5 21 0,3 4-7 15,3 1 7-15,-4-5-6 0,4 5 4 0,-3-6-2 16,3 6 7-16,-2-4 3 0,2 4-2 0,-3-6 1 15,3 6-3-15,-1-5 5 0,1 5 2 0,0 0 1 16,0 0 2-16,0 0-4 0,4-8 3 0,-4 8-4 16,3-2 6-16,-3 2-8 0,4-2 9 0,-4 2-2 0,0 0 2 15,0 0-4-15,0 0-7 0,9 4 9 0,-9-4 9 16,4 6-1-16,-3-4 6 0,-1-2-7 16,3 8 16-16,-2-4 2 0,-1-4 5 0,1 9 0 0,-1-4-2 15,0-5 1-15,-2 11-1 0,0-6 1 0,-1 2-3 16,2 0 1-16,-4-1-5 0,1 0-2 0,0-1 0 15,-1 1 0-15,-1 0-1 0,0-3-3 0,1 2-3 16,-2-2-4-16,1 0-16 0,1 0-15 0,1 0-28 16,-1-3-34-16,5 0-29 0,-9 1-43 0,5-1-131 15,4 0-314-15,-7-1 138 0</inkml:trace>
          <inkml:trace contextRef="#ctx0" brushRef="#br1" timeOffset="16584.9117">-4195 4566 70 0,'0'0'166'15,"0"0"-11"-15,0 0-23 0,-14 6-7 0,14-6-16 16,-7 4-7-16,3-2-26 0,0-1-27 0,4-1-35 16,-8 2-49-16,3-1-126 0,5-1-174 0,-9 1 77 15</inkml:trace>
          <inkml:trace contextRef="#ctx0" brushRef="#br1" timeOffset="17528.928">-4402 4655 51 0,'0'0'172'0,"0"0"-16"0,0 0-9 0,0 0-12 16,0 0-13-16,0 0-11 0,6 12-3 0,-6-12-12 15,2 7-4-15,-1-3-10 0,-1-4-3 0,2 8-8 16,-2-8-3-16,1 10-13 0,-1-7 1 0,0-3-5 16,-2 9-3-16,2-9-7 0,-3 7-12 0,1-3 8 15,-1-2-6-15,0 1 0 0,3-3-1 0,-9 5-3 16,4-3-8-16,0-1-2 0,-1 0-2 0,1 1 1 0,5-2-2 15,-9 1 1-15,5-2-6 0,4 1 1 16,-8 0-4-16,8 0-1 0,-7-2 4 0,7 2-1 16,-6-1-3-16,6 1-2 0,0 0 0 0,-5-2 3 0,5 2-3 15,0 0 0-15,0 0 1 0,0 0-4 0,-5-1-3 16,5 1 1-16,0 0 1 0,0 0 3 16,0 0-3-16,0 9 2 0,0-9 0 0,0 0 0 0,0 9 4 15,0-9-1-15,0 8-5 0,0-8 1 0,1 8-2 16,-1-8 0-16,2 8 4 0,-2-3-3 15,0-5 0-15,0 7 1 0,0-7 2 0,0 8-1 0,0-8-11 16,0 5-1-16,0-5-2 0,0 0-8 0,-5 4-9 16,5-4-1-16,-6 1 2 0,6-1-11 0,0 0-4 15,0 0 6-15,-7-5-4 0,7 5-1 0,-6-5 0 16,3 2-2-16,3 3 1 0,-6-7 7 0,5 4 2 16,1 3-3-16,-4-7 18 0,2 2 0 0,2 5 5 15,-3-7-6-15,1 3 3 0,2 4 3 0,-4-7 5 0,4 7 6 16,-3-6-9-16,3 6 8 0,-2-3 7 15,2 3-4-15,0 0 7 0,-4-6-7 0,4 6-5 16,0 0 8-16,-4-5 0 0,4 5-3 0,0 0 0 0,-5-1 9 16,5 1-2-16,0 0 0 0,-7 0-1 0,7 0 3 15,-6 3 7-15,6-3-1 0,-6 3 2 0,1-1 0 16,5-2-2-16,-6 4 3 0,4-1 1 0,-1 0-2 16,3-3 0-16,-5 8 4 0,2-4 3 0,2 0 3 15,-1 0-3-15,-1 3 3 0,2 1 1 0,0-3 7 16,0 2 2-16,0 0 5 0,1 0-3 0,-1 2 5 15,1 0 5-15,2 0-4 0,-2-1 4 0,0 1 1 16,1-2 0-16,2 0-3 0,-2 3-5 0,0-1-1 16,0-3-2-16,-1 2-6 0,1 0 0 0,-1-1-3 15,0 0-6-15,1 0-2 0,-1-2-17 0,0-5-19 16,1 9-19-16,0-5-15 0,-1-4-21 0,0 0-22 16,-1 9-19-16,1-9-29 0,0 0-36 0,0 0-104 0,0 0-303 15,0 0 135-15</inkml:trace>
          <inkml:trace contextRef="#ctx0" brushRef="#br1" timeOffset="17703.4232">-4443 4566 70 0,'0'0'240'0,"3"-7"-15"0,-3 7-12 15,1-9-9-15,1 6-12 0,-2 3-10 0,2-9-15 0,-2 9-17 16,2-5-14-16,-2 5-17 0,2-4-15 0,-2 4-7 15,0 0-17-15,0 0-28 0,0 0-33 16,0 0-42-16,0 0-48 0,0 0-55 0,0 0-69 0,0 0-112 16,0 0-330-16,5 12 146 0</inkml:trace>
        </inkml:traceGroup>
        <inkml:traceGroup>
          <inkml:annotationXML>
            <emma:emma xmlns:emma="http://www.w3.org/2003/04/emma" version="1.0">
              <emma:interpretation id="{92ABE5A0-DE0E-41D6-AD3B-6A38709AF7BF}" emma:medium="tactile" emma:mode="ink">
                <msink:context xmlns:msink="http://schemas.microsoft.com/ink/2010/main" type="inkWord" rotatedBoundingBox="9769,15827 7870,15828 7869,15315 9768,15314"/>
              </emma:interpretation>
            </emma:emma>
          </inkml:annotationXML>
          <inkml:trace contextRef="#ctx0" brushRef="#br1" timeOffset="19410.0301">-4787 4664 140 0,'0'0'191'0,"0"0"-13"0,0 0-17 0,0 0-8 16,0 0-15-16,4 11-10 0,-4-11-14 15,2 6-11-15,-2-6-2 0,1 7-12 0,0-3-3 0,-1-4-13 16,0 9-8-16,0-9-8 0,-1 8-1 0,1-8-10 16,-1 8 0-16,1-8-9 0,0 7 2 0,-2-3-9 15,2-4 6-15,-4 7-10 0,1-4 1 0,3-3-5 16,-6 4-3-16,2-3-7 0,4-1-5 0,-8 2-1 16,5 0-3-16,3-2 1 0,-8 0 0 0,8 0-1 15,-6-2 1-15,6 2-4 0,-7-5 0 0,4 3 2 16,0-3-1-16,-1 2 1 0,3-3-4 0,1 6 5 15,-5-9-4-15,4 1 0 0,-1 0 2 0,2 0-2 16,-1-1 1-16,1 0 2 0,0 0-1 0,1 1 1 16,1-2-1-16,0-2 4 0,0-1-6 0,1 1 5 15,0 3 1-15,0-4-4 0,-1 2-2 0,0 4 5 16,-1 0-3-16,1 2-1 0,0 0 1 0,-2 5-13 0,2-5-10 16,-2 5-20-16,0 0-33 0,0 0-39 0,1-5-53 15,-1 5-134-15,0 0-324 0,0 0 143 0</inkml:trace>
          <inkml:trace contextRef="#ctx0" brushRef="#br1" timeOffset="19596.0856">-4907 4871 53 0,'0'0'266'0,"9"-11"-21"0,-9 11-27 0,3-4-18 16,-3 4-23-16,3-5-15 0,-3 5-21 0,1-6-29 0,-1 6-40 16,0 0-54-16,0 0-61 0,2-7-49 0,-2 7-164 15,0 0-275-15,-2-9 122 0</inkml:trace>
          <inkml:trace contextRef="#ctx0" brushRef="#br1" timeOffset="20344.5699">-4982 4661 61 0,'0'0'180'0,"0"0"-9"16,0 0-6-16,0 0-13 0,7 14-3 0,-7-14-12 15,3 6-1-15,-2-3-11 0,-1-3-8 0,3 6-7 16,0-2-9-16,-1-1-11 0,-2-3-8 0,2 7-8 0,-2-7-6 16,2 7-6-16,-2-7-6 0,0 7-3 15,0-7-8-15,-1 9-4 0,1-9-6 0,-2 6-1 16,0-1-3-16,2-5-1 0,-4 7-5 0,4-7-4 0,-3 7-10 16,0-5-9-16,3-2-8 0,-6 3-15 0,2-3-9 15,0 3-5-15,4-3-11 0,-9 0-10 0,6 0-2 16,3 0-7-16,-9-3 0 0,3 0-3 0,2 2-11 15,-1-4 3-15,0 2-7 0,2 0 16 0,-2-1-6 16,3-1 6-16,-1 1 3 0,1-1-3 0,2 5 6 16,-2-9 6-16,0 3 1 0,2 1 10 0,0 5 8 15,0-10-9-15,0 10 11 0,0-10 4 0,0 6 2 16,0 4 6-16,2-8 10 0,-2 8 7 0,2-6-4 16,-2 6 12-16,1-7-3 0,-1 7 3 0,4-4 4 15,-4 4 3-15,4-4-6 0,-4 4 0 0,5-3 3 16,-2 0 9-16,-3 3-1 0,6-2 9 0,-6 2 6 15,6 0-3-15,-6 0 9 0,6-2 3 0,-6 2-3 16,5 0 2-16,-5 0 7 0,0 0-7 0,5 4 8 16,-5-4 1-16,3 4-9 0,-3-4 6 0,1 6-6 0,-1-6-1 15,0 0 2-15,-2 11-11 0,2-11-1 0,-2 8-1 16,1-3-3-16,-1 0-1 0,2-5-5 0,-4 8 3 16,1-3-5-16,1 0 1 0,-1 1 2 0,0-3 0 15,-1 3-8-15,1-2 4 0,-1-1-3 0,-1 1-3 16,1-1-1-16,-2-1 3 0,1 3-3 0,-2-4 0 15,1 0-3-15,0 0 1 0,1-1-3 0,5 0 1 16,-9 1 4-16,9-1 0 0,-8-2-2 0,3 1-4 16,5 1 2-16,-7-3 2 0,2 0 1 0,1 0 5 15,0 0-3-15,0 0 13 0,2-2 4 0,2 5 8 16,-5-8-3-16,4 4 5 0,0-2 3 0,0-1-7 0,1 7 7 16,-1-12 1-16,0 5 6 0,2-1-3 0,0-1-2 15,-1 0-2-15,1 0 0 0,1-3-4 16,1 0-4-16,-1 1 2 0,-1 2-1 0,1-1-5 15,-1 3 1-15,-1-1-4 0,2 2-7 0,-1 1-1 0,-1 5-1 16,3-6-6-16,-3 6-20 0,0-6-21 0,0 6-29 16,0 0-45-16,0 0-39 0,0 0-54 15,0 0-156-15,0 0-386 0,0 0 172 0</inkml:trace>
          <inkml:trace contextRef="#ctx0" brushRef="#br1" timeOffset="21189.1273">-5224 4676 66 0,'0'0'173'0,"0"0"-8"0,4 9-20 15,-4-9-5-15,0 0-10 0,4 5-10 0,-4-5-9 0,0 0-10 16,1 6-11-16,-1-6-9 0,0 6-13 0,0-6 0 16,0 0-13-16,-1 9-1 0,1-9-10 0,-2 4 3 15,2-4-7-15,-3 5-4 0,3-5-3 0,-5 4-5 16,2-1-3-16,3-3-2 0,-7 2-7 0,3-1-4 16,4-1-3-16,-7 0-1 0,7 0 2 0,-8-1-5 15,8 1-5-15,-8-2 1 0,6-1 3 0,2 3-3 16,-5-3 2-16,2 0 0 0,3 3 1 0,-5-7-5 15,4 3 5-15,1 4-8 0,-2-7 2 0,2 7-1 16,-1-8 2-16,1 8 2 0,0-10-5 0,0 10 5 16,0-7 4-16,0 7 0 0,1-6 1 0,-1 6-3 15,0 0-1-15,0 0 2 0,0 0-1 0,1-6 1 16,-1 6-6-16,0 0 4 0,0 0-4 0,0 0 4 0,0 0-6 16,0 0 5-16,0 0-3 0,0 0 4 0,1 19 1 15,-1-19 3-15,0 0-6 0,-3 9 6 16,3-4-10-16,0-5 0 0,-4 6-4 0,1-2-2 0,0-2-6 15,0 2-7-15,-1-1-12 0,1-1-14 0,-1 1-8 16,-1 0-2-16,0-2-3 0,5-1-11 16,-12-1 0-16,8 2-2 0,4-1 6 0,-9-1 7 0,4-1 3 15,5 2 9-15,-8-4 5 0,4 2 4 0,0-2-2 16,1 1 19-16,3 3 10 0,-5-8 11 0,3 5-1 16,-1 0 21-16,3 3 5 0,-3-6 13 0,3 6 2 15,-3-4 5-15,3 4 2 0,0 0-3 0,-3-5-6 16,3 5 1-16,0 0 1 0,0 0 4 0,0 0-1 15,0 0 2-15,0 0 3 0,0 0 3 0,0 0-1 16,0 0 4-16,0 0-6 0,0 0-2 0,0 0 0 16,0 0 2-16,12 9 3 0,-10-6 3 0,-2-3-1 15,5 5 5-15,-3-2-1 0,2 1-1 0,-1 0-2 0,0-2-3 16,0 2-3-16,-3-4-3 0,4 7-4 0,-2-3-2 16,-1 1-1-16,1-1-6 0,-1 2 1 0,1-1-2 15,-1 1 2-15,-1-1-5 0,0-5 5 16,0 10-7-16,0-10 0 0,-2 11-3 0,0-6-2 0,-1 1 3 15,-1-1-1-15,0 0-9 0,0 1 6 0,-1-1-7 16,0-1 2-16,-1 0 1 0,-1 0-1 0,1 0-4 16,-1-1 2-16,2-1-2 0,-3 1-1 0,1-2-3 15,1-1 5-15,-2 0-6 0,1 0 3 0,-1 0-4 16,0 0 2-16,0-1 0 0,-2-2-4 0,1 1 2 16,1-1-2-16,0-1 2 0,0 0-1 0,2 0-1 15,-1 0-2-15,0-2-3 0,1 0-8 0,1 1-3 16,0-2-6-16,1 0-15 0,1-1-8 0,2-1-18 15,1 0-33-15,1-2-6 0,4-2-44 0,-1 1-41 0,1 1-170 16,1-1-387-16,1 1 171 0</inkml:trace>
          <inkml:trace contextRef="#ctx0" brushRef="#br1" timeOffset="21506.5118">-5271 4571 214 0,'0'0'208'0,"4"-2"-18"0,-4 2-25 0,0 0-7 16,0 0-17-16,0 0-10 0,0 0-16 0,0 0-8 15,0 0-8-15,-15-2-15 0,15 2-5 0,-7 0-11 16,7 0-6-16,-6-1-3 0,6 1-5 0,-5-3-5 15,5 3-8-15,-6-3-5 0,6 3-11 0,-3-5-8 16,3 5-12-16,-1-8-6 0,1 8-2 0,0-9-10 16,0 9-5-16,4-12 0 0,-2 6 5 0,0-2-1 15,-1 4 2-15,-1 4-2 0,3-9 3 0,-2 4-2 16,-1 5 0-16,4-6-29 0,-4 6-28 0,2-4-39 16,-2 4-49-16,0 0-107 0,0 0-285 0,1-5 126 15</inkml:trace>
          <inkml:trace contextRef="#ctx0" brushRef="#br1" timeOffset="22633.4547">-5694 4670 20 0,'0'0'165'15,"0"0"-13"-15,0 0-7 0,0 0-14 0,0 0-9 16,0 0-9-16,0 0-7 0,6 16-7 0,-3-13-6 16,-1 1-1-16,-2-4-2 0,4 8-5 0,-1-2-8 15,1-1-7-15,-1 0-3 0,0 2-8 0,0-2 0 16,-1-1-4-16,2 3-5 0,-2-2-6 0,-1 0 3 16,0 0-7-16,1 0-5 0,-2 0-4 0,0-5 1 15,0 8-9-15,0-8 0 0,0 0-3 0,0 9 1 16,0-9-4-16,-4 5-2 0,1-2-7 0,-2-1-7 0,1-2-7 15,-1 2-12-15,0 0-6 0,5-2-8 16,-11 1-6-16,5-2-3 0,2-1-1 0,4 2-4 16,-9-2 0-16,3-3 4 0,0 2-5 0,2-2 12 0,-1 1-5 15,1-2 1-15,-1 1 10 0,2 0 2 0,0 0 1 16,2 1-1-16,-1-3 7 0,1 0 4 0,0 1-2 16,1 6 7-16,-2-10-3 0,2 5 2 0,0 5 1 15,3-11 2-15,-3 6-1 0,2 0 3 0,-2 5 2 16,4-7 6-16,-1 4 4 0,-1-1-10 0,-2 4 7 15,5-6 5-15,-2 4-1 0,-3 2 2 0,5-4-3 16,-5 4 6-16,4-1 1 0,-4 1 1 0,7-1 3 16,-7 1-3-16,0 0 6 0,7 1-4 0,-5 2 0 15,-2-3 2-15,3 4-1 0,-3-4-2 0,3 6 2 16,-1-2-2-16,-2-4-4 0,1 7-1 0,-1-7 1 16,-1 9 6-16,-2-5-9 0,0 0 5 0,0 0-6 0,-1-1 1 15,0 0 0-15,-3 0-1 0,2 0 2 0,-2 1-2 16,-1 0 0-16,0-1-1 0,-1-2 4 0,0 2-12 15,2-3 0-15,-2 2 3 0,-1 0-3 0,2-2-1 16,1 1 9-16,-1-1-3 0,1-1-1 0,1 1-1 16,-1-1 0-16,7 1 4 0,-9-1-1 0,5 1-4 15,4 0 1-15,-8-1 7 0,8 1 5 0,-5-1 0 16,5 1 13-16,0 0-4 0,-7-1 5 0,7 1-6 16,0 0-4-16,0 0-1 0,-6 1-4 0,6-1 2 0,0 0 0 15,0 0 3-15,-2 6 1 0,2-6 8 0,0 0-5 16,0 9 3-16,0-9 2 0,0 11 0 15,0-5 0-15,1 2-2 0,-2-2 1 0,2 2 3 16,-3 0 2-16,2-1-6 0,-3 1 1 0,0 0 1 0,1 1-10 16,0-2 4-16,-3 1-2 0,1-1-2 0,1 1 0 15,-2-2-2-15,1 0-5 0,-1 0-14 0,1 0-14 16,0-1-21-16,0-1-19 0,0-2-30 0,1 0-38 16,3-2-37-16,-7 1-160 0,7-1-352 0,0 0 156 15</inkml:trace>
          <inkml:trace contextRef="#ctx0" brushRef="#br1" timeOffset="22883.2188">-5849 4592 46 0,'2'-6'250'16,"-2"6"-14"-16,2-7-20 0,-2 7-19 0,2-4-18 15,-2 4-17-15,1-6-15 0,-1 6-16 0,0 0-23 16,0 0-27-16,0 0-41 0,2-5-48 0,-2 5-57 16,0 0-48-16,0 0-156 0,-7-5-289 0,7 5 129 15</inkml:trace>
          <inkml:trace contextRef="#ctx0" brushRef="#br1" timeOffset="23141.4407">-5992 4539 185 0,'0'0'198'0,"0"0"-7"0,0 0-6 0,0 0-9 15,0 0-5-15,0 0-9 0,-4 11-10 16,4-11-10-16,-1 7-3 0,1-1-3 0,-1 0-5 0,1 1-7 16,-1 0-9-16,1 1-8 0,0 1-12 0,0-2-10 15,0 2-8-15,0-1-5 0,0 0-9 16,0 0-5-16,0 1-18 0,0-1-24 0,2 1-29 0,-3-1-40 16,1 0-55-16,1-1-42 0,-1-7-43 0,-1 10-192 15,0-5-415-15,0-1 184 0</inkml:trace>
          <inkml:trace contextRef="#ctx0" brushRef="#br1" timeOffset="23490.286">-6057 4729 68 0,'0'0'208'0,"1"10"-12"0,-1-10-11 16,0 0-1-16,0 12-13 0,0-12 0 15,2 10-14-15,-3-5-13 0,1 2-12 0,-2 0-7 0,1 1-9 16,0 0-9-16,-3-2-10 0,2 1-7 0,-1 1-11 16,0 1-2-16,-2-2-8 0,1 0-8 15,-1 1-5-15,1-3-13 0,-1 2-9 0,-1-3-20 0,1 3-27 16,-1-3-38-16,1-1-39 0,-1 0-43 0,1-1-45 16,-2 0-176-16,1-1-382 0,6-1 169 0</inkml:trace>
          <inkml:trace contextRef="#ctx0" brushRef="#br1" timeOffset="24005.2014">-6131 4593 81 0,'0'0'175'0,"0"0"-17"0,0 0-10 0,0 0-15 15,0 0-14-15,0 0-19 0,-17-1-4 0,17 1-6 16,-11 1-22-16,5-1-26 0,0 0-29 0,0-1-39 16,6 1-69-16,-10-3-89 0,6 3-199 0,0-3 88 0</inkml:trace>
          <inkml:trace contextRef="#ctx0" brushRef="#br1" timeOffset="23775.7278">-6207 4678 122 0,'1'18'131'0,"-1"-18"-16"0,0 7-2 0,0-7-8 0,-3 6-8 15,3-6-11-15,-4 8-11 0,0-4-4 16,3-1-7-16,1-3-2 0,-4 8-6 0,2-5-3 0,2-3-12 16,-6 5 2-16,3-3-8 0,3-2 6 0,-6 3-14 15,6-3 5-15,-6 3-12 0,6-3 9 0,-6-1-6 16,6 1 6-16,-7-4-3 0,7 4 1 0,-5-5 6 15,2 0-1-15,0 2 14 0,3 3 7 0,-4-9 6 16,3 5-1-16,-1-5 10 0,1 3 0 0,1-2-4 0,0 1 1 16,0 0-2-16,0-3-2 0,1 1-8 15,1-3-3-15,-1 0-4 0,0-1-4 0,1-1-5 16,0 2-7-16,0 0-2 0,1 0-5 0,-2 3-12 16,1 1-16-16,0 1-19 0,-1 1-31 0,-1 1-40 0,0 5-33 15,3-7-32-15,-3 7-181 0,2-5-370 16,-2 5 163-16</inkml:trace>
          <inkml:trace contextRef="#ctx0" brushRef="#br1" timeOffset="25554.656">-6319 4388 5 0,'0'0'178'0,"0"0"-10"15,0 0-10-15,0 0-14 0,0 0-3 0,0 0-5 0,0 0-2 16,0 0-5-16,0 0-6 0,-2 19-9 0,-3-12-3 16,0 1-5-16,-1-1-6 0,-1 3-9 15,0-1-8-15,-1 0-10 0,0 0-9 0,0 0-3 0,0-1-10 16,1 0-21-16,0-2-31 0,-1 2-53 0,2-2-64 15,0-2-76-15,0 1-112 0,0-1-331 0,1 0 147 16</inkml:trace>
          <inkml:trace contextRef="#ctx0" brushRef="#br1" timeOffset="24840.2076">-6453 4578 42 0,'0'0'154'0,"0"0"-1"0,0 0-14 0,0 0-9 16,0 0-4-16,0 0-9 0,4 23-10 0,-4-19-8 16,0-4-4-16,-2 12-6 0,2-4-3 0,0-3-9 15,-1 2-3-15,0-1 0 0,0 0-10 0,1 1-4 16,-1 1-6-16,-1-3-1 0,1 2-5 0,-1-1-8 15,0-2-1-15,0 2-5 0,0-1-1 0,0 0-6 16,-1-1 0-16,0-1-1 0,0 0-1 0,3-3-9 16,-5 7-2-16,2-5 3 0,3-2-1 0,-6 3-4 15,6-3 1-15,-7 2-2 0,7-2-2 0,-6-2 0 0,6 2 2 16,-6-3-2-16,3 0-1 0,3 3-4 16,-4-6 1-16,2 2 3 0,2 4 1 0,-2-8 0 15,1 4 8-15,1 4-1 0,-2-12 1 0,2 6-10 0,0-3 12 16,1 1-2-16,0-1 0 0,0 0-1 0,2 0-1 15,-1 0 0-15,0 0-2 0,0 2-5 0,0-1-2 16,-1 3-2-16,1 1-1 0,-2 4-20 0,3-8-33 16,-3 8-49-16,0-6-54 0,0 6-205 0,0 0-386 15,0 0 171-15</inkml:trace>
          <inkml:trace contextRef="#ctx0" brushRef="#br1" timeOffset="25143.5732">-6614 4718 37 0,'0'0'201'16,"0"0"-9"-16,0 0-6 0,0 0-4 0,0 0-6 15,0 0-4-15,0 0-15 0,5 15-12 0,-4-10-8 16,-1-5-8-16,2 9-9 0,-1-3-3 0,-1-2-6 16,0-4-8-16,-1 13-7 0,1-5-8 0,-2-1-10 15,-1-2-5-15,2 1-7 0,-2 2-7 0,-1-1-10 16,0-2-1-16,-1 2-18 0,-1-2-26 0,0 0-28 16,0 1-41-16,0-1-35 0,1-2-57 0,-1 1-48 15,0-2-163-15,1 0-398 0,1 0 176 0</inkml:trace>
        </inkml:traceGroup>
        <inkml:traceGroup>
          <inkml:annotationXML>
            <emma:emma xmlns:emma="http://www.w3.org/2003/04/emma" version="1.0">
              <emma:interpretation id="{C4359053-095B-43C2-9C91-5C36A5C868CB}" emma:medium="tactile" emma:mode="ink">
                <msink:context xmlns:msink="http://schemas.microsoft.com/ink/2010/main" type="inkWord" rotatedBoundingBox="7722,15872 5475,15873 5474,15266 7721,15265"/>
              </emma:interpretation>
            </emma:emma>
          </inkml:annotationXML>
          <inkml:trace contextRef="#ctx0" brushRef="#br1" timeOffset="26995.618">-6851 4702 92 0,'0'0'172'0,"4"6"-11"0,-3-3 2 16,1 1-7-16,0 1-11 0,0-1-12 0,0 1-10 15,0-1-10-15,0 2-9 0,1 0-5 0,-2-1-8 16,0-2-8-16,-1-3-6 0,2 9-7 0,-2-9-4 16,1 6-8-16,-1-6-5 0,0 0-13 0,-1 9 1 15,1-9 0-15,0 0-5 0,-3 4-5 0,3-4-3 16,-4 3-3-16,4-3-12 0,0 0-5 0,-8-1 0 15,8 1-7-15,-5-4-10 0,5 4 2 0,-7-5-1 0,4 1-10 16,3 4-3-16,-4-9 9 0,2 5 1 16,1-1-5-16,1 5 2 0,-2-11 5 0,2 3-7 15,0 2 4-15,1-1-1 0,-1 7 2 0,1-12 1 0,0 7 4 16,0 1-4-16,1-2 1 0,-2 6 11 0,2-8 4 16,-1 5-3-16,-1 3 5 0,0 0-5 0,2-8 0 15,-2 8 0-15,0 0-1 0,0 0 5 0,0 0-1 16,0 0 2-16,0 0 1 0,0 0-2 0,0 0-5 15,0 0 0-15,-14 8-1 0,11-6 1 0,-1 2-5 16,-2 0 7-16,0 0-5 0,-1 0 7 0,-1-1-5 16,1 1-5-16,-1-2 5 0,1 0 1 0,-2 0-1 15,2 1-9-15,-2-1-2 0,-1-1-7 0,0 0-3 16,2 0-19-16,0 1 6 0,0-2-12 0,1-2-5 16,-1 2-4-16,2-1-8 0,0-1-5 0,0-1 0 15,1 0 5-15,1 0-7 0,4 3-4 0,-7-6 8 16,4 2-3-16,1 1 8 0,2 3 6 0,-2-9 9 0,2 9 5 15,1-8 3-15,-1 8-1 0,0-7 16 16,0 7 5-16,3-6 4 0,-3 6 3 0,3-5 3 16,-3 5 5-16,4-4 0 0,-4 4 4 0,3-2 3 0,-3 2 3 15,0 0 1-15,6 0-1 0,-6 0 4 0,0 0 9 16,4 5-7-16,-4-5 4 0,2 6 5 16,-2-6 5-16,3 6-4 0,-3-2 6 0,0-4 1 0,3 8 2 15,-3-4-4-15,0-4-4 0,2 8 0 0,-2-8 0 16,-1 7-3-16,1-7 0 0,-3 8 0 0,2-4-4 15,1-4-2-15,-6 6-3 0,3-3 1 0,-3-1-4 16,3-1-8-16,-4 2-11 0,-1-2-4 0,2 1-11 16,-1-2 7-16,0 0-4 0,-1-1-6 0,1 0 5 15,0 1 6-15,0-3-6 0,0 2 9 0,1-2 2 16,0 0-2-16,0-1-3 0,2 0 6 0,1 0 12 16,-2 2-3-16,2-2 8 0,3 4 0 0,-3-9 5 15,0 7 3-15,3 2 2 0,-1-8 7 0,1 8 1 0,-4-5 15 16,4 5 4-16,-2-4-2 0,2 4 0 15,0 0-9-15,-3-5-2 0,3 5-5 0,0 0-1 16,0 0-5-16,0 0-1 0,0 0-2 0,0 0-1 0,0 0-1 16,0 0-1-16,0 0-1 0,0 0 0 0,0 19-4 15,0-19 1-15,-2 8-2 0,2-8 0 0,0 9 4 16,-1-4-6-16,1-5-1 0,-1 7-4 0,1-7 2 16,-2 6 2-16,2-6 1 0,-4 4 1 0,2-1-2 15,2-3-5-15,-6 2 4 0,6-2-6 0,-6 3-6 16,0-3-5-16,0-1 5 0,0-1-4 0,-1 1 0 15,2-2 6-15,-2 1 0 0,1-1 4 0,2-2-1 16,-1 1-3-16,1 0 2 0,-1 0 4 0,1-2 1 16,0 2 5-16,1 0 4 0,0 0 10 0,3 4 9 15,-5-5-1-15,2 1 3 0,3 4 9 0,-3-6 3 16,3 6 3-16,-3-6-3 0,3 6 2 0,-3-4-6 16,3 4-2-16,0 0-4 0,0 0-5 0,0 0 1 15,0 0-4-15,0 0-2 0,0 0-9 0,0 0 6 0,0 0-5 16,0 0-1-16,0 0-1 0,0 0-4 0,6 18 6 15,-3-14 0-15,-2 1-6 0,0 0 1 0,0 1 0 16,-1-6-2-16,-2 13 6 0,1-7-5 0,0 0-1 16,-2 0-2-16,-2 0-1 0,1 0-8 0,0-1-14 15,-1-1-13-15,-1 1-25 0,1-2-22 0,0-1-38 16,1-1-21-16,4-1-53 0,-8 0-123 0,8 0-338 16,-8-3 149-16</inkml:trace>
          <inkml:trace contextRef="#ctx0" brushRef="#br1" timeOffset="27230.1877">-7111 4490 80 0,'0'0'248'0,"4"-7"-9"0,-1 3-13 0,-3 4-18 16,3-3-18-16,-3 3-20 0,0 0-16 0,0 0-18 16,0 0-23-16,0 0-31 0,0 0-45 0,0 0-46 15,0 0-55-15,0 0-65 0,-13 15-152 0,9-6-303 16,0-1 135-16</inkml:trace>
          <inkml:trace contextRef="#ctx0" brushRef="#br1" timeOffset="30706.5462">-7168 4863 137 0,'0'0'150'0,"-7"1"-5"16,7-1-7-16,-5 1-10 0,5-1-10 0,-7 1-8 15,2-1-10-15,-1 0-11 0,2 2-6 0,4-2-12 16,-10-2-11-16,10 2-40 0,-9 0-44 0,6-2-67 16,-3 1-115-16,6 1-223 0,-7-3 98 0</inkml:trace>
          <inkml:trace contextRef="#ctx0" brushRef="#br1" timeOffset="27491.5773">-7202 4871 27 0,'0'0'160'0,"0"0"-14"0,0 0-23 0,0 0-9 15,0 0-14-15,0 0-32 0,-19-6-20 0,14 5-52 16,-2 2-38-16,0-1-82 0,1-1-133 0,6 1 58 16</inkml:trace>
          <inkml:trace contextRef="#ctx0" brushRef="#br1" timeOffset="30052.0899">-7349 4358 75 0,'0'0'173'0,"0"0"-3"16,-13 10-10-16,10-7-12 0,-1 1-4 0,1 1-6 0,-3 3-9 16,-1-1-5-16,-1 3-8 0,-1 0-13 15,0 2-8-15,-3 1-9 0,3-2-5 0,-3 2-10 16,2 2-6-16,1-3-17 0,0-3-27 0,1 2-53 0,2-2-67 15,-1-1-204-15,2-1-328 0,2-2 145 16</inkml:trace>
          <inkml:trace contextRef="#ctx0" brushRef="#br1" timeOffset="29122.6054">-7452 4661 44 0,'0'0'157'0,"0"0"-4"0,0 0-13 0,0 0-5 16,0 0-13-16,0 0-9 0,4 19-8 0,-4-19-16 0,0 8-3 15,0-8-8-15,-2 8-1 0,2-8-9 16,-3 7-6-16,1-3-7 0,2-4-3 0,-5 6-6 16,2-4-7-16,3-2-2 0,-7 5 0 0,4-4-6 15,-2 1-3-15,5-2-8 0,-8 1-11 0,5 1-5 0,3-2-9 16,-8-3-11-16,4 0 1 0,-1 0-5 15,5 3 1-15,-7-6-6 0,3 3 2 0,1-2 1 0,-1-1 4 16,2 2 1-16,-1-2 1 0,1 1 5 0,1-3-2 16,-1 1 4-16,1-1 2 0,1 1 8 0,0-2 1 15,0 1 6-15,0 0-2 0,1-2 8 0,0 1 3 16,0 1 1-16,-1-1-2 0,2 1 9 0,-1 2 0 16,0 1 7-16,-1 0-8 0,0 5 1 0,1-7-1 0,-1 7 0 15,0 0-3-15,0 0-5 0,1-5-2 16,-1 5 1-16,0 0-3 0,0 0 3 0,0 0-6 15,0 0 4-15,0 0-8 0,-6 19 5 0,6-14-3 0,-1 2-2 16,0-1 2-16,1-6-3 0,-1 13 2 16,1-6 4-16,-2 0-6 0,2 2 3 0,-1-2-4 15,-2 1-2-15,1-2 7 0,-1 1-5 0,1 0 3 0,-1-1-3 16,0 0-1-16,0 1 2 0,-1-3-3 0,1 0 3 16,-1 0-4-16,2-1 0 0,-2 0-6 0,4-3 1 15,-7 5-7-15,3-4-6 0,4-1-3 0,-7 2-3 16,7-2-3-16,-9-1-2 0,5-1-2 0,4 2 1 15,-7-5 6-15,2 4 4 0,1-4-3 0,1 1 6 16,0-1-4-16,0 2 7 0,0-3-5 0,0 3 11 16,1-2-4-16,2 5 7 0,-3-9 3 0,1 5 11 15,2 4-2-15,-2-8 7 0,2 8-3 0,-1-6 0 0,1 6 0 16,0 0 4-16,-3-6-5 0,3 6 2 0,0 0-3 16,0 0 2-16,0 0-3 0,0 0-1 15,0 0-3-15,0 0 3 0,0 0-5 0,0 0 3 0,0 0-1 16,0 0-2-16,0 0 8 0,3 19-6 0,-3-19-6 15,3 6 4-15,-3-2-1 0,0-4 4 0,0 8 0 16,0-8 0-16,-1 9-1 0,1-9-2 0,-2 5 1 16,2-5 2-16,-5 7 1 0,2-4-5 0,-1 0-3 15,1-1 8-15,-1 0-7 0,4-2 3 0,-9 4-1 16,5-3 4-16,-3 0-5 0,3 1 1 0,-1-2-3 16,5 0 3-16,-7 0-1 0,7 0 0 0,-8 0 3 15,8 0 1-15,-6 0-6 0,6 0 5 0,-6-2-7 16,6 2 5-16,0 0-3 0,0 0-2 0,-6 2 3 0,6-2 1 15,0 0-5-15,0 0 5 0,-4 6-1 16,4-6 3-16,0 0-1 0,2 9-3 0,-2-9-2 16,2 7 4-16,-2-7 0 0,2 8-5 0,1-4-1 0,-3 1-3 15,0-5 1-15,4 6-2 0,-2-2-3 0,-2-4-2 16,3 5-6-16,-3-5 0 0,0 6-12 16,0-6-8-16,0 0 4 0,0 0-14 0,-3 9-7 0,3-9-5 15,0 0-8-15,-5 3 6 0,5-3 12 0,-4 1-4 16,4-1-1-16,0 0 7 0,-8-1 3 0,8 1 9 15,0 0 5-15,-8-3 1 0,8 3 1 0,-6-1 4 16,6 1 0-16,-6-2 5 0,6 2 4 0,-5-3 7 16,5 3 2-16,-4-4 5 0,4 4 0 0,-3-5 0 15,3 5 7-15,-3-4-1 0,3 4 1 0,0-7 12 16,0 7 1-16,0 0-2 0,0-10 0 0,0 10 6 16,0-8 7-16,0 8 2 0,0-7-1 0,0 7 3 0,-2-6 3 15,2 6 1-15,-1-6-2 0,1 6-6 0,0 0 2 16,0 0-8-16,-3-8 1 0,3 8-5 15,-4-1 6-15,4 1 3 0,0 0-7 0,-6-1 5 0,6 1-6 16,0 0 1-16,-9 1-3 0,9-1 5 0,-7 3 3 16,3-2 2-16,4-1-1 0,-7 3 3 0,3-2-6 15,-1 2 10-15,2-1-12 0,3-2 0 0,-7 3 0 16,5 0 3-16,-1 1 0 0,3-4 1 0,-6 7 5 16,2-1-2-16,1 0 7 0,1-2 2 0,0 3 2 15,-1-1 6-15,1 0 3 0,1 1 5 0,0 0 2 16,0 2 0-16,0-2-2 0,1 1 3 0,1 0 5 15,-1 1 5-15,2-1-5 0,-1 1-5 0,1 0-3 16,-2 0-3-16,2 0 0 0,-1 2-5 0,0-4-2 16,1 2-6-16,-1-1-4 0,0 1 0 0,-1-2-6 15,1-2-12-15,-1-5-15 0,0 9-26 0,0-9-29 16,0 9-27-16,0-9-37 0,0 0-48 0,0 0-212 0,0 0-413 16,0 0 182-16</inkml:trace>
          <inkml:trace contextRef="#ctx0" brushRef="#br1" timeOffset="29721.04">-7520 4840 50 0,'3'-4'297'0,"-3"4"-15"0,2-3-16 0,-2 3-21 15,0 0-16-15,3-5-19 0,-3 5-23 0,0 0-16 16,0 0-19-16,2-4-25 0,-2 4-40 16,0 0-68-16,0 0-84 0,0 0-101 0,0 0-183 0,-8-8-378 15,6 4 168-15</inkml:trace>
          <inkml:trace contextRef="#ctx0" brushRef="#br1" timeOffset="29376.6128">-7731 4538 274 0,'0'-5'278'0,"0"5"-17"0,4-4-14 16,-4 4-18-16,2-5-18 0,-2 5-25 0,0 0-15 15,3-3-18-15,-3 3-18 0,0 0-17 0,0 0-32 16,0 0-56-16,0 0-58 0,-1 15-94 0,1-15-250 16,-2 8-402-16,2 0 177 0</inkml:trace>
          <inkml:trace contextRef="#ctx0" brushRef="#br1" timeOffset="32336.7046">-7971 4669 98 0,'0'7'161'0,"0"-7"-11"0,1 6-6 0,-1-6-16 16,0 0-9-16,0 7-9 0,0-7-4 0,0 0-4 0,-1 8-4 16,1-8-13-16,-1 6-9 0,1-6-3 0,-2 5-5 15,2-5-1-15,0 0-14 0,-3 5 2 0,3-5-8 16,0 0-3-16,-4 4-7 0,4-4-10 0,-6 4-13 16,6-4-9-16,-3 0-8 0,3 0-6 0,0 0-10 15,-9 0-4-15,9 0-3 0,0 0-4 0,-6-3 1 16,6 3-3-16,-4-3 5 0,4 3-3 0,-3-7 7 15,3 7 0-15,-3-5 1 0,3 5 5 0,0-7 2 16,0 7-7-16,-1-9 17 0,1 9 3 0,-2-6 7 16,2 6 3-16,0-8-14 0,0 8 12 0,0 0 5 15,-1-9-9-15,1 9 10 0,0 0-4 0,0 0 4 0,-1-5-12 16,1 5 5-16,0 0-5 0,0 0 3 16,0 0 1-16,0 0 3 0,0 0-6 0,0 0 2 0,0 0 0 15,0 0 2-15,0 0-3 0,0 0 4 0,0 0-6 16,0 0 0-16,0 0-2 0,0 0 9 0,-1 19-6 15,1-19 5-15,-3 6-8 0,0-4 1 0,0 2-5 16,3-4-2-16,-6 6-1 0,3-3-8 0,0-1-11 16,-1 1-11-16,-1 0-1 0,0 1-10 0,0-3-6 15,1 2 2-15,4-3-10 0,-8 1-1 0,8-1 6 16,-7 1 9-16,7-1 9 0,-8-2 7 0,8 2 7 16,-7-2 2-16,7 2 10 0,-5-4 9 0,1 2-2 0,4 2 23 15,-4-5 1-15,4 5 2 0,-3-8 3 16,3 8 8-16,-2-6 1 0,2 6 6 0,-2-7 10 15,2 7 0-15,-1-6 2 0,1 6 1 0,-2-6 0 0,2 6-4 16,0 0-15-16,-1-6 12 0,1 6-3 0,0 0-3 16,0 0-8-16,0 0-4 0,0 0 2 0,0 0-4 15,0 0 1-15,0 0-7 0,0 0-2 0,0 0 1 16,0 0-1-16,0 0-3 0,0 0 0 0,0 0-9 16,0 0 6-16,0 0 5 0,0 0-12 0,0 0 5 15,0 0 1-15,0 0-4 0,2 21-1 0,-2-21 6 16,-2 4-4-16,2-4 3 0,-3 6 0 0,3-6-4 15,-3 5-3-15,-1-4 1 0,4-1-13 0,-4 5 9 16,4-5 0-16,-5 2-5 0,1-1-1 0,4-1 0 16,-6 3-2-16,6-3-6 0,-7 0-11 0,7 0 3 15,-9 0-3-15,5 0 0 0,4 0-2 0,-9-2 3 16,5 1 0-16,4 1 2 0,-7-3 7 0,5 1 13 16,2 2-15-16,-7-6 5 0,7 6 5 0,-3-4 7 15,3 4 7-15,-4-4 1 0,4 4 5 0,-4-5-1 16,4 5 6-16,-2-4 5 0,2 4 4 0,0 0 1 0,-4-5 0 15,4 5 1-15,0 0-1 0,0 0 2 0,0 0-5 16,0-7-3-16,0 7 0 0,0 0 0 0,0 0 2 16,0 0 0-16,0 0 3 0,0 0-4 0,0 0 5 15,0 0-4-15,-1 20-4 0,1-20-3 0,0 9 4 16,1-4-9-16,-1-5 2 0,-1 9 1 0,1-9 4 16,-2 7-7-16,2-2 3 0,0-5-3 0,-4 8 0 15,4-4 0-15,0-4-3 0,-5 5 0 0,2-2-9 16,0-1 13-16,3-2 0 0,-7 3-6 0,7-3 2 0,-7 3-2 15,3-2 1-15,4-1-4 0,-8-2 2 16,3 0-2-16,0 1-3 0,1-2 4 0,4 3-5 16,-8-5 5-16,3 2 2 0,0-1 3 0,2 1-3 0,0-2 3 15,1 2 1-15,2 3 4 0,-2-10 1 0,1 2 1 16,1 1 2-16,-2-1 5 0,2 0 1 0,0-2 0 16,2 0-2-16,-2-3-1 0,1 3-2 0,1-3-3 15,-1-1 1-15,5-5-2 0,-3 6 6 0,0 0-6 16,-1 5 7-16,1 0-2 0,-1 0-3 0,0 0-3 15,-1 4 1-15,1-1-4 0,-2 5-6 0,4-6-9 16,-4 6-20-16,2-3-32 0,-2 3-28 0,0 0-37 16,0 0-50-16,0 0-152 0,0 0-351 0,0 20 156 15</inkml:trace>
          <inkml:trace contextRef="#ctx0" brushRef="#br1" timeOffset="32603.7523">-8254 4827 113 0,'3'4'191'0,"-3"-4"-11"0,0 0 0 0,0 0-11 16,0 0-12-16,0 0-8 0,0 0-13 0,0 0-6 15,0 0-15-15,0 0-8 0,0 0-13 0,-15 1-8 16,15-1-8-16,-6 0-9 0,6 0-6 0,-7 0-6 16,7 0-20-16,-7 0-24 0,7 0-39 0,-8 0-31 15,8 0-41-15,-6 0-49 0,6 0-153 0,-7 1-324 16,7-1 144-16</inkml:trace>
          <inkml:trace contextRef="#ctx0" brushRef="#br1" timeOffset="33984.728">-8408 4678 17 0,'0'0'163'0,"6"7"-11"15,-6-7-8-15,2 5-4 0,-2-5-7 0,0 0-4 0,1 7-8 16,-1-7-3-16,0 5-7 0,0-5-7 15,0 6-5-15,0-6-9 0,0 0-8 0,-1 9-8 16,1-9-11-16,0 0 2 0,-2 9-10 0,0-7-5 0,2-2-6 16,-3 5 1-16,3-5-10 0,-3 6-1 0,1-4-13 15,2-2-7-15,-5 4-13 0,5-4 2 0,-5 3-9 16,5-3-1-16,-4 2 1 0,4-2 1 0,0 0-4 16,0 0 2-16,-9-5 1 0,9 5-4 0,-4-5 6 15,2 1-5-15,2 4 11 0,-4-8-8 0,4 4 3 16,0 4 2-16,-2-8 3 0,2 8-3 0,-1-8 2 15,1 8-5-15,0-8 10 0,0 8 1 0,-3-6 4 16,3 6-3-16,0-4 1 0,0 4 2 0,0 0-2 16,0 0 1-16,-1-6-12 0,1 6 8 0,0 0-2 15,0 0 5-15,0 0-8 0,0 0 2 0,0 0 0 16,0 0-1-16,0 0 1 0,0 0-1 0,0 0-3 16,0 0 4-16,0 19-3 0,0-19 5 0,-2 8-3 15,-1-4-6-15,1 0 2 0,0 0-10 0,2-4-3 16,-5 8-8-16,3-6 3 0,-2 3-4 0,1-3-8 15,3-2-17-15,-7 4 3 0,3-3-8 0,4-1-2 0,-8 3-1 16,4-1 3-16,4-2 1 0,-8-2 13 0,8 2 4 16,-7-3-9-16,4 1 9 0,3 2 14 0,-5-5 1 15,3 0 8-15,2 5 9 0,-2-6 14 0,2 6 3 16,-3-8 5-16,3 4 0 0,0 4 6 0,-2-9 8 16,2 9 1-16,-2-7 4 0,2 7 1 0,0-8 1 15,0 8 1-15,0 0-1 0,0-7-1 0,0 7 3 16,0 0-5-16,0 0-7 0,0-8-1 0,0 8-6 15,0 0-1-15,0 0-2 0,0 0-2 0,0 0-3 16,0 0-1-16,0 0 4 0,0 0-5 0,0 0 1 16,0 0 0-16,-3 20-7 0,3-20 1 0,0 7-7 15,0-7 6-15,-1 8 2 0,0-3 1 0,1-5-6 16,-3 8 2-16,0-4 4 0,3-4-5 0,-3 7 2 0,1-4 0 16,2-3-5-16,-6 4-1 0,3-1-6 0,-1 0-2 15,0 0-4-15,4-3-4 0,-11 1-6 16,4-1 1-16,1-1-4 0,1 0 5 0,-1-1 0 0,-1-1-2 15,2-1 4-15,-1 1-1 0,-1 0 4 0,3-1 4 16,0 0-4-16,-2-2 9 0,3 1-2 0,0-3-2 16,-1 2 1-16,1 0-2 0,1-2 8 0,-1-1 0 15,0 2 4-15,3-4-2 0,-1 2 9 0,0 1-3 16,0-2 7-16,0 1 4 0,1 0 3 0,-1 0 3 16,1 0 1-16,-1 5 7 0,1 4-3 0,0-11-5 15,0 11 9-15,0-7-3 0,0 7-2 0,0 0-2 16,0-8 0-16,0 8-5 0,0 0-1 0,0 0 2 15,0 0-5-15,0 0 0 0,0 0-1 0,0 0-3 16,0 0 0-16,0 0 2 0,0 0 2 0,3 23-10 16,-2-14 5-16,-2-2-4 0,0 2 4 0,1 0-1 15,-1 0-1-15,-1 0 0 0,-1 0-1 0,1-1 1 0,-1-1-5 16,0 2 1-16,-1-1 1 0,1-1 2 16,-2 1-2-16,-2-1 1 0,3-1-4 0,-2-1 0 0,0 1 4 15,0-2-3-15,-1-2-4 0,0 2 4 0,0-4 2 16,1 2-7-16,2-1-1 0,4-1 1 0,-9 2 0 15,4-2-3-15,5 0 3 0,-8 0 0 0,8 0 1 16,-8-2-2-16,8 2 0 0,-4 0 2 0,4 0 0 16,0 0-1-16,-6-3 4 0,6 3 0 0,0 0 5 15,-3-3-1-15,3 3-1 0,0 0 1 0,0 0-1 16,0 0-3-16,0 0 0 0,0 0-2 0,0 0 7 16,0 0-4-16,0 0 2 0,0 0 1 0,-1 11-3 15,1-11 2-15,1 9 1 0,-1-9 0 0,0 13-2 0,-1-5 4 16,0-2 3-16,-1 2-3 0,0 0 0 0,0 1 3 15,-2 2-5-15,-1 0 2 0,-1 0 1 16,1-3-2-16,-1 1-3 0,-1-1 1 0,1 0-1 0,-1-1 2 16,2-1-7-16,-1-1-16 0,0 1-16 0,1-3-26 15,1 0-37-15,0-1-42 0,4-2-55 0,-7 0-152 16,7 0-372-16,-6-4 164 0</inkml:trace>
          <inkml:trace contextRef="#ctx0" brushRef="#br1" timeOffset="32924.6653">-8332 4912 42 0,'0'0'239'0,"0"0"-14"0,0 0-9 0,0 0-16 16,0 0-18-16,0 0-18 0,0 0-14 0,0 0-16 15,0 0-15-15,7-14-27 0,-7 14-34 0,2-6-45 16,-2 6-54-16,0-6-44 0,0 6-80 0,0 0-93 15,-1-11-278-15,1 11 123 0</inkml:trace>
          <inkml:trace contextRef="#ctx0" brushRef="#br1" timeOffset="34532.9684">-8501 4342 46 0,'0'0'197'0,"3"-3"-8"0,-3 3-15 0,0 0-22 16,0 0-15-16,0 0-10 0,0 0-12 0,0 0-3 16,0 0-1-16,0 0-7 0,-12 16-9 0,7-10-6 15,0 1-11-15,-1 0-5 0,-2 3 0 0,1 0-6 16,0 0-7-16,-1 1-7 0,0 0-2 0,0-2-9 16,3-1-1-16,-3 2-6 0,2 0-12 0,1-5-21 15,-1 3-27-15,1-2-35 0,-2-2-32 0,5 0-52 16,-2-2-178-16,4-2-347 0,-7 3 154 0</inkml:trace>
          <inkml:trace contextRef="#ctx0" brushRef="#br1" timeOffset="34728.9127">-8602 4401 24 0,'0'0'159'16,"-12"11"-11"-16,10-7-14 0,2-4-11 0,-4 6-13 16,1-1-9-16,-1-2-12 0,2 3-17 0,-2-2-23 15,0-1-47-15,0 2-47 0,-1-2-116 0,-1 2-175 16,-2-1 77-16</inkml:trace>
          <inkml:trace contextRef="#ctx0" brushRef="#br1" timeOffset="34215.2666">-8804 4574 32 0,'0'0'224'0,"5"-5"-15"15,-5 5-17-15,3-4-18 0,-3 4-14 0,3-3-19 16,-3 3-15-16,0 0-18 0,0 0-35 0,0 0-48 16,3-5-55-16,-3 5-65 0,0 0-129 0,0 0-242 15,2-3 108-15</inkml:trace>
          <inkml:trace contextRef="#ctx0" brushRef="#br1" timeOffset="35229.624">-8927 4523 211 0,'4'-3'197'0,"-4"3"-15"0,0 0-23 0,0 0 7 15,0 0 0-15,3 8-18 0,-3-8-6 0,1 9-10 16,2-2 0-16,-2 1-7 0,0-1-3 15,1 1-6-15,-2 1-11 0,1 1-7 0,1-1-10 0,-1 1-9 16,0-1-4-16,-1 1-10 0,0-1-6 0,0 1-11 16,0-1-25-16,0 0-27 0,0 0-35 0,-2 1-45 15,0-1-44-15,1-2-37 0,-4 2-205 0,1-1-400 16,1 0 176-16</inkml:trace>
          <inkml:trace contextRef="#ctx0" brushRef="#br1" timeOffset="35478.9373">-8977 4715 99 0,'0'0'171'15,"-4"14"-8"-15,4-14-5 0,-1 9-9 0,0-4-5 16,0 2-1-16,-1 0-6 0,1 1-6 0,-2 0 0 15,1 1-11-15,-2 1-6 0,0 1-12 0,-1 0-9 16,1-1-11-16,-1-1-6 0,-1 2-7 0,-1-1-5 16,2-1-7-16,2-3-23 0,-4 2-33 0,2-2-40 15,1-1-43-15,-3 0-56 0,3 0-193 0,-2-2-356 16,1-2 158-16</inkml:trace>
        </inkml:traceGroup>
        <inkml:traceGroup>
          <inkml:annotationXML>
            <emma:emma xmlns:emma="http://www.w3.org/2003/04/emma" version="1.0">
              <emma:interpretation id="{C6926315-C892-4ECB-9295-FA78F7BE5CA8}" emma:medium="tactile" emma:mode="ink">
                <msink:context xmlns:msink="http://schemas.microsoft.com/ink/2010/main" type="inkWord" rotatedBoundingBox="5445,15888 5228,15889 5227,15586 5444,15585"/>
              </emma:interpretation>
            </emma:emma>
          </inkml:annotationXML>
          <inkml:trace contextRef="#ctx0" brushRef="#br1" timeOffset="35996.2925">-9141 4699 81 0,'0'0'153'0,"2"-7"-13"0,0 3-1 16,-2 4-11-16,2-7-10 0,-1 2-10 0,-1 5-7 16,4-4-7-16,-4 4-5 0,2-6-13 0,-2 6 1 15,5-5-9-15,-5 5-7 0,4-2-13 0,-4 2 4 16,0 0-2-16,0 0-6 0,0 0-2 0,7 2-5 16,-7-2-4-16,0 0 1 0,5 3-8 0,-5-3-9 15,2 5 13-15,-2-5-7 0,2 6 2 0,-2-6-2 16,0 6 1-16,0-6-1 0,0 0-1 0,-3 9 2 15,0-5-2-15,0-1 4 0,0 1-10 0,0 0 10 0,-1-1-4 16,0 0-2-16,1 1 4 0,-3 0-3 0,1-2-1 16,-1 1-3-16,1 1 3 0,1-1-7 0,-1-1 0 15,-1 1 5-15,1 0-6 0,2-2 0 0,-4 2-2 16,2 1 3-16,1 0 0 0,0-2-4 0,0 1 4 16,-2 1 1-16,2 1 0 0,-2 0-5 0,3 0 3 15,-1 1 4-15,2 0-1 0,1-1 1 0,-2 2 2 16,3-1 1-16,-2 2-1 0,1-1-3 0,0 2 1 15,0-2 0-15,1 2-2 0,0 0 0 0,0 0 0 16,2 0 0-16,-1 0-3 0,-1-1 0 0,2 2 0 0,-1-2-2 16,2 1 1-16,-2-1-3 0,0-1 1 15,-1-1-12-15,0 0-23 0,1 0-35 0,-1-6-56 0,2 7-51 16,-2-7-217-16,-1 6-417 0,1-6 185 0</inkml:trace>
          <inkml:trace contextRef="#ctx0" brushRef="#br1" timeOffset="36224.2899">-9320 4739 89 0,'0'0'320'0,"0"0"-24"0,0 0-28 0,0-6-25 16,0 6-23-16,0 0-18 0,0 0-24 0,0 0-21 16,0 0-32-16,2-5-47 0,-2 5-81 0,0 0-115 15,0 0-225-15,0 0-371 0,0 0 164 0</inkml:trace>
        </inkml:traceGroup>
      </inkml:traceGroup>
    </inkml:traceGroup>
    <inkml:traceGroup>
      <inkml:annotationXML>
        <emma:emma xmlns:emma="http://www.w3.org/2003/04/emma" version="1.0">
          <emma:interpretation id="{E05B52FA-A951-48C6-ABF1-4D45A05BB617}" emma:medium="tactile" emma:mode="ink">
            <msink:context xmlns:msink="http://schemas.microsoft.com/ink/2010/main" type="paragraph" rotatedBoundingBox="14660,14750 3772,14775 3771,14169 14659,141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E24AA0D-58D0-4BB8-B96A-FED1A647ECCE}" emma:medium="tactile" emma:mode="ink">
              <msink:context xmlns:msink="http://schemas.microsoft.com/ink/2010/main" type="line" rotatedBoundingBox="14660,14750 3772,14775 3771,14169 14659,14145"/>
            </emma:interpretation>
          </emma:emma>
        </inkml:annotationXML>
        <inkml:traceGroup>
          <inkml:annotationXML>
            <emma:emma xmlns:emma="http://www.w3.org/2003/04/emma" version="1.0">
              <emma:interpretation id="{64378287-154D-4D35-B906-C6E8ACAA9283}" emma:medium="tactile" emma:mode="ink">
                <msink:context xmlns:msink="http://schemas.microsoft.com/ink/2010/main" type="inkWord" rotatedBoundingBox="14660,14621 14408,14622 14407,14281 14659,14280"/>
              </emma:interpretation>
            </emma:emma>
          </inkml:annotationXML>
          <inkml:trace contextRef="#ctx0" brushRef="#br0" timeOffset="-70719.1459">76 3445 96 0,'0'0'199'16,"0"0"-13"-16,0 0-8 0,0 0-7 0,0 0-9 0,0 0-13 15,0 0-9-15,0 0-11 0,0 0-7 0,0 0-13 16,0 0-10-16,0 0-11 0,0 0-7 0,0 0-4 16,0 0-11-16,0 0-7 0,-15 3-3 0,15-3-7 15,-7-1-4-15,7 1-8 0,-7-1-5 0,7 1 0 16,-10-2-1-16,7 1-6 0,-2-1 1 0,5 2-3 15,-5-1-4-15,5 1-3 0,-6-3 4 0,6 3-10 16,-5-3 2-16,5 3-6 0,0-6-1 16,0 6-3-16,0 0-1 0,-1-6-3 0,1 6 3 0,0 0 2 15,3-8-4-15,-3 8 0 0,4-4-1 0,-4 4 0 16,5-5 2-16,-5 5 3 0,5-3-2 0,-5 3-3 16,5-1 5-16,-5 1-6 0,6-2 5 0,-6 2-1 15,6-1-1-15,-6 1 1 0,4-2-1 0,-4 2 2 16,7 2-2-16,-7-2-3 0,5 1 5 0,-5-1 0 15,6 3 2-15,-3 0 7 0,0 0 5 0,-1 2 0 16,0-2 3-16,3 3-1 0,-2 0 16 0,0 2 9 16,0-1 0-16,-1 0-6 0,0 3 3 0,0-2-4 15,-1 4 6-15,0 2-5 0,0-2-1 0,0 0-6 16,0-3-2-16,1 1-1 0,-2-1-6 0,0 2 0 16,1-3-1-16,-1 1-17 0,1 1-22 0,0-2-41 15,-1-1-49-15,1 0-68 0,-1-2-44 0,0-5-206 16,2 10-462-16,-1-8 204 0</inkml:trace>
          <inkml:trace contextRef="#ctx0" brushRef="#br0" timeOffset="-70112.4198">-83 3354 39 0,'0'0'195'0,"0"0"-1"16,0 0-12-16,0 0-13 0,0 0-3 15,0 0-3-15,-9 5-6 0,9-5-13 0,-6 5-2 0,6-5-4 16,-4 7-3-16,2-2-4 0,-1 1-6 15,0 2-7-15,0 0-4 0,0 2-2 0,-1-2 0 16,0 5-11-16,2-2-2 0,-1 1-8 0,0 1-8 16,0 1 0-16,2-2-2 0,-1 3-11 0,1-1-6 0,0-1-1 15,2 0-6-15,0 3-6 0,-1-4-8 0,3 3-11 16,1-2-16-16,1-1-25 0,-1 2-34 0,5-1-56 16,0 3-78-16,5-5-82 0,-2 2-222 0,-1-5-521 15,-1-2 232-15</inkml:trace>
        </inkml:traceGroup>
        <inkml:traceGroup>
          <inkml:annotationXML>
            <emma:emma xmlns:emma="http://www.w3.org/2003/04/emma" version="1.0">
              <emma:interpretation id="{C62B3A76-F357-42FB-9308-9E389100BCCF}" emma:medium="tactile" emma:mode="ink">
                <msink:context xmlns:msink="http://schemas.microsoft.com/ink/2010/main" type="inkWord" rotatedBoundingBox="14223,14666 13119,14668 13118,14325 14222,14322"/>
              </emma:interpretation>
            </emma:emma>
          </inkml:annotationXML>
          <inkml:trace contextRef="#ctx0" brushRef="#br1" timeOffset="-65066.3039">-656 3402 30 0,'0'0'241'0,"0"0"-12"16,0 0-16-16,0 0-9 0,0 0-11 0,0 0-8 15,0 0-9-15,0 0-14 0,0 0-10 0,4 18-9 16,-4-18-13-16,1 14-4 0,-1-6-9 0,0 2-10 16,1-1-12-16,-1 2-6 0,0 1-13 0,-1 0-7 15,2 0-8-15,-2 0-2 0,1 1-14 0,-1-4-13 0,-1 3-35 16,1 0-51-16,-1-1-63 0,0-2-65 0,0-1-248 15,-2 0-465-15,1-2 205 0</inkml:trace>
          <inkml:trace contextRef="#ctx0" brushRef="#br1" timeOffset="-64676.8896">-760 3568 14 0,'0'0'182'0,"0"0"-10"0,0 0-24 15,0 0-5-15,0 0-8 0,0 0-9 0,0 0-6 16,7 10-9-16,-7-10-7 0,0 7-8 0,0-7-14 16,1 8-2-16,-1-8-6 0,-1 6-7 0,1-6-7 15,-1 9-3-15,1-9-5 0,-3 6-1 0,0-3-8 16,3-3-4-16,-6 5 0 0,4-2-8 0,-2 0 0 15,0-1-7-15,4-2-1 0,-7 2-2 0,7-2-1 16,-8 1-3-16,4 0-3 0,4-1 3 0,-8-3-3 16,8 3-3-16,-7-2 3 0,4-2-2 0,-1 1 4 15,4 3 1-15,-4-6 3 0,2 1 12 0,2 5 7 16,-1-10 3-16,1 4 9 0,1-2 2 0,1-1 6 16,0 0-9-16,2-2-7 0,0-2-1 0,0 0-8 15,1-1 3-15,1 0-6 0,-1-5-4 0,1 7-1 16,-2 0 2-16,-1 3-11 0,0 2 0 0,0 0-3 15,-2 3-13-15,-1 4-24 0,2-8-36 0,-2 8-37 16,0 0-44-16,0 0-38 0,0 0-230 0,0 0-441 16,0 0 195-16</inkml:trace>
          <inkml:trace contextRef="#ctx0" brushRef="#br1" timeOffset="-64326.4502">-739 3705 92 0,'0'0'248'0,"0"0"-11"0,0 0-18 0,0 0-10 15,0 0-17-15,0 0-17 0,0 0-19 0,0 0-12 16,-16-1-16-16,16 1-13 0,-11-2-22 0,5 2-33 15,-1-1-56-15,0-1-58 0,0 0-64 0,0 0-199 16,0 1-344-16,1-1 153 0</inkml:trace>
          <inkml:trace contextRef="#ctx0" brushRef="#br1" timeOffset="-64001.0716">-963 3552 204 0,'0'0'198'0,"0"0"-15"0,0 0-10 15,0 0-5-15,0 0-9 0,0 0-4 0,0 0-10 0,0 16-17 16,0-16-12-16,-4 6-8 0,2-3-5 0,-1 1-9 15,1 1-6-15,2-5-9 0,-5 6-7 0,3-3-6 16,2-3-4-16,-6 4-7 0,3-1-1 0,3-3-10 16,-4 4-1-16,4-4-2 0,-5 2-1 0,5-2 0 15,-4 1-6-15,4-1-1 0,0 0 0 0,-6-4-8 16,6 4 2-16,-5-6-1 0,5 6-1 0,-2-6-4 16,0 2 0-16,2 4-1 0,-3-7 2 0,2 2-5 15,1 5 9-15,-3-9-4 0,2 5 1 0,1 4-2 16,-2-6-2-16,2 6 0 0,-3-7 0 0,3 7 1 15,-2-5-2-15,2 5 1 0,-4-2-5 0,4 2-4 16,0 0 1-16,-6-2-4 0,6 2 2 0,0 0-1 16,-9 3 2-16,4-1-6 0,5-2-3 0,-7 5-6 15,2 0-11-15,2-2-15 0,-1 1-31 0,1 0-29 0,0 0-39 16,-1 1-36-16,1-2-39 0,0 3-211 16,0 1-451-16,2-3 199 0</inkml:trace>
          <inkml:trace contextRef="#ctx0" brushRef="#br1" timeOffset="-63809.4447">-1071 3741 70 0,'7'-7'291'0,"-7"7"-28"0,3-4-28 15,-3 4-22-15,3-2-21 0,-3 2-20 0,4-4-20 16,-4 4-26-16,2-4-55 0,-2 4-62 0,0 0-73 15,3-5-67-15,-3 5-136 0,0 0-288 0,0 0 127 16</inkml:trace>
          <inkml:trace contextRef="#ctx0" brushRef="#br1" timeOffset="-65590.123">-428 3524 205 0,'0'0'211'0,"0"0"-15"0,3-3-10 0,-3 3-11 16,5-3-15-16,-5 3-8 0,5 0-11 0,-5 0-9 0,5-1-7 16,-5 1-12-16,5-2-17 0,-5 2-6 0,0 0-8 15,6-1-6-15,-6 1-9 0,0 0-7 0,0 0-2 16,8 0-8-16,-8 0-6 0,5 0-4 15,-5 0-6-15,7 2-1 0,-7-2-6 0,5 2 2 0,-5-2-7 16,5 2-3-16,-5-2-2 0,4 3-7 0,-4-3 3 16,2 5-8-16,-2-5-5 0,3 5-5 0,-3-5 2 15,1 7-8-15,-1-7 2 0,2 7-2 0,-2-7 0 16,0 11 2-16,0-7-2 0,0-4-3 0,0 10-2 16,0-5 3-16,0-5-3 0,0 9-6 0,0-5-3 15,0-4 3-15,1 7-4 0,-1-7-9 0,2 5-1 16,-2-5 4-16,1 5 5 0,-1-5 5 0,3 4-1 15,-3-4-2-15,0 0 7 0,5 0 4 0,-5 0 2 16,0 0 0-16,4 3-1 0,-4-3 10 0,5 0-11 16,-5 0 8-16,0 0-1 0,0 0 0 0,7 0 0 15,-7 0 4-15,0 0-4 0,0 0 6 0,4-4 1 16,-4 4-1-16,0 0 4 0,0 0-5 0,0 0 1 16,0 0 5-16,-12-5-4 0,12 5-1 0,-10-4 2 15,3 4-3-15,-2-3 0 0,0-2 3 0,1 2 4 16,0 0-5-16,0 2-2 0,-3-3 0 0,1 0 4 15,3 3-2-15,-3-4-2 0,2 2 4 0,1-1-1 16,-1 2 0-16,2-1-1 0,0 0-2 0,0-1 4 16,-1 1 0-16,4-1 8 0,-1 2 0 0,1-2 11 15,0 0 6-15,3 4 2 0,-4-6 2 0,2 3 3 16,2 3 6-16,-2-6 9 0,2 6-2 0,0 0 5 16,0 0-1-16,0-8 3 0,0 8-1 0,0 0-2 0,0 0-8 15,-1-5 1-15,1 5-7 0,0 0 0 0,0 0-4 16,0 0-1-16,0 0 4 0,0 0-3 0,0 0-2 15,0 0-4-15,0 0-5 0,4 15 2 16,-1-11-4-16,-3-4 3 0,2 11-9 0,-1-7 3 0,1 4-5 16,0-4 3-16,-1 4-3 0,1-1 2 0,-1 1-5 15,-2-1-1-15,-1 2-2 0,0-3 2 0,-1 3-1 16,0-1 0-16,-1-2 1 0,-3 2-7 0,0 0-11 16,0-3-21-16,-2 3-21 0,1-4-25 0,-2 0-32 15,2-1-44-15,2-2-35 0,0 1-34 0,0-1-182 16,6-1-438-16,-8-1 193 0</inkml:trace>
          <inkml:trace contextRef="#ctx0" brushRef="#br1" timeOffset="-65374.3986">-364 3418 65 0,'5'-5'255'0,"-3"2"-21"15,-2 3-24-15,3-4-23 0,-3 4-19 0,0 0-18 0,3-5-29 16,-3 5-51-16,0 0-71 0,0 0-73 0,0 0-158 16,0 0-249-16,0 0 111 0</inkml:trace>
          <inkml:trace contextRef="#ctx0" brushRef="#br1" timeOffset="-62945.5228">-1317 3547 125 0,'0'0'184'16,"5"-2"-20"-16,-5 2-11 0,5-1-17 0,-5 1-9 15,7-3-14-15,-4 2-9 0,-3 1-13 0,5-1-10 0,-5 1-1 16,7-2-11-16,-7 2-7 0,6 0-8 16,-6 0-6-16,4 2-4 0,-4-2-1 0,5 3-7 15,-5-3-8-15,3 4 0 0,-3-4-3 0,2 7-2 16,-2-7-5-16,2 6 1 0,-2-6-4 0,0 6 2 0,0-6-4 16,2 7-5-16,-2-7 1 0,0 7-1 0,0-7 1 15,0 6-3-15,0-6-1 0,0 0-2 16,0 8 2-16,0-8-2 0,0 0-1 0,1 8 5 0,-1-8-5 15,0 0 3-15,0 0-1 0,1 4-1 0,-1-4 0 16,0 0 0-16,3 3 0 0,-3-3 1 0,0 0-4 16,0 0 2-16,0 0 0 0,7 1 1 0,-7-1-6 15,5 0 2-15,-5 0 1 0,0 0 1 0,8 0-4 16,-8 0 2-16,0 0 2 0,6 0 6 0,-6 0-9 16,0 0 6-16,0 0-5 0,0 0 4 0,0 0-2 15,0 0-1-15,0 0 1 0,0 0 0 0,0 0-1 16,0 0 3-16,0 0 0 0,-18 5-3 0,11-2 0 15,2-3 2-15,-3 1 1 0,0-1-3 0,-1 2-1 0,2-1 2 16,-4 0-3-16,2-1 1 0,-1 0 0 16,1 0 1-16,0-1-6 0,-1 0 5 0,1 0-1 15,2 0 2-15,-4 0 4 0,4-2 0 0,-1 2 0 0,1-1 5 16,2 0 4-16,0-1 6 0,-1-1 5 0,3 1 6 16,-1-1 5-16,4 4 8 0,-5-6 5 0,4 2 0 15,1 4 8-15,-1-11 6 0,1 11 0 0,3-14-2 16,-1 6-1-16,2-2-4 0,1-2 0 0,-1 0-5 15,2 0-5-15,-1 0-5 0,-1-1-5 0,-1 2-5 16,1 2 2-16,0 1-11 0,-2 2-6 0,-1 0-10 16,1 2-26-16,-2 4-40 0,2-7-52 0,-2 7-59 15,2-5-55-15,-2 5-169 0,0 0-429 0,0 0 190 16</inkml:trace>
          <inkml:trace contextRef="#ctx0" brushRef="#br1" timeOffset="-62795.4248">-1301 3415 284 0,'0'0'281'15,"5"-7"-24"-15,-1 5-26 0,-4 2-29 0,3-5-16 16,-3 5-21-16,2-3-20 0,-2 3-23 0,0 0-43 15,0 0-54-15,0 0-56 0,0 0-49 0,0 0-59 16,0 0-150-16,0 0-311 0,0 0 138 0</inkml:trace>
        </inkml:traceGroup>
        <inkml:traceGroup>
          <inkml:annotationXML>
            <emma:emma xmlns:emma="http://www.w3.org/2003/04/emma" version="1.0">
              <emma:interpretation id="{BED95394-0D7B-4102-B1E2-A94D180BD24D}" emma:medium="tactile" emma:mode="ink">
                <msink:context xmlns:msink="http://schemas.microsoft.com/ink/2010/main" type="inkWord" rotatedBoundingBox="13003,14728 11180,14732 11178,14190 13002,14186"/>
              </emma:interpretation>
            </emma:emma>
          </inkml:annotationXML>
          <inkml:trace contextRef="#ctx0" brushRef="#br1" timeOffset="-55769.0963">-3313 3626 86 0,'0'0'108'0,"0"0"-11"0,0 0-12 0,-7-1-2 16,7 1-9-16,0 0-2 0,-7-2-7 0,7 2 0 15,-4-4-1-15,4 4-5 0,-3-3-5 0,3 3 8 16,-2-5-12-16,2 5 2 0,-2-6-3 0,2 6 2 16,0 0-1-16,0 0 7 0,3-11-9 0,-3 11 0 15,4-7-2-15,-4 7-2 0,3-3 5 0,-3 3 1 16,5-4-3-16,-5 4-2 0,6-3 2 0,-3 1-6 16,-3 2-2-16,8-3 1 0,-8 3-1 0,6 0-5 15,-6 0 0-15,7 2-1 0,-3 1-2 0,-2-1 3 16,0 1-4-16,3 0 3 0,-4 1 7 0,2 2 0 15,-2 0 0-15,0 1 0 0,-1 1 2 0,-1-1-3 16,-2 2-3-16,-1 2-2 0,1-1 0 0,-1 2-6 16,-3-3-3-16,0 3-5 0,-1-3-2 0,1 0-21 0,-3 1-40 15,2-1-59-15,0 0-72 0,-2-1-195 0,3 1-398 16,0-5 176-16</inkml:trace>
          <inkml:trace contextRef="#ctx0" brushRef="#br1" timeOffset="-62172.4972">-1616 3562 37 0,'0'0'192'0,"2"-8"-10"0,-2 8-16 0,3-4-6 0,-3 4-5 16,4-6-14-16,-2 2-12 0,1 0-12 0,1 1-10 16,-1 0-7-16,1-1-8 0,-4 4-11 15,6-5-4-15,-2 2-7 0,-4 3-2 0,4-2-6 16,-1 0-3-16,-3 2-2 0,6-1-4 0,-6 1-5 0,7 2-5 16,-7-2-6-16,5 3 4 0,-5-3-5 0,4 3-1 15,-1 0-1-15,-3-3-5 0,3 5 1 16,-3-5 0-16,0 5 1 0,0-5-7 0,1 8 4 0,-1-8-1 15,0 8-1-15,0-8 2 0,-3 6-1 0,0-3-2 16,-1 0-6-16,0 1 0 0,-1 0 1 0,-2-2-1 16,1 1-3-16,-2 0-4 0,2 0 0 0,-2 0-3 15,-2-1-2-15,1-1-6 0,0 1-6 0,-1-1-4 16,2 2-4-16,0-2-5 0,0-2 4 0,-1 1-3 16,3 0 0-16,-1 1 2 0,1-2 4 0,6 1-2 0,-9-1 4 15,9 1 1-15,-6-2 3 0,3 1 1 16,3 1 8-16,-6-3 3 0,6 3 3 0,0 0 3 15,-4-1 2-15,4 1-4 0,0 0 0 0,0 0-3 0,0 0 1 16,0 0 0-16,0 0 1 0,0 0 1 0,-3 5 0 16,3-5-4-16,0 0 2 0,0 0 1 0,5 15 5 15,-4-11-4-15,1 0 4 0,0 3 0 0,-1-1 0 16,2 0-3-16,-1 1 1 0,-1-2 1 0,0 1-2 16,-1 1 2-16,0 1-2 0,-1 1-1 0,0-2-4 15,-2 1 2-15,1 0-2 0,-1-2-1 0,-1 3-5 16,1-1-7-16,-2 0-3 0,0-1-15 0,2-1-16 15,-1 0-22-15,-1 0-20 0,1 0-19 0,1-3-21 16,-1 1-19-16,1-2-18 0,3-2-23 0,-5 5-164 16,5-5-376-16,-6 0 167 0</inkml:trace>
          <inkml:trace contextRef="#ctx0" brushRef="#br1" timeOffset="-61809.2297">-1614 3580 19 0,'2'-8'228'15,"-2"8"-5"-15,0-9 1 0,0 4-7 0,0 5-13 16,0-13-8-16,0 6-11 0,0-1-7 0,0 1-16 16,2 1-8-16,-1-3-16 0,0 3-8 0,0-2-15 15,1 1-14-15,0-1-10 0,-2-1-13 0,1 3-5 0,2-1-13 16,-2-1-11-16,0 2-22 0,0-3-34 0,-1 3-45 15,0 0-60-15,0 6-58 0,1-9-60 16,-1 9-151-16,-1-6-411 0,1 6 182 0</inkml:trace>
          <inkml:trace contextRef="#ctx0" brushRef="#br1" timeOffset="-60922.5111">-1780 3438 200 0,'0'0'194'0,"0"0"-25"0,0 0-14 15,-16 4-18-15,12-2-14 0,-1 0-15 0,1 0-16 16,-1-1-60-16,0 2-39 0,0-2-65 0,1 1-117 16,4-2-204-16,-9 4 90 0</inkml:trace>
          <inkml:trace contextRef="#ctx0" brushRef="#br1" timeOffset="-58862.7792">-1855 3454 17 0,'0'0'157'0,"0"0"-11"0,0 0-10 0,0 0-7 0,0 0-11 15,0 0-8-15,0 0-11 0,16-5-23 0,-12 5 3 16,1-1-8-16,1 0-14 0,0 2-37 0,1-3-48 16,-1 2-62-16,-1-1-94 0,1 0-197 15,-1 0 88-15</inkml:trace>
          <inkml:trace contextRef="#ctx0" brushRef="#br1" timeOffset="-61122.7472">-1830 3526 125 0,'0'0'182'0,"0"0"-12"0,0 0-10 16,0 0-12-16,-2 7-13 0,2-7-8 15,0 0-14-15,0 0-2 0,2 11-6 0,-2-11-5 0,2 7-2 16,-1-2-8-16,-1-5-10 0,1 7-8 15,0-2-5-15,-1-5 1 0,1 7-4 0,-1-7-6 16,-1 8-3-16,1-8-1 0,-1 7 2 0,-1-3-11 16,2-4 0-16,-7 5-8 0,3-2-5 0,0-1 3 0,-4-1-1 15,2 1-16-15,-2-2-16 0,-1 0-24 0,1 0-33 16,0-1-30-16,1 0-26 0,1-2-37 0,0 0-197 16,0 0-372-16,4 0 164 0</inkml:trace>
          <inkml:trace contextRef="#ctx0" brushRef="#br1" timeOffset="-59937.2703">-1969 3545 188 0,'0'0'180'0,"0"0"-11"0,0 0-13 0,0 0-11 16,0 0-1-16,0 0-12 0,12-8-7 0,-12 8-13 15,6 0-8-15,-6 0-6 0,0 0-13 16,7-1-9-16,-7 1-5 0,6 0-6 0,-6 0-11 0,6 0-10 15,-6 0 3-15,5 2-7 0,-5-2-3 0,5 3-2 16,-5-3-5-16,3 3-2 0,0-1-7 0,-3-2-2 16,2 4 0-16,-2-4-8 0,4 6 5 0,-4-6-6 15,1 6-4-15,-1-6-3 0,1 6-4 0,-1-6-5 16,1 6-2-16,-1-6-8 0,3 4-1 0,-3-4 4 16,1 6 0-16,-1-6 2 0,4 5 4 0,-4-5-6 15,2 3 4-15,-2-3-2 0,3 2 5 0,-3-2-5 16,0 0 3-16,5 3-1 0,-5-3 9 0,0 0-2 15,4 1 2-15,-4-1-6 0,0 0 6 0,5 1-1 16,-5-1 1-16,0 0 1 0,3 2 1 0,-3-2-4 16,0 0-3-16,0 0 4 0,0 0 5 0,0 0-2 15,0 0-2-15,0 0-3 0,0 0 3 0,0 0 0 0,0 0 1 16,0 0-8-16,0 0 8 0,0 0-4 16,0 0 0-16,0 0 3 0,-17-2 3 0,11 2-4 15,-1 0 4-15,1 0-2 0,-1 0-3 0,-2 0-2 0,0 0 4 16,-1-1 0-16,1 1-6 0,2 0 3 0,-4-1-5 15,1 1-9-15,2-2 1 0,0 0-1 0,1-1 2 16,-2 2 1-16,3-2 0 0,-2 1-3 0,1-1 11 16,-1 0-9-16,2-1 2 0,0 2 4 0,0-2 2 15,-1-1 3-15,2 1 2 0,0-1-1 0,0 1 12 16,1-1 5-16,0-1 3 0,0 0 8 0,2 2 8 16,0 0 10-16,2 4 1 0,-2-7 7 0,2 7 0 15,-2-6-2-15,2 6 1 0,-3-4-2 0,3 4-4 16,0 0-7-16,0 0-4 0,-2-6-1 0,2 6-7 0,0 0 1 15,0 0-1-15,0 0-2 0,0 0-3 16,0 0 2-16,0 0-3 0,0 0 5 0,0 0 0 16,2 20-5-16,-2-20-1 0,0 8 1 0,1-4-3 0,-1-4-1 15,-2 11-1-15,1-6-1 0,1-5 0 16,-3 9-4-16,0-4 2 0,0 2-3 0,-3-1 1 16,2 0-1-16,-2-2-2 0,1 2 2 0,1-1-3 0,-3 2 2 15,2-2-2-15,0-1 0 0,-2-1-1 0,2 3-4 16,2-3 2-16,-1 0-1 0,1-1 0 0,0 1 0 15,3-3 1-15,-6 6 1 0,4-3-3 0,2-3 2 16,-2 5 0-16,2-5-1 0,-2 6 0 0,2-6 1 16,0 0-1-16,3 8 1 0,-3-8-3 0,2 4 1 15,-2-4 2-15,4 4-3 0,-4-4 1 0,5 4 2 16,-2-3-3-16,-3-1 4 0,7 5-4 0,-6-2 2 16,3-2 0-16,-4-1 0 0,5 5 1 0,-3-2 0 15,-2-3 1-15,4 6-3 0,-3-2 1 0,-1-4 5 0,1 7-3 16,-1-7 6-16,0 6 0 0,0-6 8 15,-2 8 5-15,0-5 4 0,2-3-1 0,-7 11 3 16,3-7-1-16,-3-1 0 0,2 2 6 0,-1-2 0 16,0 0-2-16,-1 0-1 0,1-2 5 0,0 2-5 0,0-3-4 15,-1 2 0-15,-2-1 0 0,3-1-7 0,-3 0-1 16,0-3 1-16,0 0-3 0,1 2-4 0,1-2 3 16,-1-2-1-16,-2-1-5 0,4 3 1 0,-2-1-4 15,2-3-1-15,-2 2-2 0,4-2-3 0,-2 3-9 16,3-4-19-16,0 0-27 0,1 1-36 0,0-1-46 15,1 2-44-15,2-5-42 0,-1 2-249 0,1 2-511 16,2-1 226-16</inkml:trace>
          <inkml:trace contextRef="#ctx0" brushRef="#br1" timeOffset="-59367.2366">-1996 3393 190 0,'0'0'274'0,"3"-4"-28"15,-3 4-25-15,4-6-22 0,-4 6-17 0,0-5-22 16,0 5-16-16,0 0-29 0,2-5-43 0,-2 5-55 16,0 0-64-16,0 0-60 0,0 0-171 0,0 0-301 15,0 0 133-15</inkml:trace>
          <inkml:trace contextRef="#ctx0" brushRef="#br1" timeOffset="-59616.5226">-2137 3406 173 0,'0'0'213'0,"0"0"-17"0,0 0-11 0,-19 1-18 16,15 0-15-16,-3-1-18 0,2 2-11 0,0-1-9 16,0 1-14-16,5-2-16 0,-8 0-8 0,5 2-27 15,3-2-39-15,-4 2-42 0,4-2-48 0,0 0-36 16,-6 3-142-16,6-3-280 0,0 0 124 0</inkml:trace>
          <inkml:trace contextRef="#ctx0" brushRef="#br1" timeOffset="-57694.5458">-2325 3265 63 0,'0'0'235'16,"2"-4"-16"-16,-2 4-24 0,0 0-7 0,0 0-9 16,0 0 0-16,0 0-14 0,0 0-14 0,0 0-11 15,-13 14-16-15,8-8-10 0,-1 1-9 0,-1 2-12 16,-2 0-12-16,1 2-13 0,-4 1-36 0,3-2-76 15,0 2-72-15,-2 1-82 0,-3 0-132 0,0-1-356 0,1 1 159 16</inkml:trace>
          <inkml:trace contextRef="#ctx0" brushRef="#br1" timeOffset="-57947.9482">-2519 3464 80 0,'0'0'218'15,"0"0"-18"-15,0 0-17 0,3-3-1 0,-3 3-12 16,0 0-8-16,0 0-9 0,0 0-1 0,3 13-7 15,-1-8-9-15,-2 0-5 0,1 1-2 0,1 0-8 16,-2 2-1-16,0-1-9 0,0 2 4 0,2 0-8 16,-2 1-8-16,0-2-9 0,0 2-3 0,0-2-11 15,0 1-6-15,-2 1-4 0,2-1-11 0,0-3-5 16,0 2-4-16,-2-2-7 0,1-1 3 0,-1 0-7 16,2 3-1-16,0-8-4 0,-4 6-7 0,4-6 3 0,-5 6-5 15,3-5-1-15,2-1-5 0,-8 1 1 16,8-1-2-16,-8-2-2 0,4 1-4 0,-2-2 1 15,0-1-6-15,1 2 2 0,0-1-2 0,1-2 0 0,0 1 1 16,-1 0-5-16,1 0 4 0,2-1-2 0,-1 2-1 16,-1-1 0-16,4 4-3 0,-4-5 0 15,4 5 5-15,-4-3-3 0,4 3-4 0,-5-4 3 0,5 4 0 16,0 0 3-16,-7 0-5 0,7 0 0 0,0 0-7 16,-6 6-16-16,3-3-9 0,1 1-15 0,0-1-15 15,0 2-16-15,2-5-14 0,-5 7-14 0,3-3-19 16,0 0-21-16,2-4-24 0,-2 6-25 0,2-6-33 15,-2 6-141-15,2-6-404 0,0 0 180 0</inkml:trace>
          <inkml:trace contextRef="#ctx0" brushRef="#br1" timeOffset="-57272.2973">-2750 3518 135 0,'0'0'203'0,"0"0"-14"0,0 0-17 15,0 0-13-15,0 0-11 0,0 0-13 0,0 0-12 16,0 0 5-16,0 0-7 0,0 0-1 0,0 0-8 16,0 0-4-16,0 0-10 0,10 11-12 0,-10-11-3 15,3 6-6-15,-1-4-8 0,-2-2 0 0,2 8-8 16,-1-5-2-16,1 2-9 0,-2-5-4 0,1 7-6 15,0-2-2-15,-1-5-2 0,0 7-3 0,0-7-7 16,-3 7 3-16,3-7-3 0,-4 7-7 0,1-4-2 0,0 0-15 16,-3 0-18-16,0 0-34 0,-3-2-31 15,3 2-44-15,-1-3-43 0,-2 2-229 0,1-2-428 16,0 0 189-16</inkml:trace>
          <inkml:trace contextRef="#ctx0" brushRef="#br1" timeOffset="-56939.1205">-2861 3376 100 0,'0'0'218'0,"0"0"-8"0,0 0-7 15,0 0-8-15,0 0-4 0,0 0-5 0,1 17-13 16,-1-11-7-16,0 2-10 0,0 2-8 0,0-1-8 16,-1 3-11-16,0 2-10 0,0-2-11 0,-2 2-8 15,1-1-10-15,-4 0-8 0,4 0-10 0,-2 0-8 16,1-1-11-16,-1 0-17 0,1 0-40 0,-1-3-42 0,1-1-58 16,1 1-54-16,0-2-42 0,-2 1-205 15,1-4-438-15,1 4 193 0</inkml:trace>
          <inkml:trace contextRef="#ctx0" brushRef="#br1" timeOffset="-56734.4876">-2951 3602 169 0,'0'0'174'0,"0"0"-9"15,-9 7-8-15,9-7-3 0,-2 7-11 0,1-3 3 0,1-4-13 16,-2 11 8-16,0-3-3 0,1-3-10 16,0 3 1-16,-1 0-3 0,-1 2-14 0,1-2-7 15,0 0-12-15,-4 0-9 0,3 1-9 0,-1-1-5 0,-1 0-9 16,2-1-6-16,-1-1-11 0,-1 0-30 0,1 2-39 16,1-2-47-16,-1-2-46 0,0 1-51 0,1-4-203 15,-2 3-403-15,5-4 178 0</inkml:trace>
          <inkml:trace contextRef="#ctx0" brushRef="#br1" timeOffset="-56260.9292">-3106 3562 93 0,'1'-5'147'0,"2"1"-14"0,-1-1-7 0,-2 5-7 16,6-6-11-16,-4 3-13 0,1 0-4 0,-3 3-10 15,7-4-6-15,-5 2 2 0,-2 2 1 0,6-1-11 0,-6 1-2 16,0 0-10-16,6 0 2 0,-6 0-7 0,0 0 1 16,7 4-3-16,-7-4-6 0,4 3-5 15,-4-3-4-15,1 5-5 0,-1-5-1 0,1 5 3 0,-1-5-6 16,0 0-3-16,-2 10 7 0,2-10 3 0,-5 6-2 15,1-4-2-15,0 1 1 0,-2-1 0 0,1 1-8 16,-3-1-1-16,2 1-2 0,-1 0 0 0,-1-2-5 16,1 3 2-16,0-3-3 0,0 0 0 0,2 2-4 15,0-1-2-15,0-1 2 0,1 1 0 0,4-2-1 16,-9 3 2-16,6 0-1 0,0 0 11 0,-1-2 4 16,4-1-4-16,-5 6 2 0,2-3 6 0,1 1 1 15,2-4 7-15,-2 8 6 0,0-3 0 0,0-1-5 0,1 4 3 16,0 0 8-16,1-8-3 0,2 14 0 15,0-5 2-15,-2 0-5 0,2-1 1 0,-1-1-7 16,1 4-3-16,-1-2 0 0,1 1-4 0,1-1-4 16,-3 0-3-16,1-2 1 0,-1 1-7 0,1-1-2 0,-1 1-9 15,1-2-33-15,-1-6-44 0,-1 10-52 16,1-10-53-16,-1 8-251 0,1-8-467 0,-4 5 207 16</inkml:trace>
        </inkml:traceGroup>
        <inkml:traceGroup>
          <inkml:annotationXML>
            <emma:emma xmlns:emma="http://www.w3.org/2003/04/emma" version="1.0">
              <emma:interpretation id="{692F922B-70D0-443C-ABB5-F2E24FA33FF5}" emma:medium="tactile" emma:mode="ink">
                <msink:context xmlns:msink="http://schemas.microsoft.com/ink/2010/main" type="inkWord" rotatedBoundingBox="11054,14745 10189,14747 10188,14305 11053,14303"/>
              </emma:interpretation>
            </emma:emma>
          </inkml:annotationXML>
          <inkml:trace contextRef="#ctx0" brushRef="#br1" timeOffset="-54531.2185">-3541 3580 59 0,'16'5'161'0,"-16"-5"-7"0,6 2-11 15,-4 1-9-15,1 0-8 0,-3-3 2 0,4 5-12 16,0-1-11-16,-2 0-8 0,0 0-8 0,-2-4-7 16,5 7-7-16,-4-4-7 0,1 0-2 0,-2-3-7 15,0 0-7-15,0 8-7 0,0-8-1 0,0 0-5 16,-2 9-3-16,2-9-8 0,-5 3-3 0,1-1 0 15,4-2-7-15,-6 1-10 0,6-1-11 0,-8 1-15 16,8-1-4-16,-7-3-1 0,7 3 4 0,-6-1 3 16,6 1-7-16,-7-5-3 0,5 2 4 0,2 3 5 15,-3-5 6-15,3 5-2 0,-1-8-3 0,1 8 3 16,0-9 1-16,0 9 7 0,0-8-1 0,0 8-3 16,1-9 8-16,-1 9 0 0,1-7 3 0,-1 7 5 0,1-7 5 15,-1 7 3-15,0 0 2 0,1-7 1 0,-1 7 2 16,0 0 0-16,0 0-2 0,0 0-1 15,0 0 1-15,-4-5-2 0,4 5 1 0,0 0-3 0,0 0 6 16,0 0 0-16,-11 4-2 0,11-4 3 0,-9 3-7 16,3 0 3-16,-1-1-4 0,0 1-3 0,1-1 2 15,-1 1-4-15,0 0 0 0,3 1 3 0,-3 0-3 16,1-1-5-16,1-1 4 0,-1 2-2 0,1-1-1 16,1 0-3-16,1-1 5 0,-1 1-6 0,1-1 2 15,3-2-4-15,-4 6 6 0,4-6-8 0,-3 3 6 16,3-3 0-16,0 0-1 0,0 6-1 0,0-6-2 15,0 0 2-15,0 0-3 0,0 0 5 0,4 5-2 16,-4-5-1-16,3 3 6 0,-3-3-6 0,0 0 3 0,4 4-2 16,-4-4 1-16,3 2-4 0,-3-2 3 0,0 0 0 15,5 4-2-15,-5-4 1 0,4 2 6 16,-4-2-5-16,3 5-5 0,-3-5 8 0,2 4 1 0,-2-4-3 16,3 5-1-16,-2 0 6 0,-1-5 4 0,0 0 5 15,3 5-1-15,-3-5 7 0,0 0 4 0,0 0 5 16,0 0 2-16,-4 8 1 0,4-8 3 0,-5 2-5 15,1 0-5-15,4-2 3 0,-8 1-4 0,8-1 3 16,-8 3-5-16,3-3-4 0,-1 0-7 0,-1 1 5 16,1 2-3-16,-1-4-1 0,0 1-3 0,0 1 1 15,0-1-4-15,-1 0 1 0,3 0-1 0,-2 0 2 16,0-1-4-16,1-1 1 0,0 1-1 0,-1 0 0 16,1-2 0-16,0 0 1 0,0 1-3 0,2-1 2 0,4 3-1 15,-7-6-4-15,6 3 1 0,1 3 1 16,-3-9-3-16,3 4 0 0,0 5-1 0,1-10-11 15,1 4-20-15,-1 1-24 0,3-2-33 0,0 1-42 0,0-1-34 16,0 1-200-16,0-1-397 0,1 2 175 0</inkml:trace>
          <inkml:trace contextRef="#ctx0" brushRef="#br1" timeOffset="-53757.554">-3871 3449 199 0,'0'0'196'16,"0"0"-20"-16,0 0-10 0,0 0-13 0,0 0-13 16,0 0-18-16,-20 3-7 0,14-1-13 0,0 0-16 15,-1 1-13-15,0-2-57 0,1 0-63 0,-2 0-91 16,1-1-89-16,0 2-245 0,1-4 109 0</inkml:trace>
          <inkml:trace contextRef="#ctx0" brushRef="#br1" timeOffset="-53911.865">-3886 3533 2 0,'0'0'194'16,"0"0"-7"-16,0 0-13 0,0 0-9 0,0 0-6 15,0 0-9-15,0 0-5 0,4 17-6 0,-4-17-7 16,2 8-12-16,-2-8-17 0,0 7-5 0,0-7-5 16,0 7-11-16,0-7-5 0,0 9-10 15,-1-4-1-15,1-5-10 0,-4 4 0 0,1-1-12 0,3-3 0 16,-6 5-7-16,0-1-4 0,0-2-5 0,0 1-4 16,-1-1-2-16,1 0-7 0,0 0-6 0,0-1-2 15,-1-1-13-15,0 0-9 0,2 0-5 0,-2 0 2 16,7 0-2-16,-10 0 0 0,6-3 1 0,4 3-1 15,-7-2 2-15,4 0 1 0,3 2-1 0,-4-3 4 16,4 3-4-16,-3-5 7 0,3 5 1 0,0 0 1 16,-2-6-3-16,2 6 6 0,0 0 1 0,0 0 2 15,0 0 1-15,3-11 0 0,-3 11 2 0,2-4-1 16,-2 4-1-16,0 0 2 0,4-1-1 0,-4 1 2 0,5-2-3 16,-5 2 6-16,0 0-1 0,8 3 2 15,-8-3 1-15,3 5 5 0,-3-5 6 0,6 6 2 0,-4-2 1 16,1-1 7-16,-1 2 0 0,0-1 2 0,0 1 1 15,-1 1-2-15,-1-1-2 0,0-5 4 0,0 11-5 16,-2-4 4-16,1 0-2 0,-2 0-2 0,-1-1-5 16,-1 1 1-16,0-1-1 0,1 1-4 0,-1-3-3 15,-1 2-4-15,1-1-6 0,-1-1-12 0,0-1-35 16,2-2-31-16,-1 1-34 0,1 0-41 0,4-2-56 16,-9-1-151-16,9 1-385 0,-6-3 170 0</inkml:trace>
          <inkml:trace contextRef="#ctx0" brushRef="#br1" timeOffset="-52952.2966">-4150 3521 14 0,'0'0'180'0,"0"0"-20"0,0 0 4 0,0 0-12 16,0 0-9-16,0 9-20 0,0-9-4 0,0 0-11 15,0 0-7-15,2 10-14 0,-2-10 2 0,1 6-10 16,-1-6-8-16,1 7-7 0,-1-7-2 0,1 6-8 16,-1-6 2-16,0 0-5 0,-2 9-3 0,2-9-9 15,-2 6-1-15,2-6-1 0,-7 4-8 0,4-2 0 16,3-2-1-16,-7 3-8 0,4-2-4 0,3-1 1 15,-8 1-9-15,4 0 5 0,4-1-5 0,-9 0 3 0,4 0-4 16,5 0 1-16,-8 0-4 0,3-1-2 0,5 1 2 16,-7-1 3-16,7 1-3 0,-6-3-2 0,6 3 3 15,0 0-1-15,-6-1 2 0,6 1-3 0,0 0-2 16,0 0 1-16,0 0-2 0,0 0-1 0,-5 3 2 16,5-3-2-16,0 0 5 0,0 0-4 0,0 0-1 15,0 0 2-15,0 0 2 0,9 14 0 0,-9-14 0 16,4 5-1-16,-2-1-10 0,1 0 9 0,-1-1 1 15,1 1-2-15,-3-4 1 0,3 6 6 0,-2-3-5 16,-1-3 1-16,3 7-2 0,-3-7 1 0,0 0-1 16,0 8 2-16,0-8-1 0,0 0-2 0,0 0 2 15,0 0-4-15,-3 6 1 0,3-6-2 0,0 0-6 16,0 0-11-16,-7-1-11 0,7 1-2 0,0 0-2 16,-7-5-7-16,4 1-2 0,3 4-3 0,-6-6 4 15,3 4 0-15,3 2-3 0,-5-8 1 0,3 4 10 16,2 4-2-16,-5-6 0 0,3 2 12 0,2 4-4 0,-4-6 7 15,4 6 1-15,-3-6 5 0,3 6-7 16,-3-5 6-16,3 5 3 0,-3-4 3 0,3 4-3 16,-3-3 3-16,3 3-1 0,0 0 8 0,-3-4-3 0,3 4 7 15,0 0-3-15,-3-4-2 0,3 4-1 0,0 0 4 16,-6-1-1-16,6 1 5 0,0 0-2 0,0 0 4 16,-7 0-8-16,7 0 18 0,-5 3-2 0,5-3 2 15,-7 3 6-15,4 0 2 0,3-3 1 0,-7 4-5 16,2-1 2-16,2 1 7 0,-3 0 1 0,2 0 8 15,-1 0-2-15,1 1 1 0,-2 0 9 0,3-2 1 16,-2 3-2-16,2 0 9 0,0 2-4 0,0-4 1 16,1 4 1-16,0-1 3 0,1 2 4 0,1-1-7 15,-2 0 3-15,4 4-5 0,-1-2-1 0,0-1 0 0,1 1 3 16,0-2-5-16,1 1-4 0,-1 0-8 16,0 2 3-16,1-2-6 0,-2-2-1 0,1 1-3 0,-1 0-1 15,1-3-5-15,0 1-8 0,-1-1-17 0,-1-5-37 16,3 8-47-16,-2-5-60 0,-1-3-77 0,0 0-165 15,0 0-421-15,0 0 187 0</inkml:trace>
          <inkml:trace contextRef="#ctx0" brushRef="#br1" timeOffset="-52672.4278">-4177 3401 94 0,'0'0'306'0,"4"-5"-16"16,-4 5-12-16,1-6-21 0,-1 6-18 0,2-6-15 15,-2 6-18-15,0 0-25 0,0 0-18 0,2-6-17 16,-2 6-19-16,0 0-20 0,0 0-40 0,0 0-61 15,0 0-75-15,0 0-95 0,0 0-246 0,0 0-444 16,0 0 196-16</inkml:trace>
        </inkml:traceGroup>
        <inkml:traceGroup>
          <inkml:annotationXML>
            <emma:emma xmlns:emma="http://www.w3.org/2003/04/emma" version="1.0">
              <emma:interpretation id="{40C3025C-92A9-4205-8BFD-E3F6C719A700}" emma:medium="tactile" emma:mode="ink">
                <msink:context xmlns:msink="http://schemas.microsoft.com/ink/2010/main" type="inkWord" rotatedBoundingBox="10044,14687 8081,14692 8080,14237 10043,14232"/>
              </emma:interpretation>
            </emma:emma>
          </inkml:annotationXML>
          <inkml:trace contextRef="#ctx0" brushRef="#br1" timeOffset="-47792.0519">-5860 3580 174 0,'0'0'191'16,"0"0"-9"-16,0 0-9 0,0 0-7 0,3 17-13 0,-3-17 1 15,0 9-3-15,0-4-7 0,0-5 3 16,0 12-2-16,0-4-5 0,0 1-10 0,-1-1-8 15,1 1-11-15,-2-1-8 0,1 1-12 0,-2 0-8 0,0-1-6 16,0-1-9-16,-2 1-6 0,1 0-12 0,0-2-16 16,-2 0-36-16,-1-1-51 0,0 1-61 0,1-5-61 15,-1 3-244-15,-1-2-451 0,1 0 199 16</inkml:trace>
          <inkml:trace contextRef="#ctx0" brushRef="#br1" timeOffset="-47506.5575">-5999 3611 82 0,'0'0'78'0,"-4"-3"0"16,4 3-10-16,0 0-17 0,0-6 0 0,0 6-1 16,0 0 0-16,0 0-4 0,0 0-4 0,4-9-6 15,-4 9 4-15,4-6 2 0,-4 6-8 0,4-4-8 16,-4 4 5-16,5-5-1 0,-3 4-8 0,-2 1 7 16,6-3-6-16,-3 1 2 0,-3 2 3 0,0 0 1 15,7-1-1-15,-7 1 2 0,0 0 10 0,6 1 7 16,-6-1-3-16,3 5-2 0,-3-5 8 0,2 6-4 15,0-2 10-15,-2-4 0 0,0 10 11 0,1-5-4 16,-1-5 3-16,-3 12-4 0,1-5-4 0,1 2-2 16,-4-1-2-16,1-1-10 0,0 1-2 0,0-2-5 15,0 1-2-15,-2-1-3 0,-2 0-17 0,4-1-18 16,-3-1-48-16,1 0-53 0,-1-1-214 0,0-2-343 0,0 2 152 16</inkml:trace>
          <inkml:trace contextRef="#ctx0" brushRef="#br1" timeOffset="-46665.7855">-6072 3575 128 0,'0'0'114'0,"0"0"-2"16,-3 9-15-16,3-9-8 0,-2 5-10 0,2-5-8 15,-3 5-15-15,3-5-11 0,-8 4 8 0,4 0-6 16,0-2-1-16,-1 0-3 0,2 0-18 0,-2 0 9 0,5-2-9 16,-8 3-17-16,3-2 13 0,5-1-2 15,-7-1-5-15,7 1 1 0,-6-2-5 0,6 2 4 16,-6-4-5-16,6 4 7 0,-3-5-8 0,3 5 1 15,-3-6-1-15,3 6-1 0,0-7 5 0,0 7-1 16,0-8-1-16,0 8 4 0,0 0 0 0,1-9 8 0,-1 9 3 16,0 0-11-16,2-7 14 0,-2 7-1 0,0 0-6 15,0 0 6-15,1-6-2 0,-1 6-3 0,0 0-8 16,0 0 6-16,0 0-6 0,0 0 2 0,0 0-4 16,0 0-1-16,0 0-7 0,0 0 7 0,0 0-1 15,0 0-2-15,-1 21-6 0,1-21 4 0,-1 6-4 16,1-6 3-16,-2 4-7 0,2-4 7 0,-4 5-4 15,1-2-2-15,3-3-1 0,-5 4-1 0,2-2-11 16,3-2-15-16,-9 1 4 0,5-1 1 0,-3 0-9 16,2 1-9-16,-2-2 3 0,-1 1 6 0,3-1 1 0,-2-1 4 15,3 2-6-15,4 0 6 0,-9-4 3 0,3 2 6 16,1 0-3-16,5 2 5 0,-8-4 1 16,5 3 8-16,0-2 5 0,3 3-4 0,-5-4 18 0,5 4 4 15,-3-4 9-15,3 4 9 0,0 0 3 16,0 0 8-16,-3-4 4 0,3 4 10 0,0 0 0 15,0 0 2-15,0 0-8 0,0 0 3 0,0 0-6 0,0 0 2 16,0 0 2-16,0 0-5 0,0 0 0 0,0 0 3 16,0 0-6-16,0 0-7 0,0 0 3 0,0 0 0 15,0 0-3-15,0 0-5 0,0 0 3 0,4 18-2 16,-2-16 3-16,-2-2-1 0,3 8 1 0,0-5-5 0,-3-3 4 16,3 8 3-16,-1-4-2 0,-1 1 5 15,1-1 3-15,-1 2-6 0,-1-6-1 0,1 10-3 0,0-6-3 16,-1-4-4-16,0 11 3 0,1-7-6 15,-1-4 3-15,-2 10-2 0,2-10-1 0,-2 9-5 16,1-5 2-16,1-4-5 0,-4 8-3 0,2-2 4 0,-1-3-4 16,-1 0-2-16,0 2 0 0,1-1-1 0,-3-2 1 15,3 1-2-15,-4-1 0 0,1 2-4 0,-1-2 4 16,0 1-6-16,-2-1 2 0,2 0 0 0,-2-1 2 16,-1-1-1-16,-3 0 1 0,2 0-7 0,1-2 6 15,-2 0-4-15,1 0-2 0,0-2 1 0,-1-1-4 16,2 1-1-16,0 1 2 0,3-3-3 0,0 2-1 15,2-1-1-15,1-2-6 0,0 0-15 0,2 1-19 16,0-2-16-16,1-1-30 0,3 0-30 0,0-3-33 16,3 1-31-16,-1 0-217 0,1-1-436 0,1 1 193 15</inkml:trace>
          <inkml:trace contextRef="#ctx0" brushRef="#br1" timeOffset="-46296.159">-6133 3474 92 0,'0'0'189'0,"0"0"-14"15,0 0-9-15,0 0-17 0,0 0-11 0,0 0-17 16,0 0-8-16,-18 0-9 0,11 0-14 0,2 0-9 0,-2-1-7 16,7 1-7-16,-10-3-6 0,6 1-7 15,4 2-3-15,-7-4-15 0,7 4-2 0,-6-5-4 0,3 1-6 16,1 1-12-16,0-2-1 0,2 5-10 0,-1-10 1 16,1 10-7-16,3-9-7 0,-3 3 1 0,2 2-6 15,1-1-5-15,-1 0 6 0,3 1-14 0,-2 1-12 16,-2-2-11-16,-1 5-15 0,5-4-17 0,-5 4-30 15,3-5-119-15,-3 5-252 0,0 0 111 0</inkml:trace>
          <inkml:trace contextRef="#ctx0" brushRef="#br1" timeOffset="-51721.119">-4507 3544 90 0,'0'0'147'0,"2"4"-13"0,-2-4-13 15,0 0-4-15,1 6-4 0,-1-6-15 0,0 0-2 0,-1 9-2 16,1-9-6-16,-2 8-11 0,2-8-4 0,-3 7-4 16,1-4-8-16,2-3-4 0,-4 6-3 15,0-1-7-15,1-2-6 0,1 0-2 0,-2 0-5 0,-1-2-1 16,5-1-5-16,-7 4-4 0,5-2-2 0,2-2 3 16,-8 3-8-16,8-3 0 0,-7-1-5 0,7 1 1 15,-7-1-1-15,7 1 5 0,-4-3-8 0,4 3 1 16,-4-5 3-16,2 1 12 0,2 4 10 0,-2-8 4 15,2 8-10-15,-1-10 16 0,1 5 9 0,0 5-3 16,3-14 2-16,-1 6 8 0,-1 0 0 0,2-1-1 16,1 0-9-16,0-3-3 0,-2 3-2 0,1 0-7 15,0-1-1-15,-1 2-5 0,2-1-3 0,-2 1-3 16,0 3-3-16,0 1-1 0,0 0-2 0,-2 4-7 16,2-7-7-16,-2 7-16 0,2-4-25 0,-2 4-27 15,0 0-37-15,0 0-41 0,0 0-38 0,0 0-206 16,0 0-416-16,-11 19 185 0</inkml:trace>
          <inkml:trace contextRef="#ctx0" brushRef="#br1" timeOffset="-51429.259">-4629 3761 70 0,'0'0'255'0,"0"0"-14"0,0 0-14 0,0 0-19 16,6-15-16-16,-6 15-17 0,3-6-17 0,-3 6-17 15,4-6-16-15,-4 6-24 0,1-5-39 0,-1 5-58 16,2-4-80-16,-2 4-93 0,1-8-117 0,-1 8-309 0,0 0 136 16</inkml:trace>
          <inkml:trace contextRef="#ctx0" brushRef="#br1" timeOffset="-50844.7148">-4660 3393 59 0,'0'0'127'0,"0"0"-14"0,0 0-3 16,0 0-13-16,-10 11-7 0,10-11-7 15,-5 3 1-15,5-3-3 0,-7 1-2 0,7-1-3 0,-7 0-6 16,7 0 9-16,-8-1 7 0,8 1-9 0,-7-3 2 15,1 0-4-15,2 0 5 0,-1 0-1 0,5 3 8 16,-7-5-4-16,3 2-2 0,0-1-3 0,4 4-10 16,-8-6-4-16,4 4-1 0,0 0 6 0,4 2-7 15,-7-5-7-15,3 3-4 0,4 2-6 0,-7-2-3 16,7 2-9-16,-6-2 1 0,6 2-5 0,-7 3-1 16,7-3-4-16,-5 3-10 0,5-3-21 0,-4 6-33 15,0-3-41-15,2 1-46 0,0 1-31 0,-1 1-213 16,-1 0-401-16,1 2 178 0</inkml:trace>
          <inkml:trace contextRef="#ctx0" brushRef="#br1" timeOffset="-51206.1723">-4777 3474 70 0,'0'0'189'16,"0"0"-5"-16,0 0-9 0,0 0-2 0,0 0-27 15,0 0 0-15,-4 17-14 0,4-12-2 0,-2 3-10 0,2 0-2 16,0 0-4-16,-1 0-9 0,0 0-10 0,0 1-12 16,1 0-8-16,-1 0-4 0,1 0-7 0,0-3-5 15,-1 0-14-15,1-6-12 0,-1 12-42 0,2-7-48 16,-1-5-47-16,-2 6-54 0,2-6-176 0,0 0-360 15,0 0 159-15</inkml:trace>
          <inkml:trace contextRef="#ctx0" brushRef="#br1" timeOffset="-50556.6337">-4929 3630 129 0,'0'0'186'16,"0"0"-6"-16,0 0-9 0,0 0-7 0,0 0-6 15,0 0-3-15,0 0-9 0,0 0-2 0,4 13 1 16,-4-13-10-16,0 7-7 0,0-7-7 0,-1 10-6 16,0-5-9-16,1 1-9 0,-2 2-7 0,0-1-9 15,-1-1-9-15,1 3-7 0,0-3-7 0,-2 1-5 16,0 1-7-16,0-1-5 0,0-1-9 0,-1 1-11 0,1 0-36 15,-2-3-42-15,1 1-47 0,1-2-62 16,-1-2-69-16,0-1-142 0,5 0-409 0,-9 0 180 16</inkml:trace>
          <inkml:trace contextRef="#ctx0" brushRef="#br1" timeOffset="-50272.8452">-5055 3467 150 0,'0'0'193'0,"0"0"-13"15,0 0-5-15,0 0-9 0,0 0-5 0,0 0-10 16,0 0-14-16,0 0-6 0,3 15-5 0,-3-10-8 0,0 2-3 15,0 2-10-15,-2-1-10 0,1 1-7 16,-1 1-10-16,0 2-7 0,0 0-8 0,-1 0-7 16,1 1-5-16,-1 1-12 0,-1-2-16 0,2-3-49 0,-2 3-57 15,3-3-63-15,-1-1-224 0,1 0-401 0,-1-1 179 16</inkml:trace>
          <inkml:trace contextRef="#ctx0" brushRef="#br1" timeOffset="-48931.8184">-5242 3594 14 0,'0'0'193'15,"6"2"-12"-15,-6-2-4 0,6 3-13 0,-3 0-10 16,0 0-12-16,1 0-10 0,-1 0-6 0,-1 0-14 16,-2-3-3-16,4 7-11 0,-2-5-8 0,-2-2-9 15,2 8-10-15,-2-8-4 0,1 4-9 0,-1-4-6 16,1 7-1-16,-1-7-9 0,0 0-2 0,0 0-4 15,-3 8-2-15,3-8-9 0,-3 2 1 0,3-2-3 16,0 0-7-16,-7 1-2 0,7-1-3 0,0 0 1 0,-11-4-7 16,11 4-1-16,-5-3-2 0,5 3-2 0,-6-6-2 15,4 3-3-15,-1-2-6 0,1 2 1 16,2 3 4-16,-4-10 3 0,3 5-3 0,1 5 0 0,-1-9-1 16,1 9 3-16,-1-9 0 0,1 5 3 0,0 4-4 15,0-10 7-15,0 10-4 0,1-7 0 0,-1 7 1 16,1-5 1-16,-1 5-1 0,0 0 2 0,0 0 2 15,1-8-3-15,-1 8 0 0,0 0 1 0,0 0 3 16,0 0-4-16,0 0 3 0,0 0-3 0,0 0-2 16,0 0 2-16,0 0 2 0,-11 3 2 0,11-3 0 15,-4 6-6-15,4-6 5 0,-5 6-4 0,2-3 0 16,-2 0 1-16,2 0-1 0,-1 0-2 0,-1 1 4 16,1-2-5-16,0 0 3 0,-1 0-3 0,1 1 4 15,-1-3 0-15,5 0-2 0,-7 3-1 0,3-3-1 16,4 0 0-16,-7 0-1 0,7 0 4 0,-7-4 2 0,7 4 2 15,-6-4-2-15,2 1 1 0,4 3-2 0,-5-5 0 16,4 1 5-16,1 4-4 0,-5-8 4 0,5 3-5 16,0 5 8-16,-2-6-3 0,2 6 2 0,0-7 0 15,0 7-11-15,0 0 9 0,-1-8-4 0,1 8-1 16,0 0 5-16,0 0-2 0,0 0 2 0,0 0-1 16,2-6 0-16,-2 6-5 0,0 0 6 0,0 0-2 15,0 0-2-15,0 0 2 0,0 0-1 0,0 0-3 16,0 0 4-16,0 0-2 0,0 0 3 0,0 0-3 15,0 0 0-15,-3 21-1 0,3-21 2 0,-3 6-4 16,0-4 1-16,3-2-3 0,-6 5 3 0,2-2-3 16,4-3-1-16,-7 4 1 0,2-3-2 0,1 1-15 15,0 1-4-15,4-3-1 0,-10 1-6 0,5 0 13 0,5-1 0 16,-7-1 6-16,7 1-2 0,-7 0 3 16,7 0 1-16,-6-4 2 0,6 4-4 0,-5-3 1 0,5 3 5 15,-2-4 0-15,2 4 4 0,-2-7 2 0,2 7-3 16,-2-6 0-16,2 6 0 0,0-7 3 0,0 7-1 15,0 0 4-15,0-9-1 0,0 9 2 0,0 0 2 16,0-7-5-16,0 7 5 0,0 0-2 0,0 0 1 16,0 0-2-16,0 0-5 0,0 0 3 0,0 0-3 15,0 0 0-15,0 0 0 0,0 0 6 0,0 0 0 0,0 0 2 16,0 0-4-16,0 0-1 0,0 0-2 16,0 0 2-16,0 0-1 0,0 0-2 0,0 0-1 15,-3 17 2-15,3-17 7 0,-3 4-5 0,3-4 1 16,-4 5 1-16,4-5-2 0,-6 2-1 0,6-2-3 0,-5 3 2 15,1-3-2-15,4 0 3 0,-8 2 2 16,8-2-9-16,-9 0 5 0,5 0 4 0,4 0-3 16,-10-2 5-16,6 2-7 0,4 0-2 0,-8-3 8 0,3 1-1 15,1 0-4-15,4 2 6 0,-5-4-3 0,3 2 2 16,2 2-3-16,-6-5 3 0,6 5-1 0,-3-5 3 16,3 5 3-16,-4-2-2 0,4 2 8 0,0 0 8 15,0 0 6-15,-4-5 5 0,4 5 2 0,0 0-6 16,0 0 5-16,0 0-2 0,-1-5 0 0,1 5-7 15,0 0 1-15,0 0-3 0,0 0 3 0,0 0 3 16,0 0 3-16,0 0-5 0,0 0 1 0,0 0-1 16,0 0-1-16,0 0-3 0,4 17-3 0,-3-12-1 15,-1-5 8-15,2 7-1 0,0-4 3 0,0 1 3 16,0 1 3-16,-2-5 5 0,5 9 0 0,-4-6-2 16,1 1 3-16,1 2-1 0,-2-2-2 0,1 1-4 15,-2-5-3-15,3 8 0 0,-2-2 3 0,-1-1-3 16,0-5-1-16,-1 10-3 0,0-5-1 0,1-5 0 15,-2 9-1-15,0-4-8 0,-1 2 5 0,0-4 3 16,-1 3-3-16,-2-1-4 0,2-2 1 0,-1 0-3 0,-3 1-3 16,1 0 1-16,0 0 0 0,-1-2-1 0,0 2-3 15,1-2-3-15,-1-1 5 0,0 0-7 0,1 0 3 16,-5-2 1-16,4 0-1 0,0-2 1 0,-2 2-3 16,2 0-4-16,0-1 6 0,2-2-5 0,-1 0-1 15,1 1 1-15,0-2-6 0,2 0 0 0,-1 1 0 16,3-2-6-16,0 2-10 0,-1-4-20 0,3 1-24 15,0-1-28-15,0-2-29 0,0 1-37 0,3 0-39 16,1-2-40-16,-1 2-202 0,2-2-475 0,2-1 209 16</inkml:trace>
          <inkml:trace contextRef="#ctx0" brushRef="#br1" timeOffset="-48602.2936">-5394 3408 54 0,'0'0'185'0,"0"0"-9"16,0 0-6-16,0 0-16 0,0 0-12 0,0 0-13 15,-11-4-13-15,11 4-9 0,-7 0-13 0,7 0-13 16,-9 0-2-16,4 0-11 0,1-2-2 0,-2 1-9 15,1-2-9-15,5 3-5 0,-8-3-2 0,3 0-4 16,2 0-6-16,-1 0-12 0,4 3 4 0,-4-8-1 16,2 4-7-16,2 4 1 0,-2-9-2 0,2 9-1 15,2-10-3-15,-1 5-2 0,1 0 0 0,0 1-2 16,-2 4 0-16,4-10-1 0,-3 6-4 0,-1 4-1 16,3-7-21-16,-1 4-22 0,-2 3-31 0,4-5-30 0,-2 1-37 15,-2 4-137-15,0 0-299 0,0 0 133 16</inkml:trace>
        </inkml:traceGroup>
        <inkml:traceGroup>
          <inkml:annotationXML>
            <emma:emma xmlns:emma="http://www.w3.org/2003/04/emma" version="1.0">
              <emma:interpretation id="{5E848A51-1EBE-46E7-9061-EFA4D437DB1C}" emma:medium="tactile" emma:mode="ink">
                <msink:context xmlns:msink="http://schemas.microsoft.com/ink/2010/main" type="inkWord" rotatedBoundingBox="7887,14755 7101,14757 7100,14300 7886,14298"/>
              </emma:interpretation>
            </emma:emma>
          </inkml:annotationXML>
          <inkml:trace contextRef="#ctx0" brushRef="#br1" timeOffset="-39299.3496">-6743 3732 157 0,'8'-6'257'0,"-8"6"-16"0,3-4-24 0,-1 0-21 16,-2 4-20-16,3-4-18 0,-3 4-15 0,4-5-27 0,-4 5-35 15,3-7-42-15,-3 7-52 0,1-7-55 16,0 3-56-16,-1 4-139 0,0 0-285 0,-2-9 127 16</inkml:trace>
          <inkml:trace contextRef="#ctx0" brushRef="#br1" timeOffset="-38576.9002">-6817 3504 67 0,'0'0'164'0,"6"-2"-10"0,-6 2-2 16,4-2-7-16,-4 2-11 0,0 0-10 0,7-1-6 15,-7 1-8-15,5-1-15 0,-5 1-7 0,6-1-8 16,-6 1-10-16,0 0-4 0,6 1-9 0,-6-1-3 15,5 1-9-15,-5-1 2 0,5 4-8 0,-1-2-2 16,-4-2-6-16,4 3-5 0,-3 0-6 0,-1-3 2 16,4 6-5-16,-2-3-3 0,-2-3-3 0,2 6-8 15,-2-6 1-15,0 7-2 0,0-7-2 0,1 8-6 16,-1-8-2-16,1 7-4 0,-1-7-2 0,1 6 0 0,-1-6 2 16,0 8-1-16,0-8 2 0,2 4 1 15,-2-4 0-15,0 0-1 0,0 6 0 0,0-6 5 16,0 0 0-16,2 3-5 0,-2-3 5 0,4 3-2 0,-4-3 2 15,5 1 1-15,-5-1-1 0,0 0 3 0,5 0 0 16,-5 0-1-16,0 0 1 0,6 2-5 16,-6-2 1-16,0 0-2 0,0 0 7 0,0 0 3 0,3 3-1 15,-3-3 0-15,0 0-2 0,0 0-3 0,0 0-5 16,0 0 9-16,0 0 4 0,-11 5 1 0,11-5-6 16,-5 1 5-16,5-1 3 0,-8 3-11 0,4-3 5 15,-1 0-2-15,-2 0 6 0,0 0-6 0,0 0 0 16,0 0 6-16,-1 0-6 0,0 1-2 0,1-2-2 15,-1 1-4-15,0 0 0 0,1 0-6 0,-2-1-6 16,3-1 4-16,-1 1 0 0,-1-2-4 0,4 3 6 16,-2-3 0-16,1 1-1 0,5 2-14 0,-6-4 2 15,2 2-7-15,4 2 7 0,-3-3 3 0,3 3-5 0,-3-4 0 16,3 4 11-16,0 0-4 0,-1-8 5 0,1 8 2 16,0 0 3-16,0 0 5 0,0 0-5 0,4-7 5 15,-4 7 9-15,0 0-6 0,5-3 9 0,-5 3 1 16,0 0 7-16,0 0 7 0,7 0-2 0,-7 0-1 15,0 0 9-15,6 3-4 0,-6-3 5 0,4 3 1 16,-4-3 7-16,5 4 2 0,-4 0 4 0,-1-4 0 16,3 7 3-16,-1-4 6 0,-1 1 0 0,-1-4-2 15,2 9 4-15,-2-3 2 0,0-6-1 0,0 9 1 0,0-3-8 16,-2 0 5-16,2-6 1 0,-3 9-3 16,0-3-2-16,1-1-8 0,-2 1-3 0,0-2 1 15,-2 1-6-15,3 0-12 0,-3-2-15 0,2 1-16 0,-2 0-24 16,0-3-31-16,1 0-33 0,5-1-33 0,-9 1-194 15,5-1-356-15,4 0 158 0</inkml:trace>
          <inkml:trace contextRef="#ctx0" brushRef="#br1" timeOffset="-38146.0646">-6774 3381 170 0,'0'0'263'0,"0"0"-12"15,5-1-14-15,-5 1-12 0,0 0-17 0,4-3-16 16,-4 3-15-16,0 0-17 0,0 0-15 0,0 0-19 16,2-5-34-16,-2 5-37 0,0 0-62 0,0 0-75 15,0 0-87-15,0 0-172 0,-14 8-369 0,10-6 164 16</inkml:trace>
          <inkml:trace contextRef="#ctx0" brushRef="#br1" timeOffset="-39616.3998">-6661 3527 37 0,'0'0'212'0,"0"0"-8"0,0 0-10 0,0 0-4 15,0 0-8-15,0 0-6 0,-4-4-8 0,4 4-9 16,0 0-12-16,0 0-12 0,0 0-13 0,0 0-9 16,0 0-12-16,0 0-9 0,0 0-11 0,0 0-7 15,0 0-6-15,0 0-3 0,0 0-9 0,0 0-5 16,0 0-6-16,0 0 0 0,0 0-6 0,-1 14-5 16,1-14 0-16,1 8-3 0,-1-8-3 0,2 7-3 15,-2-7-5-15,0 7 1 0,0-7-3 0,2 7 0 16,-2-7-5-16,0 6 1 0,0-6-1 0,-2 6 1 0,2-6-5 15,0 7 1-15,0-7 1 0,-3 5-2 16,3-5-1-16,-4 4 1 0,4-4-8 0,-6 4-4 16,6-4-4-16,-7 0-5 0,1 0-6 0,6 0-1 15,-12-1-9-15,8-1-8 0,4 2-10 0,-9-2-13 0,4 1-15 16,1-1-12-16,4 2-17 0,-8-1-29 0,8 1-28 16,-7-3-37-16,7 3-156 0,-7 0-383 0,3-1 170 15</inkml:trace>
          <inkml:trace contextRef="#ctx0" brushRef="#br1" timeOffset="-43680.4076">-7020 3417 166 0,'0'0'188'15,"0"0"2"-15,0 0-8 0,0 0-5 0,0 0-12 16,-1 15-11-16,1-15-8 0,0 8-3 16,-2-2 0-16,2 1-7 0,-1 0-11 0,1 0-9 0,-1 0-10 15,1 3-12-15,-1-2-14 0,2 2-1 0,-1-1-9 16,-1 0-8-16,2-1-4 0,-2-1-9 0,1 2-6 15,0-1-12-15,0-1-32 0,1 1-48 0,-1-1-56 16,0-7-59-16,-1 9-234 0,0-5-430 0,1-4 190 16</inkml:trace>
          <inkml:trace contextRef="#ctx0" brushRef="#br1" timeOffset="-33615.5255">-7185 3536 156 0,'-1'-4'159'0,"1"4"-7"0,0 0-8 15,0 0-15-15,0 0-5 0,0 0-7 0,-2-6-6 16,2 6-11-16,0 0-6 0,0 0-3 0,0 0-7 16,0 0 0-16,0 0-10 0,0 0-2 0,0 0-6 15,0 0-7-15,0 0-4 0,-8 9-5 0,8-9-3 16,0 0-6-16,-1 6-4 0,1-6-3 0,-2 6-5 16,2-6 2-16,0 7-7 0,0-7-3 0,-2 8-3 15,2-8 0-15,0 7 1 0,0-7-4 0,-1 8-3 0,1-8-2 16,0 7 5-16,0-7-5 0,0 6-1 0,0-6-1 15,-1 5 4-15,1-5-5 0,-2 6 2 16,2-6-3-16,-5 4-3 0,1-3 0 0,4-1-4 0,-7 1-4 16,2 0-5-16,5-1 1 0,-9 0-3 0,9 0 1 15,-11-2 0-15,6 2-1 0,-2-1-1 0,0 1 0 16,0-1 1-16,7 1 3 0,-8-2-1 0,8 2 6 16,-7-1-3-16,7 1 2 0,-5-3-1 0,5 3 2 15,0 0-2-15,-7-1 4 0,7 1-2 0,0 0-1 0,0 0-1 16,0 0 1-16,-6-1 1 0,6 1 1 15,0 0 1-15,0 0-1 0,0 0-3 0,0 0 8 16,0 0-4-16,-1 8 1 0,1-8-1 0,0 0 0 0,1 7-1 16,-1-7 3-16,0 9 0 0,0-9-1 0,1 10-1 15,-1-6 0-15,1 2 0 0,-1-6 3 0,2 8-1 16,-2-4 0-16,0-4-1 0,3 7 4 0,-3-7-5 16,1 7 3-16,-1-7 1 0,0 5 1 0,0-5-5 15,0 0-1-15,-3 6-8 0,3-6 2 0,0 0-2 16,-6 0-1-16,6 0-6 0,0 0 2 0,0 0-6 15,-10-7 4-15,7 6-1 0,3 1 1 0,-6-6-1 0,3 3 5 16,3 3 2-16,-5-6-2 0,3 2 3 0,2 4-4 16,-5-8 0-16,4 4 5 0,1 4 6 15,-3-7-2-15,1 4-2 0,2 3 3 0,-3-7-2 0,3 7 4 16,0-5-2-16,0 5 2 0,-1-7-3 0,1 7 5 16,0 0-2-16,0-7 0 0,0 7-1 15,0 0 7-15,1-7-4 0,-1 7-5 0,0 0 7 0,0 0 2 16,0-6-7-16,0 6 5 0,0 0 1 0,0 0 1 15,0 0 2-15,0 0 0 0,-5-3-3 0,5 3 7 16,0 0-4-16,-7 1 1 0,7-1-2 0,-7 3 3 16,3 0-2-16,-1-3 3 0,-1 2 0 0,0-1-1 15,2 1 3-15,-3 1-3 0,2-2 3 0,-1 2-3 0,1 1 6 16,0-2 2-16,1 1-4 0,0-1 5 16,0 0-1-16,1 2 0 0,3-4-1 0,-4 8 5 0,2-5 0 15,0 1 1-15,2-4 6 0,-2 9-2 0,2-4 0 16,-1 2 4-16,1 0 4 0,0-7-3 0,1 10-1 15,0-2-1-15,0-1 4 0,2 1-3 0,-2 1 3 16,1 0 0-16,0 0-4 0,0-1 0 0,-1 0-2 16,1 0 0-16,-1 1-5 0,0 0 2 0,-1-2-4 15,0-1-3-15,0 2-1 0,0-1-2 0,0-2-13 16,0-5-17-16,0 10-16 0,0-10-28 0,0 8-37 16,0-8-36-16,0 6-52 0,0-6-163 0,-2 6-378 0,2-6 167 15</inkml:trace>
          <inkml:trace contextRef="#ctx0" brushRef="#br1" timeOffset="-33338.07">-7266 3813 121 0,'6'-4'307'0,"-6"4"-19"16,2-5-18-16,-2 5-19 0,0 0-21 0,3-4-28 0,-3 4-18 16,3-3-21-16,-3 3-25 0,0 0-44 0,0 0-53 15,0 0-71-15,0 0-68 0,0 0-73 16,0 0-161-16,0 0-360 0,0 0 160 0</inkml:trace>
        </inkml:traceGroup>
        <inkml:traceGroup>
          <inkml:annotationXML>
            <emma:emma xmlns:emma="http://www.w3.org/2003/04/emma" version="1.0">
              <emma:interpretation id="{00FD6DB7-8239-4565-8349-6B9C00FDCD8C}" emma:medium="tactile" emma:mode="ink">
                <msink:context xmlns:msink="http://schemas.microsoft.com/ink/2010/main" type="inkWord" rotatedBoundingBox="6965,14751 5146,14756 5144,14193 6964,14189"/>
              </emma:interpretation>
            </emma:emma>
          </inkml:annotationXML>
          <inkml:trace contextRef="#ctx0" brushRef="#br1" timeOffset="-24436.5904">-9095 3471 92 0,'0'0'174'0,"0"0"-1"0,0 0-3 15,0 0-8-15,0 0-12 0,6 7-10 0,-6-7-5 16,2 3-8-16,-2-3-9 0,1 7-3 0,-1-7-13 0,2 6-10 16,-2-6-7-16,0 9-3 0,0-4-10 0,0 2-9 15,0-2-4-15,0 3-8 0,0-8-3 16,0 13-5-16,-1-4-4 0,-1-2 0 0,1-1-7 0,-2 3-2 15,2-4-3-15,-2 2-3 0,2-1-2 0,-2 1-2 16,1-2-3-16,0-1 0 0,-1 0-15 0,0 0 7 16,0-1-1-16,0 0-8 0,3-3-5 0,-8 3-6 15,3-3-4-15,2 3-4 0,3-3 0 0,-9-1-2 16,9 1 3-16,-8-2-2 0,3 1 0 0,2-3 1 16,-1 3 0-16,1-3 0 0,3 4 8 0,-8-7-3 15,6 3 5-15,0 0 2 0,-2-2 1 0,2 1-3 16,-1 1 5-16,1-1 0 0,2 5 9 0,-4-9-3 15,3 4 4-15,1 5-2 0,-2-8 0 0,1 3 2 16,1 5 0-16,-1-7-2 0,1 7 0 0,0 0 1 16,0-9-1-16,0 9-3 0,0 0 3 0,2-5-4 15,-2 5 3-15,0 0-4 0,0 0 2 0,0 0 2 0,0 0-3 16,3-2 1-16,-3 2 1 0,0 0 0 16,0 0 1-16,0 0-1 0,0 0 1 0,0 0 1 15,3 13-1-15,-3-13 3 0,0 7-1 0,0-7-2 0,0 9-1 16,0-9-2-16,0 9 1 0,0-9 4 0,-1 8-5 15,1-8 4-15,-4 7-2 0,3-4 1 0,-2 0 0 16,3-3 0-16,-5 7-1 0,1-4-3 0,0-2 5 16,-2 0-2-16,1 1 1 0,1-1-6 0,4-1 5 15,-8 2-3-15,1-2 0 0,0 0 2 0,1-2-4 16,6 2 0-16,-11-3 7 0,8 3-2 0,3 0 1 16,-8-1-1-16,8 1-3 0,-5-2 5 0,5 2 5 15,-6-1-4-15,6 1-2 0,0 0 2 0,0 0 1 16,0 0-5-16,0 0 2 0,0 0-2 0,-6 2-2 15,6-2 0-15,0 0-5 0,0 0 6 0,3 9 2 16,-3-9-4-16,3 7 4 0,0-3 2 0,-3-4-3 0,2 9-3 16,0-4 2-16,-2-5 1 0,1 10 2 0,-1-5 0 15,1-1-2-15,-1-4 2 0,0 8-2 16,0-8-1-16,0 7 1 0,0-7-7 0,-2 6 0 0,2-6-8 16,-4 4-8-16,4-4-8 0,-4 3-3 0,4-3-14 15,0 0-7-15,-7 0-1 0,7 0-2 0,-6-1-17 16,6 1 15-16,-5-6-3 0,2 4 5 0,3 2 4 15,-6-7-2-15,3 2 0 0,0 1-13 0,2-1 20 16,-1 0-2-16,-2 1 5 0,1-1 11 0,3 5 2 16,-3-8-1-16,1 3 5 0,0 1 2 0,2 4-1 0,-3-6 11 15,3 6-12-15,-2-6 23 0,2 6-11 0,0 0 15 16,-2-7-5-16,2 7-2 0,0 0 7 16,-2-3 1-16,2 3 6 0,0 0 0 0,0 0-1 0,-2-5 2 15,2 5-1-15,0 0 0 0,0 0 2 0,0 0 3 16,-8 3 2-16,8-3-5 0,-6 2 6 0,6-2-1 15,-4 4 1-15,1-1 2 0,-1 0 2 0,1 0-1 16,0 0 6-16,0 0-6 0,-1 2 5 0,2-1 7 16,-1 4 3-16,1-2 0 0,1 0-2 0,-2 2 2 15,1-2 13-15,1 0 0 0,0 0 3 0,1 2 1 16,0-2-2-16,0 3 1 0,0 1-2 0,0 1-2 16,0-2-2-16,-2 0-3 0,2 1-5 0,0-1-1 0,2 2-3 15,-2-2-1-15,0 0-3 0,1-1-3 16,-1 0-4-16,1 0-5 0,-1-1-13 0,1-1-21 15,0-1-36-15,-1-5-18 0,0 8-44 0,0-8-40 16,0 0-152-16,0 0-336 0,0 0 150 0</inkml:trace>
          <inkml:trace contextRef="#ctx0" brushRef="#br1" timeOffset="-24110.8489">-9247 3464 135 0,'2'-5'256'0,"-2"5"-11"16,3-5-14-16,-3 5-14 0,2-5-20 0,-2 5-16 15,0 0-21-15,0 0-15 0,1-6-15 0,-1 6-17 16,0 0-19-16,0 0-39 0,0 0-49 0,0 0-62 16,0 0-63-16,0 0-213 0,0 0-360 0,0 0 160 15</inkml:trace>
          <inkml:trace contextRef="#ctx0" brushRef="#br1" timeOffset="-28800.5004">-7600 3596 71 0,'0'0'95'16,"0"0"-5"-16,-8-2 3 0,8 2-9 0,-4-1 5 15,4 1-7-15,-5-3 1 0,5 3-2 0,-4-3-9 16,4 3-11-16,0 0 0 0,-5-3-3 0,5 3-2 16,0 0-9-16,-3-6 6 0,3 6-7 0,0 0-4 15,0 0-7-15,0-6-2 0,0 6-3 0,0 0-5 16,0 0-5-16,5-7 1 0,-5 7-1 0,0 0-1 15,5-3-11-15,-5 3 7 0,4-2-2 0,-4 2 0 16,0 0-1-16,7 0-1 0,-7 0 1 0,0 0-2 16,5 0 0-16,-5 0 10 0,0 0-1 0,6 2-2 15,-6-2-3-15,5 4 6 0,-5-4-5 0,4 3 2 16,-2 0 0-16,-2-3 3 0,2 7 4 0,-1-3 5 16,-1-4 2-16,0 10 7 0,0-10 3 0,-2 12 3 15,0-6 0-15,-1 1-4 0,-2 1 0 0,1 0-1 0,-1 0-4 16,1 0-2-16,0-1-5 0,-1 2-2 0,-1-4-4 15,-1 2-2-15,1-2-1 0,1 1-20 0,-2-2-36 16,1 1-42-16,0-2-58 0,-1-2-202 0,2 1-366 16,-2-1 163-16</inkml:trace>
          <inkml:trace contextRef="#ctx0" brushRef="#br1" timeOffset="-28434.3554">-7765 3461 134 0,'0'0'182'16,"0"0"-5"-16,0 0-15 0,0 0-7 0,0 0-12 16,-6 18-7-16,6-13-11 0,-2 2-10 0,0 0-10 15,0 1-4-15,0 0-14 0,1-1-3 0,-3 2-13 16,2 0-4-16,0 0-3 0,-1-1-10 0,1 0-10 15,0 0-24-15,-1-1-43 0,1 0-59 0,0-3-70 16,-2 3-144-16,2-3-318 0,-1 0 140 0</inkml:trace>
          <inkml:trace contextRef="#ctx0" brushRef="#br1" timeOffset="-27304.2074">-7883 3554 134 0,'0'0'161'0,"0"0"-9"0,-2 8-10 0,2-8-11 0,-1 6-4 16,1-6-12-16,-2 6-19 0,2-6-3 15,-4 4-6-15,4-4-5 0,-4 5-12 0,4-5-7 16,-3 6-5-16,3-6-7 0,-4 4-7 0,4-4 0 0,0 0-5 16,-5 1-4-16,5-1-8 0,-5 0 3 15,5 0-8-15,0 0-7 0,0 0-9 0,-7-4 1 16,7 4-5-16,-5-3-2 0,5 3-7 0,-3-3-1 0,3 3 8 16,-1-6-9-16,1 6 4 0,-2-6-4 0,2 6-1 15,0 0 8-15,0-7 0 0,0 7-3 0,0 0-1 16,1-8 4-16,-1 8 5 0,0 0-1 0,1-9-4 15,-1 9 2-15,1-4-1 0,-1 4 3 0,0 0 2 16,0 0 2-16,0 0-3 0,0 0-5 0,0 0-2 16,0 0-4-16,0 0 11 0,0 0-11 0,0 0 10 15,0 0 1-15,0 0-1 0,0 0-7 0,0 0 3 16,0 0 2-16,-6 14 4 0,6-14-3 0,-3 6-4 16,0-2-4-16,0 0-1 0,3-4-2 0,-5 5-2 15,2-3-6-15,-1 1-6 0,0-1-11 0,-1 0-3 16,5-2-13-16,-9 3-2 0,5-3-9 0,4 0-12 15,-10 0 12-15,10 0-4 0,-8-3 11 0,4 2 7 16,0-1 3-16,4 2 10 0,-6-5 10 0,3 2 1 16,3 3 12-16,-3-5 1 0,3 5 12 0,-3-6 11 15,3 6 0-15,-1-6 19 0,1 6-2 0,0 0 5 0,-1-8 6 16,1 8-3-16,0 0-4 0,0-8 5 0,0 8-3 16,0 0-4-16,0 0 3 0,0-7-2 0,0 7-5 15,0 0-5-15,0 0-5 0,0 0-10 0,0 0 11 16,0 0-4-16,0 0 6 0,0 0-6 0,0 0 2 15,0 0 0-15,0 0-5 0,0 0 0 0,0 0 0 16,0 0 1-16,0 0-4 0,3 19 0 0,-3-19-1 16,0 0-2-16,-3 10-2 0,3-10 0 0,-4 7 2 15,4-7-5-15,-3 6 3 0,0-3 1 0,0 0 3 0,3-3-4 16,-5 4-3-16,1-2 0 0,4-2 0 16,-6 4-12-16,2-2-6 0,4-2-3 0,-9 2-10 15,9-2-3-15,-8 1 0 0,8-1 3 0,-7-1 3 0,7 1-6 16,-6-3 3-16,2 1 3 0,-1-1 3 0,5 3 2 15,-4-5 4-15,0 3 7 0,2-2 1 0,2 4 7 16,-5-6 4-16,4 2 3 0,1 4 10 0,-2-9-7 16,2 9 9-16,-2-8 6 0,2 8-1 0,-1-7 10 15,1 7 1-15,-1-7 0 0,1 7 4 0,0 0-3 16,0-7 1-16,0 7 3 0,0 0-16 0,0 0 2 16,0 0 4-16,1-5-5 0,-1 5-3 0,0 0 4 15,0 0-5-15,0 0-2 0,0 0 2 0,0 0-3 0,0 0-7 16,0 0 7-16,4 15-4 0,-4-15-5 0,-1 8 7 15,1-8-6-15,-1 6 1 0,1-6 3 0,-3 9-4 16,0-5-1-16,0 0 0 0,-1-1-2 0,1 1 4 16,-1-1 0-16,-1 0-1 0,2-1-3 0,-2 1-1 15,0-2-1-15,1 2 1 0,0-2 0 0,-1 0-1 16,5-1-2-16,-7 1 1 0,7-1 3 0,-7-1-2 16,7 1-1-16,-6 0 2 0,6 0-2 0,-6-2 4 15,6 2 2-15,-4-3 1 0,4 3 3 0,0 0 12 16,-4-4 5-16,4 4 3 0,0 0-2 0,0 0 2 15,-4-2 0-15,4 2 1 0,0 0-8 0,0 0-1 16,0 0-6-16,0 0 5 0,0 0-5 0,0 0 4 16,-5 5-4-16,5-5 0 0,0 0 6 0,0 9-4 15,0-9 2-15,0 9 1 0,0-9-1 0,-1 10-1 16,1-5 2-16,0 2 2 0,-1-2-4 0,-1 3 1 16,0-3-1-16,1 3-3 0,-1-1-2 0,-1 1 1 0,0-1-3 15,-1 0 0-15,1 2 0 0,-1-3-4 16,1 1-5-16,-3 0-13 0,0 0-10 0,1-1-10 15,-2 1-20-15,1-2-18 0,0 0-15 0,-1 1-33 0,1-2-25 16,0-2-27-16,0 2-149 0,0-1-341 0,2-3 152 16</inkml:trace>
          <inkml:trace contextRef="#ctx0" brushRef="#br1" timeOffset="-27037.797">-8107 3455 73 0,'0'0'158'0,"0"0"-20"0,-15 7-6 0,11-5-17 0,0-1-13 16,-1 1-12-16,-1-1-23 0,1-1-34 0,-1 1-39 16,1 0-58-16,-2-1-76 0,1 0-152 0,-1 0 68 15</inkml:trace>
          <inkml:trace contextRef="#ctx0" brushRef="#br1" timeOffset="-26698.1066">-8371 3453 90 0,'0'0'218'15,"0"0"-15"-15,0 0-10 0,0 0-8 0,0 0-5 16,0 0-12-16,5 16-8 0,-5-16-10 0,0 10-13 16,0-3-14-16,1 1-9 0,-1-2-9 0,0 3-11 15,0 0-7-15,0-1-8 0,0 0-8 0,0 0-8 16,-1 1-4-16,1-1-10 0,-2 0-23 0,0-1-25 16,0 1-39-16,-1-1-47 0,1-2-50 0,0-1-90 0,-1 0-121 15,0-1-374-15,-2 0 166 0</inkml:trace>
          <inkml:trace contextRef="#ctx0" brushRef="#br1" timeOffset="-25765.9976">-8532 3554 90 0,'0'0'179'0,"0"0"-13"0,0 0-16 16,7-13-13-16,-7 13-8 0,3-3-11 0,-3 3-4 15,5-1-14-15,-5 1-6 0,0 0-9 0,5-4-11 0,-5 4-6 16,0 0-6-16,6 0-11 0,-6 0-2 16,0 0-5-16,7 2 0 0,-7-2-8 0,3 4-2 15,-3-4-4-15,4 3-2 0,-4-3-2 0,3 6-12 0,-3-6-2 16,2 5-5-16,-2-5-4 0,2 7-3 16,-2-7-2-16,2 6-3 0,0-3-8 0,-2-3 1 0,2 5 2 15,-2-5 2-15,0 6-8 0,0-6 4 0,2 6 4 16,-2-6-10-16,1 6 8 0,-1-6 1 0,3 5 3 15,-3-5 1-15,1 5-3 0,-1-5 4 0,2 4-9 16,-2-4 7-16,1 5 3 0,-1-5-2 0,3 3-5 16,-3-3 7-16,2 4 0 0,-2-4-3 0,0 0-9 15,5 3 9-15,-5-3 4 0,4 1 3 0,-4-1-6 0,0 0 5 16,6 1-3-16,-6-1 3 0,0 0-11 0,6 0 12 16,-6 0 0-16,0 0-3 0,0 0 6 0,0 0 0 15,0 0-2-15,0 0 0 0,0 0 0 0,0 0 2 16,0 0-3-16,0 0 5 0,0 0 3 0,0 0-2 15,-17 0-2-15,11-1 0 0,-1 0 1 0,-1 0 4 16,-2 0-5-16,4 0 0 0,-5 0 0 0,0 0-3 16,2 1-4-16,-2-2 2 0,0-1 2 0,-1 2 2 15,2-2-1-15,-2 1-3 0,4-1 2 0,0 0 3 16,1 2-8-16,0-2 5 0,1 1 5 0,0-2 4 16,3 1-1-16,-2 0 4 0,2 0-1 0,-1 0 2 15,4 3 0-15,-4-5 5 0,4 5 1 0,-5-5 1 16,5 5 4-16,-2-5 7 0,2 5 7 0,0 0 2 15,-1-6 1-15,1 6 2 0,0 0 0 0,0 0 0 16,0 0-1-16,-2-6-1 0,2 6-1 0,0 0-2 0,0 0-5 16,0 0-1-16,0 0-3 0,0 0-5 0,0 0-2 15,0 0-5-15,0 0 1 0,0 0-2 0,0 0-2 16,0 0 0-16,0 0 2 0,0 0-5 0,0 0 4 16,0 0-3-16,0 0 1 0,0 0-1 0,0 0 5 15,0 0-6-15,4 15 4 0,-4-15-1 0,0 7 0 16,0-7 4-16,0 6 3 0,0-6-1 0,0 0-5 15,-1 11 1-15,1-11 2 0,0 6 2 0,0-6-4 16,-1 9-1-16,0-6 4 0,1-3-3 0,-3 6-3 16,3-6-6-16,-3 5 4 0,2-2-4 0,1-3 4 15,-5 5-4-15,1-1 2 0,-1-3-2 0,2 2-1 16,-1-2 3-16,1 3-2 0,-4-3-2 0,-1 2-2 16,1-3 3-16,0 2 0 0,-1-1-3 0,-3-1 1 0,-2 0-1 15,3-1-1-15,1 1-1 0,-4-1-1 16,1 0-1-16,1-1 1 0,-1 0-4 0,-1-2 2 15,2 1-5-15,-1-1-4 0,0-1-4 0,3 0-5 0,-2 1-5 16,3-1-2-16,-2 0-8 0,4-1-8 0,0 1-1 16,1-1-8-16,-1 0-17 0,3 0-19 0,1 0-19 15,0-1-34-15,1-1-29 0,1 8-47 0,3-12-152 16,-1 4-397-16,0 2 176 0</inkml:trace>
          <inkml:trace contextRef="#ctx0" brushRef="#br1" timeOffset="-25556.8723">-8741 3468 132 0,'0'0'210'0,"0"0"-18"0,0 0-17 0,0 0-12 15,0 0-15-15,0 0-8 0,0 0-14 0,0 0-12 16,-19 2-13-16,11 0-17 0,-3 0-3 0,4 0-9 15,-4 0-25-15,0 0-43 0,3 0-48 0,1-2-67 16,-1 1-162-16,2 0-295 0,2 0 131 0</inkml:trace>
          <inkml:trace contextRef="#ctx0" brushRef="#br1" timeOffset="-23753.8881">-8869 3265 47 0,'0'0'165'0,"0"0"-10"0,0 0-14 0,-10 15-16 0,3-9-10 16,-1 4-4-16,-1-2-9 0,2 2-10 0,-3 2-5 16,-2 0-11-16,0 2-13 0,2-4-13 0,1 0-14 15,-2 0-47-15,3 0-43 0,-2 0-163 0,0-1-235 16,0 0 104-16</inkml:trace>
        </inkml:traceGroup>
        <inkml:traceGroup>
          <inkml:annotationXML>
            <emma:emma xmlns:emma="http://www.w3.org/2003/04/emma" version="1.0">
              <emma:interpretation id="{24B4B402-F02B-49FA-A1DC-EF90F027D793}" emma:medium="tactile" emma:mode="ink">
                <msink:context xmlns:msink="http://schemas.microsoft.com/ink/2010/main" type="inkWord" rotatedBoundingBox="5023,14772 3772,14775 3771,14169 5022,14166"/>
              </emma:interpretation>
            </emma:emma>
          </inkml:annotationXML>
          <inkml:trace contextRef="#ctx0" brushRef="#br1" timeOffset="-20501.675">-9917 3517 26 0,'1'5'149'0,"-1"-5"-11"0,0 0-4 0,-2 10-10 15,2-10-8-15,-1 6-10 0,1-6-12 0,-1 8 1 16,-1-3-8-16,2-5-2 0,-3 8-6 0,1-5-3 16,2-3-6-16,-4 9-8 0,3-6 0 0,1-3-11 15,-5 5-5-15,2-3 1 0,3-2-7 0,-5 3-1 16,5-3-7-16,-7 2-8 0,4-1 1 0,3-1 6 16,-5 2-13-16,5-2 2 0,0 0 0 0,-8-2-4 15,8 2-6-15,-4-3 2 0,4 3-4 0,-5-5 1 16,5 5 1-16,-1-5-5 0,1 5-5 0,-2-8 9 15,2 8-4-15,-1-7-1 0,1 7 4 0,0-8-4 0,0 8 4 16,0 0-8-16,0-10 3 0,0 10-3 16,1-5 2-16,-1 5 1 0,2-6 3 0,-2 6-3 15,0 0 2-15,3-4-6 0,-3 4-3 0,0 0 4 0,0 0 0 16,5-2 0-16,-5 2 0 0,0 0 3 0,0 0-3 16,0 0 0-16,0 0 2 0,3 9-4 15,-3-9 6-15,-1 7-2 0,1-7-2 0,-1 8 0 0,1-8-5 16,-3 9 4-16,1-6 1 0,0 2 0 15,2-5 0-15,-4 7-3 0,1-2 1 0,1-3-1 16,-1 1-4-16,3-3-10 0,-5 5-3 0,0-3 2 0,5-2-5 16,-4 3 1-16,4-3-1 0,-9 0 8 0,9 0-6 15,-7-2 4-15,7 2 8 0,-7-4-2 0,3 3 0 16,4 1 2-16,-5-5 2 0,3 2-2 0,2 3 4 16,-3-5 7-16,3 5 7 0,-3-6 3 0,3 6 0 15,-4-7 1-15,4 7 5 0,0-5-1 0,0 5 9 16,0 0-4-16,-3-4-1 0,3 4-1 0,0 0-5 0,0 0 2 15,-3-5-6-15,3 5 2 0,0 0 2 0,0 0-7 16,0 0 3-16,0 0-5 0,0 0 4 16,0 0-4-16,0 0-1 0,0 0-4 0,0 0 6 0,0 0-4 15,0 0 0-15,1 18 0 0,-1-18 2 0,-1 8 0 16,1-4-1-16,-2 1 3 0,2-5-4 0,-3 9 1 16,0-6 0-16,3-3 0 0,-4 6 0 0,0-3 1 15,2 0-4-15,2-3 0 0,-8 3 2 0,6-1-5 16,2-2 7-16,-8 4-5 0,5-3-2 0,3-1-3 15,-7 0 2-15,7 0 0 0,-8-3-4 0,8 3-4 16,-7-2 4-16,4 0 5 0,3 2-6 0,-6-8 4 16,4 5-5-16,-2-1 4 0,3-2 0 0,-2 2 2 0,1-1-2 15,-1-2 0-15,1 0-1 0,0 0 3 16,0-3-2-16,1 3 5 0,1-2-3 0,-2 0 2 16,2 0 2-16,-1 3 3 0,0-1 11 0,1 7 5 0,0-11 2 15,-1 7 1-15,1 4 2 0,1-8 0 0,-1 8-1 16,0-6-1-16,0 6-4 0,0 0-3 15,0 0-3-15,0 0 0 0,0 0-1 0,0 0 0 0,0 0-3 16,0 0 3-16,0 0-4 0,0 0 0 0,0 0 1 16,0 0 2-16,4 21-4 0,-4-16 1 0,0-5-1 15,0 14 0-15,0-7-2 0,-2-1 1 0,0 1-2 16,0 0 4-16,-1-2-3 0,1 3 0 0,-2-1 1 16,0-1-1-16,-1 0 2 0,1-3-2 0,1 2-1 15,-2-1 0-15,2 0-2 0,-3 0 2 0,0-1-5 16,2-2 5-16,4-1-4 0,-8 2 1 0,1 0 1 15,3-2-2-15,4 0 1 0,-8 0 2 0,8 0-2 16,-7-2 1-16,7 2-4 0,-5-2 4 0,5 2-1 0,-7-1-1 16,7 1 6-16,-3-3-4 0,3 3 4 0,0 0 5 15,-5-3 0-15,5 3-2 0,-4-1 3 0,4 1 0 16,0 0-2-16,0 0-1 0,0 0-8 0,0 0 9 16,0 0-3-16,0 0-3 0,0 0-1 0,0 0 0 15,-5 5 1-15,5-5-4 0,0 0 4 0,0 0 2 16,4 15-9-16,-4-11 11 0,0 3-3 0,1 0-1 15,-1 1-3-15,-1 1 3 0,-1-2-1 0,2 3-1 16,-2-2 0-16,-2 4 0 0,1-3 0 0,0-1 1 0,0 0-2 16,-1 2-4-16,-1-5-8 0,1 3-7 15,0-3-13-15,0 2-11 0,-1-3-21 0,-1 1-26 16,3-2-11-16,-3 1-31 0,2-4-24 0,4 0-177 0,-7 0-359 16,7 0 160-16</inkml:trace>
          <inkml:trace contextRef="#ctx0" brushRef="#br1" timeOffset="-19934.893">-9999 3241 89 0,'0'0'187'0,"0"0"-11"0,-9 11-12 0,5-7-5 15,1 1-14-15,-2 2-13 0,1 0-8 0,-1 0-8 0,-1 3-12 16,-1-1-7-16,1 0 0 0,0 2-10 0,0-2-10 16,0 2-9-16,-3-1-7 0,2 0-4 15,0-2-5-15,-1 1-5 0,2-3-7 0,-1 0-13 0,2-1-20 16,1 1-25-16,-2-1-20 0,2-3-26 0,1 0-38 15,3-2-25-15,-5 3-167 0,5-3-319 0,0 0 141 16</inkml:trace>
          <inkml:trace contextRef="#ctx0" brushRef="#br1" timeOffset="-19758.158">-10113 3315 145 0,'-5'7'138'0,"4"-3"-13"0,1-4-13 0,-5 7-10 15,3-4-20-15,0 2-26 0,-1-2-27 0,3-3-46 0,-4 6-58 16,2-2-42-16,-2-2-125 0,4-2 55 0</inkml:trace>
          <inkml:trace contextRef="#ctx0" brushRef="#br1" timeOffset="-20077.8231">-10248 3456 77 0,'2'-6'254'0,"-2"6"-10"0,1-3-11 15,-1 3-19-15,0 0-14 0,3-5-17 0,-3 5-21 16,0 0-13-16,0 0-16 0,0 0-15 0,3-5-14 0,-3 5-23 16,0 0-31-16,0 0-40 0,0 0-52 15,0 0-62-15,0 0-82 0,0 0-128 0,0-7-339 16,0 7 150-16</inkml:trace>
          <inkml:trace contextRef="#ctx0" brushRef="#br1" timeOffset="-19356.3791">-10402 3408 136 0,'0'0'179'0,"0"0"-1"0,0 0-13 0,0 0-7 16,0 0 5-16,4 17-2 0,-3-12-9 0,0 2-12 16,0 0-7-16,-1 1-7 0,2 0-8 0,-2 0-10 15,0 2-9-15,0-2-14 0,1 0-6 0,-1 2-9 16,-1-2-6-16,1 0-28 0,0 0-23 0,-2-1-40 16,0 0-37-16,0 1-38 0,-1 0-30 0,1-1-43 15,-2 0-136-15,1-2-336 0,0 2 149 0</inkml:trace>
          <inkml:trace contextRef="#ctx0" brushRef="#br1" timeOffset="-19089.7153">-10466 3593 167 0,'0'0'173'16,"0"0"-9"-16,0 0-13 0,0 0-1 0,-5 9-7 0,5-9-7 15,0 0-6-15,1 9-8 0,-1-9-5 0,0 9-9 16,-1-4-6-16,1 1-9 0,0-6-5 0,-2 14-9 16,0-6-5-16,0 0-7 0,-1 0-9 0,0 1-1 15,0 2-4-15,0-2-6 0,-2-1-7 0,2 0-1 16,-1 1-7-16,0-2-3 0,0 1-2 0,1-2-4 16,-1 0-6-16,1-1-17 0,-1-1-23 0,2-1-17 15,-1 2-22-15,1-2-33 0,2-3-32 0,-4 5-30 16,4-5-174-16,-6 1-358 0,6-1 159 0</inkml:trace>
          <inkml:trace contextRef="#ctx0" brushRef="#br1" timeOffset="-22154.2922">-9525 3540 2 0,'0'0'152'0,"0"0"-20"0,0 0-5 0,0 0-10 16,0 0-14-16,0 0-3 0,0 0-9 0,-2 10-9 15,2-10-5-15,0 0-12 0,-3 8-8 0,3-8-2 16,-4 4-4-16,4-4-2 0,-4 5-7 0,4-5-3 16,-3 5-4-16,0-2-4 0,3-3-3 0,-4 5-11 15,2-2 4-15,2-3-1 0,-6 6-2 0,4-5-17 16,-2 2-4-16,4-3-3 0,-7 2-1 0,4 0 0 16,3-2-2-16,-8 1-5 0,8-1 3 0,-6-1-2 0,6 1 3 15,-8-2-1-15,8 2 4 0,-5-3 3 16,5 3-1-16,-4-5-4 0,1 3 7 0,3 2-9 15,-2-7 21-15,2 7-5 0,-1-6-4 0,1 6 14 0,-2-8 1 16,2 8 5-16,0-6-1 0,0 6-2 0,0 0 3 16,2-8 3-16,-2 8-1 0,0 0-5 0,1-5 1 15,-1 5-3-15,0 0-3 0,0 0-4 0,0 0 5 16,3-4-5-16,-3 4 2 0,0 0-5 0,0 0 2 16,0 0-4-16,0 0 4 0,0 0-8 0,0 0 5 15,5 12-2-15,-5-12 3 0,0 0 1 0,-2 9-7 16,2-9-1-16,-3 7 1 0,0-4-7 0,3-3-3 15,-4 6-7-15,0-3 1 0,2 0-11 0,2-3 6 0,-9 3-8 16,7-1 0-16,2-2 2 0,-7 4-4 16,7-4 3-16,-5 0 8 0,5 0-9 0,0 0 6 15,-8-4 3-15,8 4 1 0,-3-3 4 0,3 3 6 0,-4-5-6 16,4 5 11-16,-4-6-9 0,4 6 1 0,0-5 1 16,0 5 5-16,0 0 3 0,-1-10 5 0,1 10 6 15,0 0 2-15,0-7 6 0,0 7 1 0,0 0 2 16,0 0-8-16,1-8 6 0,-1 8 4 0,0 0 1 15,0 0-6-15,0 0 6 0,0-6 1 0,0 6-12 16,0 0 2-16,0 0-2 0,0 0-2 0,0 0-7 16,0 0 3-16,0 0 0 0,0 0 2 0,0 0 0 15,0 0 3-15,0 0-6 0,0 0 5 0,0 0-2 16,0 0-2-16,0 0-3 0,0 0 3 0,0 0-7 16,0 0 1-16,-4 19 7 0,4-19-2 0,-5 5 1 15,3-1-2-15,0-1-2 0,-1-1 0 0,-1 3-2 16,4-5 8-16,-5 4-10 0,1-2 5 0,4-2-1 15,-6 3 2-15,3-2 0 0,3-1-3 0,-7 2 3 16,3-1-2-16,4-1 1 0,0 0-1 0,-10-1-8 16,10 1 4-16,-6-3 1 0,2 2 5 0,4 1-4 0,-5-5 2 15,5 5-5-15,-4-5 7 0,2 2 0 0,2 3 0 16,-4-8-3-16,2 6 2 0,2 2 4 16,-4-8 0-16,4 8 8 0,-1-6 5 0,1 6 7 0,-2-6-1 15,2 6 2-15,-2-4 7 0,2 4 0 0,0 0-5 16,0 0-1-16,-2-6 3 0,2 6-3 0,0 0 0 15,0 0-7-15,0 0 3 0,0 0-4 0,0 0-4 16,0 0 2-16,0 0-3 0,0 0-7 0,0 0 8 16,0 0 0-16,0 0-4 0,0 0 0 0,0 0-2 0,0 0 0 15,0 0 3-15,0 0-6 0,0 0 3 0,0 0-4 16,0 0 1-16,0 0-3 0,0 0 4 16,0 0 2-16,2 21-2 0,-2-21 0 0,-1 7-2 0,1-7-7 15,-3 7 7-15,3-7-5 0,-2 7 4 0,1-4 1 16,1-3-5-16,-3 6 4 0,0-3-1 0,0 0-1 15,3-3 3-15,-6 4-5 0,0-2 4 0,0 1-2 16,2-3-2-16,-2 3 2 0,3-2-3 0,-3 1 0 16,6-2 0-16,-10 0 0 0,5-2 3 0,5 2 0 15,-9-3-1-15,3 1-2 0,2-1-2 0,1 1 0 16,-1-3 3-16,-1-1 0 0,2 2 0 0,2-1 0 16,-2-3 2-16,2 0 5 0,0 0-1 0,1-1-1 15,0 0 5-15,1-1 1 0,0 1 5 0,-1-2-3 16,3 2-1-16,-2 0-3 0,1 0-2 0,1 0-2 15,-2 1 2-15,1 2-1 0,-2 0 0 0,2 2-2 16,-2 4 3-16,2-9-16 0,-2 9-21 0,0-6-25 0,0 6-19 16,0 0-32-16,0 0-30 0,0 0-42 0,0 0-135 15,0 0-337-15,0 0 150 0</inkml:trace>
          <inkml:trace contextRef="#ctx0" brushRef="#br1" timeOffset="-21878.7002">-9777 3704 87 0,'2'3'214'15,"-2"-3"-15"-15,0 0-13 0,0 0-11 0,0 0-17 16,0 0-15-16,0 0-10 0,0 0-12 0,-15-1-14 0,15 1-13 16,-7-1-5-16,7 1-15 0,-7 1-5 0,3-1-9 15,4 0-19-15,-10-1-23 0,6 0-27 0,4 1-50 16,-7-1-29-16,7 1-63 0,-7 0-127 0,7 0-299 16,-6 2 133-16</inkml:trace>
          <inkml:trace contextRef="#ctx0" brushRef="#br1" timeOffset="-21598.8001">-9858 3797 16 0,'0'0'257'0,"0"0"-13"0,7-6-15 0,-7 6-19 16,4-4-18-16,-4 4-17 0,4-2-17 0,-4 2-15 15,0 0-15-15,4-6-19 0,-4 6-33 0,2-4-41 0,-2 4-53 16,0 0-53-16,1-7-75 0,-1 7-144 0,-3-7-314 15,3 7 139-15</inkml:trace>
          <inkml:trace contextRef="#ctx0" brushRef="#br1" timeOffset="-18589.5991">-10601 3569 54 0,'3'-7'136'0,"-3"7"-12"16,3-5-13-16,-1 2-7 0,-2 3-1 0,4-4-3 16,-4 4-14-16,4-5-3 0,-1 4-8 0,-3 1-9 15,5-4-17-15,-5 4 14 0,5-1-9 0,-5 1 1 16,5-2-8-16,-5 2 4 0,0 0-3 0,0 0 1 15,8 4-4-15,-5-3-2 0,-3-1-4 0,4 4-5 16,-4-4-1-16,3 6 0 0,-1-1-4 0,-2-5-6 0,1 6 3 16,-1-6 3-16,0 8-6 0,0-8 0 15,-1 7 0-15,1-7 4 0,-3 8-3 0,-2-5-2 16,2 1 1-16,-1-1 2 0,-1 0-3 0,0 2-1 0,-1-2-6 16,1 1-3-16,-2-1 7 0,1 1-4 0,-1-1-3 15,1-1 2-15,1 1-2 0,-2 1 2 16,2-2-4-16,1 1 1 0,-1-1 0 0,1 1-2 0,1 0-1 15,-1-1-8-15,4-2 12 0,-7 7-1 0,5-4 2 16,-1 1 2-16,1 2 2 0,0-1 0 0,0 0 2 16,0 2 2-16,1 0-5 0,-1 2 9 0,2 0 3 15,-1 3-4-15,0-2-1 0,2-1 0 0,-2 3 0 16,1-1-5-16,0-2 4 0,1 0-8 0,-1 1-6 16,-1-2 6-16,1 0-4 0,0-1-9 0,-1-1-20 15,0 0-31-15,1-6-35 0,-1 10-39 0,1-5-39 16,-2-1-191-16,-1 1-383 0,3-5 170 0</inkml:trace>
          <inkml:trace contextRef="#ctx0" brushRef="#br1" timeOffset="-18289.745">-10776 3643 19 0,'0'0'256'16,"2"-3"-25"-16,-2 3-19 0,0 0-20 0,3-7-17 16,-3 7-19-16,0 0-17 0,0 0-17 0,3-4-28 15,-3 4-43-15,0 0-58 0,0 0-64 0,0 0-191 16,0 0-284-16,0 0 127 0</inkml:trace>
        </inkml:traceGroup>
      </inkml:traceGroup>
    </inkml:traceGroup>
    <inkml:traceGroup>
      <inkml:annotationXML>
        <emma:emma xmlns:emma="http://www.w3.org/2003/04/emma" version="1.0">
          <emma:interpretation id="{59247BAF-FF61-4A6D-9632-A3ADD1301894}" emma:medium="tactile" emma:mode="ink">
            <msink:context xmlns:msink="http://schemas.microsoft.com/ink/2010/main" type="paragraph" rotatedBoundingBox="4462,13028 14683,13039 14682,13634 4461,1362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5A1D1D6-BA5E-4E35-8D4D-94A9CEDB8BA3}" emma:medium="tactile" emma:mode="ink">
              <msink:context xmlns:msink="http://schemas.microsoft.com/ink/2010/main" type="line" rotatedBoundingBox="4462,13028 14683,13039 14682,13634 4461,13624"/>
            </emma:interpretation>
          </emma:emma>
        </inkml:annotationXML>
        <inkml:traceGroup>
          <inkml:annotationXML>
            <emma:emma xmlns:emma="http://www.w3.org/2003/04/emma" version="1.0">
              <emma:interpretation id="{D4E69A92-6A06-4AB7-8D8F-BDE2C4C05AE6}" emma:medium="tactile" emma:mode="ink">
                <msink:context xmlns:msink="http://schemas.microsoft.com/ink/2010/main" type="inkWord" rotatedBoundingBox="4462,13028 5971,13030 5970,13605 4461,13603"/>
              </emma:interpretation>
            </emma:emma>
          </inkml:annotationXML>
          <inkml:trace contextRef="#ctx0" brushRef="#br1" timeOffset="-106586.2782">-8941 2678 166 0,'7'-9'237'0,"-7"9"-18"0,0 0-22 16,2-6-15-16,-2 6-18 0,0 0-17 0,3-5-19 15,-3 5-20-15,0 0-35 0,2-5-49 0,-2 5-64 16,0 0-68-16,-2-8-142 0,2 8-271 0,-3-8 121 15</inkml:trace>
          <inkml:trace contextRef="#ctx0" brushRef="#br1" timeOffset="-106758.9758">-8858 2588 58 0,'0'0'191'0,"0"0"-13"0,0 0-11 0,0 0-17 16,-9 4-12-16,9-4-15 0,-5 0-8 0,5 0-15 16,-9 1-11-16,4-1-8 0,5 0-8 0,-8 0-7 15,1 0-13-15,2 1-23 0,1 0-29 0,-3 0-29 16,7-1-44-16,-8 1-181 0,3-1-272 0,5 0 120 0</inkml:trace>
          <inkml:trace contextRef="#ctx0" brushRef="#br1" timeOffset="-107027.3434">-8583 2413 139 0,'0'0'132'0,"0"0"-12"15,5 10-6-15,-5-10-3 0,1 6-9 0,-1-6-7 16,0 0-9-16,0 8-11 0,0-8-1 0,0 0-4 16,-2 9-9-16,2-9-1 0,-4 6-9 0,4-6-5 15,-4 6-3-15,1-3 1 0,1 0-12 0,2-3-4 16,-7 3 1-16,3 0 0 0,0-1-5 0,0 0-6 15,4-2-7-15,-9 2-4 0,6-2-6 0,3 0-4 0,-8 0 3 16,8 0-3-16,-6-1-2 0,6 1 4 0,-8-2-2 16,6-1-3-16,2 3 4 0,-5-4-1 0,5 4-2 15,-1-5 5-15,1 5 0 0,0-7 4 0,0 7 2 16,0 0 5-16,0-9-4 0,0 9 10 0,0-7-4 16,0 7 0-16,0 0 1 0,0-7-2 0,0 7-1 15,0 0 2-15,0 0 3 0,0 0-11 0,1-8-1 16,-1 8 2-16,0 0-2 0,0 0-4 0,0 0 5 15,0 0 0-15,0 0-2 0,0 0-1 0,0 0 3 16,0 0 1-16,0 0-8 0,0 0 6 0,0 0-2 16,0 0 4-16,-3 20-7 0,3-20 2 0,-3 7-5 15,1-5-3-15,2-2-8 0,-4 6 2 0,1-3-5 0,3-3 1 16,-5 3-17-16,5-3 9 0,-4 3-7 16,4-3 11-16,0 0-8 0,-7 0 1 0,7 0-1 15,0 0 4-15,0 0 2 0,-11-3 2 0,11 3 3 0,-3-4-4 16,3 4 3-16,-4-4 4 0,1 2 3 0,3 2 5 15,-3-7-3-15,3 7 7 0,-2-5 1 0,2 5 9 16,0 0 1-16,0 0 7 0,0-8-8 0,0 8 7 16,0 0 4-16,0-8 1 0,0 8-5 0,0 0 5 15,0 0 1-15,0 0-3 0,1-6 3 0,-1 6-5 0,0 0 0 16,0 0-4-16,0 0-1 0,0 0 4 16,0 0-6-16,0 0 3 0,0 0-3 0,0 0 1 15,0 0-5-15,0 0 4 0,0 0-1 0,0 0-1 0,-9 15-3 16,7-13-1-16,2-2 2 0,-3 6 1 0,0-3 1 15,3-3-3-15,-5 4 3 0,2 0-5 0,-1-2 1 16,0 0-4-16,4-2-3 0,-9 5-3 0,4-4-4 16,1 1 1-16,-2-1-11 0,3 2-2 0,3-3-8 15,-10 1-4-15,7-1 7 0,3 0-6 0,-7-1 6 16,7 1 2-16,-9-3 4 0,5 0 2 0,0 1-1 16,4 2 2-16,-6-6 9 0,4 4 5 0,2 2 3 15,-6-9 10-15,4 6 9 0,2 3 1 0,-2-7 3 0,1 3 9 16,1 4 4-16,-3-8 1 0,3 8 3 15,-1-8-1-15,1 8 6 0,-1-7 0 0,1 7 1 16,0 0-2-16,0 0-3 0,0-6-2 0,0 6-2 0,0 0-7 16,0 0-1-16,0 0-3 0,0 0 0 0,-2-6-5 15,2 6 2-15,0 0 0 0,0 0-4 16,0 0-3-16,0 0-3 0,0 0 1 0,0 0-2 0,0 0 2 16,0 0-5-16,4 19 2 0,-4-19-2 0,-1 7 5 15,1-7-4-15,-2 9 3 0,2-9-7 0,-3 9 3 16,3-6 0-16,-2 3-1 0,0-3 1 0,2-3-4 15,-5 8-1-15,2-5 5 0,-1 1-3 0,1-1 0 16,-2 0-4-16,-1 0 6 0,1-1-2 0,0-1 0 16,0 0 0-16,0 1 1 0,5-2-3 0,-9 0 0 15,4-2 1-15,5 2-1 0,-10-1-2 0,8-2 1 16,2 3 3-16,-8-5 7 0,5 1 1 0,1 0 5 0,-1-2 12 16,1 1 8-16,2-1 2 0,0-3-2 15,2-3 3-15,0 1 0 0,1 2 1 0,0-3-1 16,0 0-6-16,1 0 1 0,-1-3-2 0,1 0-5 0,-1 2 2 15,2-1-6-15,-2 5-2 0,0-2-2 0,0 3-1 16,-1 0-7-16,0 2 1 0,-1 0-17 16,-1 6-17-16,2-8-29 0,-2 8-35 0,0-5-43 0,0 5-53 15,0 0-191-15,0 0-402 0,0 0 178 0</inkml:trace>
          <inkml:trace contextRef="#ctx0" brushRef="#br1" timeOffset="-105343.7778">-9072 2420 96 0,'0'0'155'0,"0"0"-8"0,0 0-9 16,0 0-8-16,4 17-9 0,-4-17-5 0,0 0-9 15,-3 7-4-15,3-7-11 0,-1 6-8 0,1-6-7 16,-1 6-7-16,1-6 0 0,-3 6-8 0,0-4-9 16,3-2 0-16,-5 6-8 0,3-2-3 0,2-4 1 15,-6 4-11-15,6-4-8 0,-5 2-1 0,2 0 3 0,3-2-14 16,-6 1 2-16,6-1-2 0,-6 0-5 16,6 0-4-16,-5-4 5 0,5 4-8 0,-6-3 4 15,6 3 0-15,-3-6-2 0,3 6-5 0,-3-6 4 0,3 6 1 16,-2-7 8-16,2 7-6 0,-1-7-1 0,1 7 1 15,-1-8 6-15,1 8-6 0,0 0 7 16,-1-7-4-16,1 7-1 0,0 0 2 0,2-7 1 0,-2 7-2 16,0 0 1-16,0 0-2 0,2-5-1 0,-2 5-3 15,0 0 6-15,0 0-2 0,2-5 0 0,-2 5 0 16,0 0-3-16,0 0-3 0,0 0 1 0,0 0 3 16,0 0-3-16,0 0 2 0,0 0-3 0,0 0 2 15,0 0 0-15,0 0-3 0,0 0 4 0,0 18-7 16,0-18 3-16,-4 6 6 0,4-6-3 0,-3 5 3 15,3-5-5-15,-5 5-4 0,2-2-7 0,3-3-11 16,-5 4-4-16,1-2 0 0,4-2-2 0,-7 3-9 16,4-3-5-16,3 0 0 0,-8 2 2 0,8-2-22 0,-8 1 6 15,3-1 10-15,5 0 7 0,-8-3 0 0,4 2 9 16,4 1-6-16,-8-5 9 0,5 3 3 0,0 0 7 16,3 2 9-16,-6-6 9 0,6 6-3 0,-4-5 4 15,4 5 2-15,-3-6-2 0,3 6 10 0,-1-6-2 16,1 6 8-16,0 0 1 0,-1-7 1 0,1 7-3 15,0 0 0-15,-1-5 2 0,1 5-23 0,0 0 20 16,0 0 3-16,0 0-3 0,0 0-2 0,0 0 1 16,0 0-19-16,0 0 18 0,0 0-1 0,0 0 1 15,0 0-4-15,0 0 5 0,0 0-2 0,0 0-2 16,0 0-5-16,0 0 5 0,-6 13-12 0,5-8 12 16,1-5-5-16,-6 7 2 0,4-4 0 0,-1 0-4 15,3-3 4-15,-5 8-3 0,2-5 0 0,3-3 1 16,-4 5-7-16,4-5 2 0,-6 2-3 0,2 0-3 15,4-2-10-15,-5 2-1 0,5-2-4 0,-8 1-6 16,8-1 2-16,-9-2-1 0,9 2-5 0,-7-3 2 0,4 1 3 16,0-2 4-16,-2 1-5 0,1-1 6 15,0-2-6-15,1 0 4 0,0-1 10 0,1 1-11 0,0-1 12 16,-1 1 1-16,0-1-1 0,1-1 4 0,-1 1-1 16,3-1 0-16,-1 1 6 0,1-1 11 0,0 8-14 15,-1-13 19-15,0 8 3 0,1-1 6 16,0 6 2-16,-1-9 0 0,1 9 1 0,-1-6-2 0,1 6-2 15,0 0 8-15,-1-7-7 0,1 7-1 0,0 0-3 16,0 0-3-16,0 0-4 0,0 0 3 0,0 0 1 16,0 0-11-16,0 0 16 0,0 0-1 0,0 0-1 15,0 0-3-15,0 0 1 0,0 0 1 0,0 0-3 16,-1 22 7-16,-1-14-6 0,2-2 4 0,-3 2 0 16,2 0-4-16,-2 1 2 0,0-1-3 0,-2 1 1 15,1-2-2-15,0 0-2 0,-1 1-1 0,-1-2 4 16,0 2-5-16,0-3-2 0,0 0-2 0,-1 0 1 0,0 1-2 15,1-1-1-15,1-4 5 0,-2 2-9 0,1 0 0 16,2-2 3-16,-1 0-5 0,5-1 1 16,-10-1-2-16,5 0 1 0,5 1 2 0,-7-3 5 0,3 0-2 15,4 3 0-15,-6-1-4 0,6 1 3 0,-5-3 1 16,5 3 9-16,-4-4-1 0,4 4 3 0,0 0 4 16,0 0-2-16,-4-2-1 0,4 2-1 0,0 0-3 0,0 0 1 15,0 0-3-15,0 0-1 0,0 0-1 16,0 0-2-16,0 0 2 0,-3 7 1 0,3-7 1 15,0 8-1-15,0-8 2 0,1 8 5 0,-1-8-4 0,0 11-4 16,0-6 1-16,0-5 1 0,-1 11 2 16,0-4-4-16,0 0 1 0,-2-1 4 0,1 1-4 0,-2 0-2 15,1-1 2-15,-1 2-2 0,-1-3 1 0,0 2-2 16,0-1 4-16,-2 1-7 0,-1-1-1 0,0 1-4 16,2-2-9-16,0 0-13 0,-1-1-13 0,1-1-14 15,2-1-22-15,-1 0-24 0,5-2-43 0,-7 1-198 16,7-1-367-16,0 0 162 0</inkml:trace>
          <inkml:trace contextRef="#ctx0" brushRef="#br1" timeOffset="-104019.4896">-9868 2395 123 0,'1'-2'136'0,"-1"2"-10"0,4-5-13 0,-4 5-10 16,2-5-9-16,-2 5-6 0,6-5-7 0,-3 3-8 16,-3 2-6-16,7-1 4 0,-7 1-12 0,4-1-8 0,-4 1 2 15,6 0-10-15,-6 0-3 0,0 0-7 0,5 0 3 16,-5 0-3-16,0 0-3 0,0 0 0 16,6 2-3-16,-6-2-2 0,0 0-4 0,-2 7-1 0,2-7 1 15,0 0-8-15,0 0 2 0,-4 12-1 16,2-9 1-16,0 0-8 0,-3 1 2 0,2-1 5 15,3-3-2-15,-7 6-9 0,4-3 8 0,-2-1 0 0,0 2 0 16,0-2 1-16,-2 1 3 0,2 0 0 0,-2 0 0 16,3-1-5-16,-1 0 6 0,0 2 0 0,-1-1-1 15,3 0 1-15,-1-1 4 0,-1 2-2 0,2-1 3 16,-1 1 7-16,1-1-1 0,0 0 1 0,1 2-2 16,0-1-7-16,0 2 12 0,1-1-4 0,-1 0-3 15,2-5 1-15,0 16 2 0,0-9 5 0,2 1-2 16,-1 1 1-16,0-1-4 0,0 2-2 0,1-2-4 15,-1 1 2-15,0 0-7 0,0 0-2 0,1 0 2 0,-1-1-2 16,0 0-25-16,0 1-16 0,-2 0-27 0,1 0-28 16,-1-1-37-16,-2-1-44 0,1-1-167 15,0 0-357-15,-1-2 158 0</inkml:trace>
          <inkml:trace contextRef="#ctx0" brushRef="#br1" timeOffset="-104499.4407">-9716 2467 31 0,'0'0'179'16,"0"0"-8"-16,0 0 7 0,-1 12-12 0,1-12-8 16,-2 10-3-16,1-4-8 0,-1-1-3 0,-1 3-9 15,0-1-4-15,0 4-13 0,-1-3-10 0,0 3-9 16,1-1-12-16,-3-1-4 0,2 0-11 0,-1-2-5 15,2 1-10-15,-1-1-7 0,-2 0-6 0,1-2-22 16,0-1-33-16,1 1-36 0,-1-2-42 0,1-1-63 16,0 1-199-16,-1-2-379 0,5-1 167 0</inkml:trace>
          <inkml:trace contextRef="#ctx0" brushRef="#br1" timeOffset="-104818.8067">-9649 2268 2 0,'0'0'204'16,"0"0"-14"-16,0 0-14 0,0 0-2 0,0 0 0 0,0 0-2 15,0 0-7-15,0 0-7 0,0 0-8 0,1 19-1 16,-1-11-9-16,0 0-10 0,0 0-10 0,-1 0-9 16,1 1-9-16,-2 1-7 0,1 0-12 0,1 2-7 15,-1 0-9-15,-1 0-4 0,0-2-10 0,1-1-15 16,-1 3-31-16,1 1-30 0,1-4-34 0,-3 0-47 15,1 0-45-15,1-1-51 0,-2 0-178 0,2-3-409 16,0 2 181-16</inkml:trace>
          <inkml:trace contextRef="#ctx0" brushRef="#br1" timeOffset="-105102.3331">-9486 2333 194 0,'4'-6'256'0,"-2"4"-11"0,-2 2-14 0,1-4-23 16,-1 4-18-16,0 0-16 0,2-5-20 0,-2 5-16 16,0 0-30-16,0 0-34 0,0 0-56 0,0 0-54 15,0 0-70-15,0 0-202 0,0 0-334 0,0 0 147 16</inkml:trace>
          <inkml:trace contextRef="#ctx0" brushRef="#br1" timeOffset="-103308.06">-9260 2182 123 0,'-3'3'128'0,"-1"-1"-19"0,-2 1-6 15,1 1-12-15,-2 1-24 0,0-2-27 0,0 2-49 0,0-1-100 16,1-1-118-16,-2 1 53 0</inkml:trace>
          <inkml:trace contextRef="#ctx0" brushRef="#br1" timeOffset="-103498.5443">-9089 2103 56 0,'-6'5'168'0,"1"2"-10"0,-4 2 8 0,0-1-19 16,-1 1-12-16,-1 1-5 0,-2 1-12 0,3-1-13 16,-2 0-5-16,2-1-13 0,-4 2-8 0,4-1-8 0,-2-2-9 15,3-1-9-15,-1-1-22 0,1 0-25 0,2-1-15 16,-1-2-24-16,1 0-36 0,0 0-27 16,2-1-149-16,-2-1-264 0,3-1 117 0</inkml:trace>
          <inkml:trace contextRef="#ctx0" brushRef="#br1" timeOffset="-102840.1416">-10080 2472 212 0,'0'0'306'0,"0"0"-26"0,0 0-23 0,0 0-29 16,0 0-24-16,0 0-18 0,0 0-23 0,0 0-15 0,0 0-42 15,0 0-53-15,0 0-76 0,0 0-67 0,0 0-74 16,0 0-147-16,-6 0-338 0,6 0 150 0</inkml:trace>
        </inkml:traceGroup>
        <inkml:traceGroup>
          <inkml:annotationXML>
            <emma:emma xmlns:emma="http://www.w3.org/2003/04/emma" version="1.0">
              <emma:interpretation id="{08BFC837-7F2C-415D-91A8-A56CA7BFA3CD}" emma:medium="tactile" emma:mode="ink">
                <msink:context xmlns:msink="http://schemas.microsoft.com/ink/2010/main" type="inkWord" rotatedBoundingBox="6115,13092 7227,13093 7226,13627 6114,13625"/>
              </emma:interpretation>
            </emma:emma>
          </inkml:annotationXML>
          <inkml:trace contextRef="#ctx0" brushRef="#br1" timeOffset="-110159.3309">-8131 2194 160 0,'0'0'220'0,"2"-7"-11"16,1 5-4-16,-3 2-4 0,4-6-1 0,-4 6-13 0,3-4-12 15,-3 4-15-15,3-5-22 0,-3 5-11 0,3-3-15 16,-3 3-10-16,0 0-19 0,0 0-34 16,0 0-51-16,4-1-72 0,-4 1-88 0,0 0-187 0,0 0-377 15,0 0 167-15</inkml:trace>
          <inkml:trace contextRef="#ctx0" brushRef="#br1" timeOffset="-110313.5826">-8055 2285 157 0,'0'0'193'0,"0"0"-16"0,0 0-12 0,0 0-12 16,0 0-10-16,0 0-15 0,-18-3-8 0,14 3-15 15,-3 0-10-15,7 0-8 0,-11 0-8 0,2-2-11 16,4 4-16-16,-2-4-20 0,1 2-23 0,-1-1-30 15,2-1-25-15,-2 0-29 0,4 0-44 0,3 2-132 16,-8-5-271-16,7 4 120 0</inkml:trace>
          <inkml:trace contextRef="#ctx0" brushRef="#br1" timeOffset="-108793.4371">-7971 2590 276 0,'0'0'273'0,"4"-3"-19"0,-4 3-18 16,0 0-22-16,0 0-23 0,3-5-17 0,-3 5-21 15,3-2-18-15,-3 2-25 0,0 0-43 16,0 0-72-16,3-4-98 0,-3 4-227 0,0 0-356 0,0 0 157 16</inkml:trace>
          <inkml:trace contextRef="#ctx0" brushRef="#br1" timeOffset="-111023.1439">-7960 2395 101 0,'0'0'176'0,"4"-8"-16"15,-4 8-16-15,0 0-10 0,0 0-5 0,0 0-13 16,0 0-4-16,0 0-6 0,0 0-5 0,0 0-9 16,0 0-7-16,0 0-7 0,0 0-5 0,0 0-6 15,2 18-6-15,-2-18-8 0,0 0-4 0,0 8-6 16,0-8-5-16,-2 6-4 0,2-6-1 0,-2 5-3 16,2-5 0-16,-2 5-6 0,2-5-2 0,-2 7 0 15,-1-5-2-15,3-2-5 0,-3 5-2 0,3-5 0 16,-5 5-1-16,5-5-2 0,-4 2 1 0,4-2-6 15,-4 4-8-15,4-4-2 0,-5 1-3 0,5-1-6 16,0 0 0-16,-7-3-3 0,7 3 1 0,-5-3 3 16,5 3-1-16,-7-5 3 0,4 2-1 0,3 3 2 15,-6-5-2-15,5 1 2 0,-2 0 3 0,3 4 0 0,-2-6-3 16,2 6 3-16,-3-8 6 0,2 4-2 0,1 4-2 16,0-8 5-16,0 8-1 0,0 0 0 0,0-9 5 15,0 9-1-15,1-6 3 0,-1 6 0 0,0 0-1 16,0 0 1-16,2-5-2 0,-2 5 0 0,0 0-4 15,0 0 1-15,0 0 5 0,0 0-8 0,0 0 5 16,0 0-2-16,0 0-1 0,0 0 0 0,0 0 3 16,0 0-3-16,0 0 1 0,0 0 0 0,0 0 2 15,-3 23-3-15,2-20 1 0,1-3 1 0,-4 8-2 16,3-4 3-16,1-4 0 0,-3 8-7 0,0-6-2 16,3-2-5-16,-4 7-3 0,2-4-4 0,2-3 3 0,-6 3-7 15,3-1-8-15,3-2-8 0,-7 1 3 0,7-1 3 16,0 0 4-16,-8-3 0 0,8 3 5 0,-7-3-3 15,5-1 5-15,2 4 0 0,-4-5 5 0,3 0-5 16,1 5 9-16,-2-8-4 0,2 8 11 0,-2-7 2 16,2 7 8-16,0-7 1 0,0 7 4 0,0-6-3 15,0 6 1-15,0 0 3 0,0-9 0 0,0 9 1 16,0 0-3-16,0 0 2 0,0 0-5 0,0 0 2 16,0-6 0-16,0 6-2 0,0 0 2 0,0 0 1 0,0 0 4 15,0 0-3-15,0 0 4 0,0 0-2 16,0 0-5-16,0 0 2 0,0 0 2 0,0 0-5 0,0 0 2 15,0 0-2-15,0 0 4 0,2 18-7 0,-2-18 4 16,0 0 1-16,0 9-8 0,0-9 0 0,0 0 6 16,-3 8-1-16,2-4 2 0,1-4-3 0,-2 6-4 15,2-6 0-15,-4 7 2 0,1-5 1 0,3-2 6 16,-5 6-8-16,3-3 1 0,-2 1 3 0,1-2 0 16,-1 1-6-16,0-2 1 0,4-1-1 0,-6 3-1 15,1-2 5-15,5-1-1 0,-6 1-4 0,6-1 6 16,-6 2-5-16,6-2 2 0,0 0 0 0,-7-2 0 0,7 2-1 15,0 0-1-15,-5-4 3 0,5 4-2 16,0 0 0-16,-4-3-2 0,4 3 2 0,-2-4-2 16,2 4 1-16,0 0 1 0,-2-6 2 0,2 6-1 0,0 0-1 15,-3-6 2-15,3 6-4 0,0 0 2 0,-1-7-5 16,1 7 8-16,-2-5-2 0,2 5-2 0,0 0 2 16,0 0 1-16,0 0 3 0,1-9 2 0,-1 9-6 15,0 0 7-15,1-6-3 0,-1 6 2 0,0 0 3 16,1-6 2-16,-1 6-3 0,0 0 2 0,1-6-2 15,-1 6 0-15,0 0 2 0,0 0 0 0,1-4-7 16,-1 4 8-16,0 0-2 0,0 0 0 0,0 0 2 16,0 0-2-16,2-6-2 0,-2 6 2 0,0 0-5 15,0 0 2-15,0 0-3 0,0 0 2 0,0 0 0 16,0 0-5-16,0 0 1 0,0 0 2 0,0 0-3 16,0 0 3-16,0 0-2 0,0 0 1 0,0 0-2 0,0 0 6 15,0 0-1-15,0 0-4 0,0 0 2 0,0 0-2 16,0 0 3-16,0 0-1 0,0 0-4 0,-1 19 2 15,1-19-3-15,0 0 5 0,-1 9-1 0,1-9 3 16,0 0-7-16,-1 7 3 0,1-7-1 0,-2 5 5 16,2-5-1-16,-1 5-1 0,1-5-4 0,-3 6 0 15,3-6-2-15,-2 5 4 0,2-5-5 0,-3 5 3 16,3-5 3-16,-2 5-3 0,2-5 0 0,-6 2-1 16,6-2 0-16,-5 4-3 0,1-3-1 0,4-1-2 15,-8 1-1-15,8-1 5 0,-7 0-6 0,7 0 5 16,-8-2 0-16,2 2-2 0,-1-2-1 0,7 2 1 15,-10-3 1-15,4 2 4 0,3 0-6 0,3 1 5 0,-9-2-3 16,9 2-1-16,-7-2 1 0,3 0 2 16,4 2-2-16,-4-2 2 0,4 2 1 0,-5-2 0 0,5 2 3 15,0 0-1-15,-6-1-3 0,6 1 1 0,0 0-1 16,0 0 1-16,-5-2 1 0,5 2-2 0,0 0 1 16,0 0 3-16,0 0-3 0,0 0 3 0,0 0 0 15,0 0 0-15,0 0-4 0,-1 8 5 0,1-8-7 16,0 0 6-16,0 0-1 0,4 9 0 0,-4-9-1 15,1 8-1-15,1-4 5 0,-2-4-4 0,3 8 3 0,-3-4-4 16,2 0 5-16,-2-4-3 0,2 9 3 16,-1-6-4-16,1 2 3 0,-2-5 3 0,1 9-3 0,0-4 1 15,-1-5-3-15,0 9 1 0,0-9-2 16,0 5 4-16,0-5-1 0,0 0 2 0,-2 8-8 16,2-8 2-16,-2 3-1 0,2-3-10 0,-4 2-5 0,4-2-2 15,0 0 1-15,0 0-2 0,-10-3-6 0,10 3 1 16,-6-3 4-16,1 0-2 0,5 3 2 0,-4-6-5 15,1 3 0-15,0-1-2 0,3 4 6 0,-5-7 4 16,3 5-1-16,-1-2 6 0,3 4-1 0,-2-7-1 16,2 7 3-16,-3-7 1 0,3 7 2 0,-2-8 1 15,2 8 1-15,-2-7-4 0,2 7 4 0,0-6 0 16,0 6 3-16,-3-7 2 0,3 7-4 0,-1-9 7 16,1 9-7-16,-3-6 1 0,3 6 4 0,-3-3-2 0,3 3-3 15,-5-3 9-15,5 3 1 0,-3-3 0 16,3 3-3-16,0 0 3 0,-9 1-2 0,9-1 1 15,-8 2 2-15,3-1 9 0,1 1-10 0,-2 1 4 0,0-1-3 16,0 0-1-16,-1 2 3 0,2-1 4 0,-1 1 5 16,0-1 1-16,1 1-6 0,1 0 3 0,0-2 2 15,4-2 1-15,-4 6 2 0,2-2 3 0,2-4 4 16,-3 8 3-16,3-3 4 0,0-5 1 0,0 9 1 16,2-3 7-16,-2-6 8 0,2 10 8 0,1-3 8 15,-1 1-1-15,1-1-2 0,0 1-3 0,1-1 0 16,0 2 0-16,-1-1 2 0,0 2-4 0,2-3-7 15,-3 5-4-15,1-4 0 0,0 1-8 0,1-1-1 0,-1 1-4 16,0 0-2-16,-1-1-7 0,-1-1-8 0,0 0-23 16,1 0-30-16,-2-7-38 0,0 7-44 0,1-3-43 15,-1-4-57-15,2 5-161 0,-2-5-412 0,0 0 182 16</inkml:trace>
          <inkml:trace contextRef="#ctx0" brushRef="#br1" timeOffset="-115837.8283">-7535 2424 19 0,'3'-2'135'0,"0"-1"7"0,1 1-13 0,0-1-6 15,1 1-8-15,-1 0-2 0,2-3-11 0,-1 2-4 16,-1 2-6-16,1-1-6 0,-1 1-10 0,-4 1-3 16,8 0-8-16,-8 0-9 0,7 0-15 0,-7 0 6 15,7 0 0-15,-7 0-7 0,5 3-3 0,-3-1-3 16,-2-2-1-16,4 5-9 0,-3-2 1 0,-1-3-4 16,2 7 4-16,-2-7-9 0,-2 8 3 15,2-8-8-15,-1 8 1 0,1-8-3 0,-6 6 1 0,3-5 1 16,-2 2-3-16,1-1-8 0,4-2-11 0,-11 1 6 15,4 1-24-15,3-2 16 0,-3 1-12 0,2-1 4 16,5 0-1-16,-10 0 9 0,6-1-16 0,4 1 13 16,-8-2 4-16,5 0 1 0,3 2 2 0,-5-5 0 15,2 2-8-15,3 3 12 0,-4-8 3 0,2 4 1 16,2 4-2-16,-3-9 5 0,2 5 3 0,1 4-1 16,-1-8 5-16,1 8 0 0,-2-6 12 0,2 6-3 0,-2-7-1 15,2 7 2-15,-2-5 1 0,2 5-1 16,0 0-4-16,0 0-2 0,0 0-5 0,0 0 4 15,0 0-4-15,0 0 0 0,0 0-1 0,0 0 4 0,0 0-2 16,0 0 3-16,0 0-7 0,0 0 4 0,0 0 1 16,0 0-2-16,0 0 4 0,0 0-3 0,3 20 0 15,-3-20 1-15,0 0-2 0,-2 5 1 0,2-5 0 16,0 0-1-16,-2 7-6 0,2-7 5 0,-3 5-4 16,3-5 2-16,-3 5-1 0,3-5-2 0,-4 3-2 15,4-3 4-15,-3 4 3 0,0-2-9 0,3-2-5 0,-7 4 8 16,4-2-3-16,3-2-5 0,-6 1-5 0,6-1-5 15,-7 1-4-15,7-1-5 0,-8 0-5 16,8 0 0-16,-7-3 8 0,2 1-2 0,1 0-4 0,0 0 1 16,0-3-2-16,1 2 3 0,-1-1 2 15,-1 0 1-15,1-1-3 0,0 0 9 0,1-2 0 16,0 0 9-16,-2 0 1 0,2 1-7 0,1-1 7 0,-2 0-1 16,3-1 3-16,-2 1 0 0,1-1-8 0,1 1 19 15,1-1 1-15,0 0 5 0,0 8 3 0,-3-11 8 16,3 11 4-16,0-8 3 0,0 8 5 0,-1-7 3 15,1 7-2-15,0-6 7 0,0 6 1 0,0 0 1 16,0-7-3-16,0 7-6 0,0 0-1 0,0 0 1 16,0 0-5-16,0 0 2 0,0 0 2 0,0 0 2 15,0 0-1-15,0 0 0 0,0 0 2 0,0 0 4 16,0 20 2-16,0-13 3 0,0-1 7 0,0 3-5 0,0-2 2 16,0 2 1-16,0 0 3 0,-2 1-6 15,2-1 5-15,0 2-3 0,1 1 2 0,-2 0-4 16,2-3 0-16,-1 5-4 0,-1-2-3 0,3 0-1 0,-3 0 1 15,-2 0-5-15,2-2-4 0,0-1-2 0,-2 0 1 16,1 1-10-16,-1-2 7 0,1 0-8 0,-2 0-1 16,1-1-2-16,-1-2 2 0,-1 2-5 0,1-2-3 15,-1 0 3-15,0-1-3 0,-1 1-1 0,0-2-2 16,0-2 0-16,-1 2 1 0,1-2-4 0,-1-1-2 16,0-1-1-16,0 1-4 0,-1-2-2 0,1 1-3 15,-1-3-2-15,1 2 1 0,0-3-7 0,0 1 1 16,1-1-8-16,-1-2 3 0,3 1-11 0,-1-1 0 15,1 0-9-15,1 0-6 0,-1-1-14 0,4-1-13 0,0 1-19 16,0 1-13-16,3-2-20 0,-1 0-29 0,1 1-33 16,2 0-43-16,-2 0-137 0,3 2-396 15,-1-2 176-15</inkml:trace>
          <inkml:trace contextRef="#ctx0" brushRef="#br1" timeOffset="-116908.8936">-7344 2476 44 0,'-6'0'101'0,"6"0"-7"0,-6 0-4 0,6 0-12 15,0 0-7-15,-7-2-7 0,7 2-4 0,-4-3-2 16,4 3-12-16,0 0 4 0,-3-4-7 0,3 4-5 15,0 0-5-15,0 0-1 0,1-9 5 0,-1 9 1 16,0 0-2-16,3-6-4 0,-3 6-7 16,4-5 5-16,-4 5 1 0,5-5 2 0,-5 5-6 0,5-4 4 15,-2 3-3-15,-3 1 6 0,6-2 2 0,-6 2-4 16,5-1 0-16,-5 1 0 0,0 0-3 0,7 3 4 16,-7-3-2-16,5 3 2 0,-5-3-1 0,3 5 1 15,-1-1 4-15,-2-4 8 0,0 8 1 0,0-2-4 16,0-6 4-16,-1 11 1 0,1-3 3 0,-1-1-6 15,-1 0-1-15,-1 0-3 0,-1 1-4 0,0-2-1 16,-1 1-2-16,-1 0-3 0,0-2-14 0,-1 0-28 16,-1 0-43-16,1-1-47 0,1-1-51 0,-2 0-160 0,1-2-339 15,-1 0 151-15</inkml:trace>
        </inkml:traceGroup>
        <inkml:traceGroup>
          <inkml:annotationXML>
            <emma:emma xmlns:emma="http://www.w3.org/2003/04/emma" version="1.0">
              <emma:interpretation id="{169DEEA3-C8AB-42A5-B0F0-D041D714C6E3}" emma:medium="tactile" emma:mode="ink">
                <msink:context xmlns:msink="http://schemas.microsoft.com/ink/2010/main" type="inkWord" rotatedBoundingBox="7362,13146 9565,13148 9564,13532 7361,13530"/>
              </emma:interpretation>
            </emma:emma>
          </inkml:annotationXML>
          <inkml:trace contextRef="#ctx0" brushRef="#br1" timeOffset="-121371.5327">-5969 2402 138 0,'0'0'142'0,"0"0"-6"0,0 0-10 16,0 0-1-16,0 0-15 0,0 0 0 0,0 0-12 15,0 0-5-15,-3 18-8 0,1-14-2 0,2-4-6 16,-3 6-8-16,-1-4-6 0,4-2-6 0,-4 5-6 16,4-5-4-16,-5 4-2 0,3-2-2 0,2-2-7 15,-6 2-2-15,6-2-5 0,-5 2-1 0,5-2-6 16,-7 0 3-16,7 0-4 0,-8-2-3 0,4 0 2 16,0-1 9-16,-1 0 4 0,5 3-5 0,-7-6 0 15,1 1 3-15,3 2 0 0,1-3 2 0,-1 2-3 16,3 4 3-16,-6-9 3 0,4 4-2 0,-1 1 1 15,3 4 1-15,-4-6 0 0,4 6-3 0,-4-5 1 0,4 5-5 16,-4-3-1-16,4 3-5 0,-4-1-3 16,4 1-1-16,0 0-2 0,-8 1 1 0,8-1-1 0,-5 2-7 15,1 1 0-15,1 0-2 0,3-3-6 16,-7 5-8-16,4-1-13 0,0-1-13 0,3-3-16 16,-4 7-19-16,1-3-31 0,0-1-28 0,3-3-36 0,-3 8-187 15,0-3-379-15,0-1 168 0</inkml:trace>
          <inkml:trace contextRef="#ctx0" brushRef="#br1" timeOffset="-121227.33">-6147 2577 87 0,'0'0'252'0,"0"0"-9"0,11-7-18 16,-11 7-19-16,0 0-20 0,5-5-17 0,-5 5-18 15,0 0-13-15,3-3-20 0,-3 3-35 0,0 0-41 16,0-6-61-16,0 6-64 0,0 0-81 0,0 0-109 16,-6-8-295-16,2 7 131 0</inkml:trace>
          <inkml:trace contextRef="#ctx0" brushRef="#br1" timeOffset="-121026.5484">-6253 2323 101 0,'0'0'194'0,"0"0"1"0,0 0 2 0,0 0-7 15,0 0-10-15,0 0-15 0,0 0-5 0,2 19-14 16,-2-13-5-16,0 2-6 0,-1 0-5 0,1 0-13 15,-1-2-9-15,1 3-7 0,-1-1-13 0,0 1-6 16,1-2-9-16,-2 2-8 0,-1-1-7 0,2 1-22 16,-1-2-30-16,-1 1-39 0,2-1-42 0,-3 0-56 15,2-3-52-15,-2 1-192 0,1-1-406 0,0 0 181 0</inkml:trace>
          <inkml:trace contextRef="#ctx0" brushRef="#br1" timeOffset="-120737.8571">-6369 2394 16 0,'0'0'155'0,"0"0"-11"16,0 0-8-16,0 0-11 0,0 0-2 0,0 0-13 15,0 0-2-15,-1 14-7 0,1-14 3 0,0 0-11 16,1 11 2-16,-1-11-3 0,1 5-8 0,-1-5-6 15,1 7-8-15,-1-7-2 0,0 6-11 0,0-6-1 16,0 0-7-16,-1 7-2 0,1-7-3 0,-3 5-6 16,3-5 1-16,-6 1-4 0,2 1-6 0,4-2-6 0,-9 3 1 15,3-4-3-15,-1-1-3 0,1 2 0 0,-1 0-11 16,0-2-14-16,1 2-14 0,-1-1-22 16,1 0-21-16,6 1-40 0,-10-4-53 0,5 3-146 0,1 0-326 15,4 1 144-15</inkml:trace>
          <inkml:trace contextRef="#ctx0" brushRef="#br1" timeOffset="-120510.4805">-6371 2541 149 0,'0'0'196'0,"0"0"-12"0,0 0-14 16,0 0-12-16,0 0-16 0,0 0-13 0,-12 2-15 16,12-2-8-16,-11 0-15 0,7 0-13 0,-3-1-30 15,7 1-25-15,-10-1-32 0,4 1-27 0,1-2-49 16,5 2-158-16,-9-3-264 0,6 2 117 0</inkml:trace>
          <inkml:trace contextRef="#ctx0" brushRef="#br1" timeOffset="-119746.8089">-6475 2387 95 0,'0'0'149'0,"0"0"-5"0,0 0 1 0,0 0-11 15,0 0 1-15,0 0-11 0,0 0-14 0,0 0 3 16,0 0-4-16,0 0-11 0,0 23-4 0,0-23-4 16,-1 9-7-16,1-5-5 0,0-4-7 0,-3 9-2 15,2-4-8-15,-1 1-7 0,1-1-3 0,1-5-8 16,-4 10-1-16,3-5-1 0,-2-1-5 0,0 0-1 15,0 0-9-15,0-1-1 0,-1-1-1 0,1 1-3 16,-3-1-7-16,2 0-6 0,-2-1-5 0,0-1-10 16,6 0-1-16,-12-1-5 0,7-1 3 0,0 0-8 15,0-1-1-15,-1-1 4 0,1 0 0 0,1 0 2 16,0 0 3-16,1 0-4 0,0-2 4 0,0 0 2 0,1 1 1 16,-1-1 0-16,2 1 3 0,1 5-3 0,-2-10-1 15,1 4 13-15,1 6-3 0,0-8 5 16,0 8 4-16,-2-6 6 0,2 6-6 0,0 0 3 0,0-7 0 15,0 7 2-15,0 0-6 0,0 0 4 0,0 0-2 16,0-8-1-16,0 8-2 0,0 0 2 0,0 0-4 16,0 0-6-16,0 0 6 0,0 0 2 0,0 0-1 15,0 0-2-15,0 0-3 0,7 13 2 0,-7-13 1 16,-1 8-2-16,1-8 0 0,-3 7 2 0,1-3-2 16,-1 0-3-16,-1 1 0 0,1-1 4 0,-1 0-4 15,0 0 1-15,-1-2-3 0,1 3-9 0,-3-2-7 16,2-1 0-16,-1 0-3 0,2-1 3 0,-2 0 3 0,6-1 0 15,-9 2 1-15,3-2 0 0,6 0 3 0,-10 0-1 16,5-2 0-16,5 2 2 0,-7-2 3 16,7 2 1-16,-6-2 0 0,6 2 7 0,-6-2 3 0,6 2 5 15,-3-3 2-15,3 3 8 0,0 0-1 0,-6-3 4 16,6 3 0-16,0 0-4 0,0 0-5 0,0 0-2 16,0 0 1-16,0 0-3 0,0 0 1 0,0 0 2 15,0 0 0-15,-3 8-3 0,3-8 0 0,0 9 3 16,0-3-4-16,0-6 2 0,0 12-2 0,-2-5 2 15,-1 2 0-15,1-3 0 0,0 2-2 0,-2 0-5 16,1 1 6-16,-3 0-1 0,0-2-2 0,-1 2-1 16,-1 1 0-16,0-3-2 0,0 1 3 0,0-1-2 15,1-1 0-15,0-2-7 0,0 0-17 0,2-1-12 16,1-1-21-16,0 0-29 0,0-2-34 0,4 0-41 16,0 0-197-16,0 0-381 0,-7-6 169 0</inkml:trace>
          <inkml:trace contextRef="#ctx0" brushRef="#br1" timeOffset="-124328.7275">-4987 2425 47 0,'4'12'155'0,"-4"-12"-9"15,0 0-16-15,0 7-9 0,0-7-5 0,0 0-6 16,-2 8-4-16,2-8-11 0,-3 4-4 0,3-4-7 0,0 0-12 16,0 8-6-16,0-8-6 0,0 0-8 0,-2 7-3 15,2-7-5-15,-1 5-6 0,1-5-1 16,-2 4-7-16,2-4-1 0,-4 3-4 0,4-3 5 0,-6 3-9 16,6-3-3-16,-6 1-3 0,6-1 1 0,-8 0-3 15,8 0-1-15,-6-1 1 0,6 1-5 0,-7-3 0 16,7 3 1-16,-5-4 0 0,1 3-4 0,4 1 1 15,-4-6 1-15,2 4-3 0,2 2 3 0,-3-7 4 16,3 7 2-16,0-9 7 0,0 9 10 0,0-11-4 16,2 3 8-16,-1 1 8 0,1-1 2 0,0-1-1 15,0-1 0-15,2-2 0 0,-2-1-4 0,1 1 5 16,0 2-8-16,0 2 7 0,-2 0-2 0,1 0-6 16,1 1 0-16,-2 4-8 0,-1 3-4 0,2-8-3 0,0 5-9 15,-2 3-14-15,0 0-15 0,2-6-22 0,-2 6-26 16,0 0-29-16,0 0-35 0,0 0-42 0,0 0-176 15,0 0-376-15,0 0 167 0</inkml:trace>
          <inkml:trace contextRef="#ctx0" brushRef="#br1" timeOffset="-124124.3142">-5131 2587 81 0,'0'0'279'0,"0"0"-16"16,0 0-22-16,0 0-16 0,0 0-25 0,0 0-21 15,0 0-20-15,0 0-24 0,0 0-39 16,11-10-43-16,-11 10-61 0,0 0-65 0,0 0-70 0,-3-10-139 16,3 10-304-16,-5-7 134 0</inkml:trace>
          <inkml:trace contextRef="#ctx0" brushRef="#br1" timeOffset="-123432.6693">-5240 2390 104 0,'3'5'180'0,"-3"-5"0"0,3 5-14 0,-2-1-7 16,-1-4-9-16,4 7-5 0,-2-4-15 16,1 0-3-16,-1 2-4 0,0 1-3 0,0-3-6 15,1 1-11-15,-3-4-7 0,4 8-15 0,-2-3-1 0,-2 1-5 16,0-6-8-16,2 10-9 0,-1-6-3 0,-1-4-7 16,-1 8 1-16,1-8-6 0,-2 10-5 0,0-6-1 15,-1-2-2-15,3-2-5 0,-4 7-4 0,1-5-2 16,3-2-4-16,-8 5-4 0,5-3 0 0,3-2-10 15,-8 1-9-15,8-1-11 0,-7-1-7 0,7 1 3 16,-9-4-5-16,3 3-3 0,1-2-9 0,-1-1-4 16,1 0-3-16,-1 2 1 0,1-2-1 0,-1-2-2 15,1 2-5-15,1-1 6 0,0 1-1 0,1-3-5 16,-1 2-2-16,2-2 4 0,0 2-13 0,2 5 6 16,-1-9 1-16,1 9 15 0,0-10-3 0,1 5 9 15,-1 5-3-15,2-8 9 0,0 3-4 0,0 1 7 16,-2 4 4-16,3-7-2 0,0 5 6 0,-3 2 10 0,4-5-7 15,-4 5 16-15,5-4-7 0,-2 3 7 0,-3 1 2 16,4-3-1-16,-4 3 8 0,5-2-2 0,-5 2-2 16,0 0 0-16,6 5 2 0,-6-5 3 0,1 5-1 15,-1-5-4-15,2 7 2 0,-2-3 1 0,0-4 2 16,-1 11-3-16,1-11-1 0,-2 10 0 16,1-6 1-16,-1 4 1 0,-1-2 2 0,1 0-1 0,-2 0 2 15,-1-2-2-15,0 0-2 0,-1 1 0 0,0-1-1 16,0-3 1-16,-2 2-5 0,1-1 5 0,-1 0-7 15,0-1 6-15,0-1-4 0,-2-1 2 0,4 1 0 16,-2-1-2-16,1-1-3 0,0 0 3 0,1-1 4 16,1 0 3-16,1 0 3 0,-1-2 7 0,3 3-1 0,0-3 6 15,2 5 6-15,-4-11 1 0,4 5 3 16,0 6-2-16,2-14 3 0,0 6-1 0,0-2 7 16,1-1-6-16,-1 3-2 0,2-5-6 0,1 2-4 0,-1-2-5 15,1 2 6-15,-2 3-6 0,0-1 0 0,1 3-5 16,-2 1-3-16,0 0-3 0,-2 5-15 0,2-5-16 15,-2 5-23-15,0 0-34 0,0 0-42 0,0 0-47 16,0 0-199-16,0 0-394 0,0 0 174 0</inkml:trace>
          <inkml:trace contextRef="#ctx0" brushRef="#br1" timeOffset="-122599.0721">-5510 2425 47 0,'0'0'136'0,"7"7"-3"15,-7-7-16-15,0 0-17 0,0 0-11 0,0 0-1 16,-2 10-13-16,2-10-10 0,-2 5-3 0,2-5-12 15,-4 5 1-15,4-5-6 0,-4 4-10 0,4-4-4 16,-5 5-12-16,2-4-8 0,3-1-14 0,-6 2 3 16,6-2-5-16,-6 0 5 0,6 0-3 0,-6 0 4 15,6 0 2-15,-5-3-10 0,5 3 9 0,-3-5 0 16,3 5 0-16,-3-6 0 0,3 6 13 0,-3-6 11 16,3 6-9-16,-1-7 9 0,1 7 2 0,0-9 6 15,0 9 9-15,0-8-2 0,0 8 6 0,0 0-2 0,1-8 2 16,-1 8-5-16,0 0-2 0,1-7-9 15,-1 7 3-15,0 0-5 0,0 0-4 0,0 0-4 16,3-2-4-16,-3 2 0 0,0 0-1 0,0 0-2 0,0 0-1 16,0 0 1-16,4 12-5 0,-4-12 1 15,0 0-3-15,-5 11 6 0,5-11-10 0,-4 6 3 16,2-1 0-16,0-1-5 0,-3-1-9 0,1 0-3 16,0 0-4-16,-1 1 2 0,-1-3-21 0,3 1 3 0,-2-1 2 15,5-1-3-15,-11 0 11 0,11 0 2 0,-9-1 0 16,4 0 1-16,5 1-1 0,-7-2 2 0,4-2 2 15,3 4 2-15,-4-5 5 0,2 1-15 0,-2 1 23 16,4 3 3-16,-3-6 9 0,3 6 1 0,-3-4 12 16,3 4-3-16,0 0 7 0,-3-5-1 0,3 5 4 15,0 0 1-15,0 0 6 0,-2-5-5 0,2 5 2 16,0 0 2-16,0 0-3 0,0 0-2 0,0 0 8 16,0 0-2-16,0 0 6 0,0 0-1 0,0 0 4 15,0 0-4-15,0 0 3 0,12 7-2 0,-12-7-4 16,3 5-3-16,-3-5-4 0,1 7-3 0,0-3-1 15,0 1-4-15,-1-5-2 0,1 9 3 0,-1-5-10 16,2 1 2-16,-1 1-3 0,0 0 2 0,0 2-7 16,-1-1 4-16,0-2 0 0,0 2 0 0,-2 1 0 15,2-1 0-15,-1 1-4 0,1-2 4 0,-1 1-2 16,-1 1-2-16,2-4 3 0,-2 1 2 0,-1-1-4 0,1 0 2 16,-3 1-5-16,-1 0 0 0,3-3 1 0,-2 2-1 15,0 0 2-15,-1-2-3 0,1 0-1 0,-1 1-1 16,1-2-2-16,-3-1-2 0,1 1 3 0,2 0-1 15,-2 0 1-15,0-3-1 0,0 2-5 0,-1-1 5 16,1 1-4-16,-1-3 1 0,-1 1 1 0,0 0-3 16,0-3-1-16,1 1-3 0,-2 0-2 0,2-3 2 15,0 3-3-15,2-2 0 0,-1-1-3 0,1 0-2 16,1 1-4-16,-1-2-2 0,2 0-9 0,1 0-6 16,0 0-11-16,2-1-16 0,-1-1-25 0,3 1-26 0,0 0-35 15,2-2-24-15,0 2-186 0,0 0-385 16,1 1 170-16</inkml:trace>
          <inkml:trace contextRef="#ctx0" brushRef="#br1" timeOffset="-122253.7772">-5540 2303 16 0,'0'0'206'0,"0"0"-6"0,0 0-14 0,0 0-12 16,0 0-13-16,0 0-13 0,-16-5-14 0,16 5-10 15,-9 0-10-15,9 0-16 0,-9-1-5 0,6 0-9 16,3 1-10-16,-8-3-8 0,6 1-7 0,2 2-6 16,-6-5 0-16,4 2-7 0,2 3-8 0,-3-9-1 0,2 5-5 15,1 4-4-15,0-10-4 0,0 10-3 16,1-10-4-16,0 4-20 0,1 1-25 0,0 1-31 15,-2 4-45-15,2-8-43 0,-2 8-178 0,2-6-350 0,-2 6 155 16</inkml:trace>
          <inkml:trace contextRef="#ctx0" brushRef="#br1" timeOffset="-119470.2827">-6489 2303 104 0,'2'-4'270'0,"-2"4"-5"0,3-3-12 16,-3 3-15-16,4-5-17 0,-4 5-18 0,2-4-21 15,-2 4-21-15,0 0-14 0,2-3-21 0,-2 3-38 0,0 0-58 16,0 0-77-16,0 0-81 0,-7-7-225 0,7 7-381 16,-6-2 169-16</inkml:trace>
          <inkml:trace contextRef="#ctx0" brushRef="#br1" timeOffset="-119206.8127">-6575 2304 127 0,'0'0'197'0,"0"0"-12"0,0 0-8 0,0 0-15 15,0 0-15-15,0 0-12 0,0 0-10 0,0 0-6 16,0 0-11-16,0 0-6 0,-17-2-14 16,17 2-10-16,-12 0-7 0,8 0-6 0,-2 0-26 0,6 0-41 15,-11 0-52-15,8 1-73 0,-4-2-164 0,7 1-315 16,0 0 141-16</inkml:trace>
          <inkml:trace contextRef="#ctx0" brushRef="#br1" timeOffset="-118231.0003">-6861 2419 163 0,'0'0'163'0,"0"0"-14"15,0 0-16-15,0 0-8 0,0 0-5 0,0 0-9 16,0 0-6-16,0 0-6 0,0 0-5 0,0 0-5 16,0 0-10-16,0 0-8 0,6 16-4 0,-6-16-4 15,0 5-4-15,0-5-8 0,0 7 2 0,0-7-9 16,0 8-4-16,0-8-2 0,-3 6-6 0,3-6 0 16,-4 6-5-16,2-3-3 0,-1 0 0 15,3-3-3-15,-6 3-5 0,3 0 0 0,-1-2-2 0,4-1-8 16,-8 3-7-16,8-3-7 0,-9 0-6 0,5 1-3 15,4-1 1-15,-8-2-3 0,4-1-2 0,4 3-1 16,-7-7-2-16,4 5 10 0,0-4-1 0,0 2 0 16,0-1-2-16,1 0 1 0,-1 1 7 0,1-2 7 15,2 6-2-15,-4-8 10 0,3 4 3 0,1 4 9 0,-3-8 2 16,2 3 6-16,1 5 2 0,-2-7 2 0,2 7-1 16,-2-7 3-16,2 7-1 0,0-6 4 0,0 6 1 15,0 0 0-15,0 0-2 0,0 0-4 0,0 0-2 16,0 0-2-16,0 0-1 0,0-7-1 0,0 7-6 15,0 0-1-15,0 0 2 0,0 0-4 0,0 0 1 16,0 0-3-16,0 0 3 0,0 0 1 0,0 0-2 16,0 0 4-16,0 0-3 0,0 0-1 0,0 0 2 15,5 19-5-15,-4-15 1 0,-1-4-2 0,0 7 1 16,0-7-1-16,0 8 3 0,0-8-3 0,-3 8 3 0,2-4 0 16,-1 1-2-16,-1-1 1 0,1 1-1 0,2-5 0 15,-6 6 1-15,1-3-1 0,-1 2 2 16,1-4-3-16,-2 3 2 0,1-2-4 0,-1 0 3 0,0 1-4 15,-1-2 1-15,1-1-5 0,-4 1 5 0,-2-2-5 16,6 1 2-16,-4 0 2 0,0-1-5 0,0-2 1 16,2 1 2-16,-2-3-8 0,0 1 1 0,1 1 1 15,1-2-12-15,0 1-12 0,0-1-9 0,1 2-9 16,3-3-9-16,-1 2-19 0,1-2-16 0,1 0-20 16,1 1-13-16,1-1-16 0,2 1-31 0,0-3-34 15,0 8-112-15,1-12-337 0,1 4 149 0</inkml:trace>
          <inkml:trace contextRef="#ctx0" brushRef="#br1" timeOffset="-117844.2321">-6873 2304 225 0,'1'-4'246'0,"-1"4"-21"16,0 0-15-16,3-5-25 0,-3 5-14 0,0 0-17 16,2-4-18-16,-2 4-23 0,0 0-37 0,0 0-42 15,0 0-50-15,0 0-63 0,0 0-84 0,0 0-91 16,0 0-273-16,0 0 122 0</inkml:trace>
          <inkml:trace contextRef="#ctx0" brushRef="#br1" timeOffset="-118048.0548">-7032 2307 90 0,'0'0'161'0,"0"0"-14"16,0 0-10-16,-20 0-14 0,15 1-11 0,5-1-13 15,-9 0-7-15,5 1-12 0,4-1-7 0,-8 1-21 16,8-1-19-16,-4 1-34 0,4-1-49 0,0 0-142 16,0 0-207-16,0 0 92 0</inkml:trace>
        </inkml:traceGroup>
        <inkml:traceGroup>
          <inkml:annotationXML>
            <emma:emma xmlns:emma="http://www.w3.org/2003/04/emma" version="1.0">
              <emma:interpretation id="{B26202BA-B8BC-48F2-92A7-847A45D92A41}" emma:medium="tactile" emma:mode="ink">
                <msink:context xmlns:msink="http://schemas.microsoft.com/ink/2010/main" type="inkWord" rotatedBoundingBox="9712,13168 11365,13170 11364,13622 9711,13620"/>
              </emma:interpretation>
            </emma:emma>
          </inkml:annotationXML>
          <inkml:trace contextRef="#ctx0" brushRef="#br1" timeOffset="-130892.7134">-3331 2268 120 0,'0'0'184'0,"0"0"-7"0,0 0-8 0,0 0-7 16,0 0-14-16,-6 11-5 0,6-11-13 0,-1 7-6 15,1-1-6-15,-1 0-8 0,1-6-6 0,-1 13-12 16,0-6-7-16,0 2-6 0,1-1-10 0,0 4-2 16,0-2-9-16,0-1-5 0,-2-1-12 0,2 1-35 15,0 2-35-15,-3 1-45 0,1-4-75 0,-2 1-183 16,1-1-359-16,-2 3 160 0</inkml:trace>
          <inkml:trace contextRef="#ctx0" brushRef="#br1" timeOffset="-130623.7872">-3441 2460 156 0,'0'0'190'15,"0"0"-3"-15,0 0-17 0,0 0 3 0,0 0-5 16,2 19-10-16,-2-19 8 0,-1 13-10 0,1-6-2 15,-2 2 1-15,1-2-11 0,-1 2-7 0,1 1-8 16,-2-1-9-16,1-1-13 0,0 1-14 0,-1-1-1 16,0 0-13-16,0-1-7 0,-1 1-8 0,1-3-7 15,-1 3-13-15,-2-2-16 0,4-2-24 0,-3 1-34 16,2 0-46-16,-2-2-51 0,1-2-37 0,0 1-60 16,-1-1-173-16,0 1-431 0,5-2 191 0</inkml:trace>
          <inkml:trace contextRef="#ctx0" brushRef="#br1" timeOffset="-130118.1083">-3599 2392 19 0,'6'-6'134'0,"-3"4"-13"16,0 1-9-16,-3 1-5 0,7-2-9 0,-7 2-11 15,6-3-5-15,-6 3-13 0,6-1-2 0,-6 1-20 16,7 1 9-16,-7-1-1 0,0 0-9 0,6 2 3 0,-6-2-3 16,5 3-1-16,-5-3-12 0,3 3 0 0,-3-3-1 15,2 4-2-15,-2-4-2 0,0 0-5 0,0 8-4 16,0-8 1-16,0 0-2 0,-3 7 0 0,3-7-9 15,-4 6 6-15,2-2-7 0,2-4 6 0,-6 5-7 16,3-2 3-16,-2 0-2 0,2 0-1 0,-3-1-1 16,0 1-2-16,0 0 2 0,1 1-1 0,-3-1 2 15,2 0 5-15,1 0 3 0,0-1 9 0,-1 1-3 16,-1-2 6-16,2 2-2 0,1 0-1 0,-1-1 9 16,1 1-7-16,0 0 3 0,4-3-1 0,-5 3 3 0,2 0-1 15,3-3 4-15,-4 7-3 0,2-3-3 16,2-4 2-16,-2 8 5 0,1-2 5 0,0-1 2 15,1-5-3-15,-2 13 1 0,2-6 5 0,0 1-2 0,0 0 2 16,0 0 0-16,0 1-1 0,0-1-3 16,0 1-3-16,0 0-3 0,0 0-2 0,-1 1-3 0,1 0-4 15,0 0-4-15,-2-1 2 0,2 0-4 0,-1-2-11 16,-1 0-25-16,2 1-26 0,-1-2-41 0,-1-1-51 16,2-5-34-16,-4 8-216 0,1-5-415 0,1-1 183 15</inkml:trace>
          <inkml:trace contextRef="#ctx0" brushRef="#br1" timeOffset="-131173.0563">-3231 2382 38 0,'0'0'184'15,"0"0"-12"-15,0 0-12 0,0 0-6 0,0 0-10 16,0 0-3-16,0 0-10 0,0 0-8 0,0 0-10 16,0 0-9-16,11 12-5 0,-9-10-6 0,0 2-6 15,2 0-6-15,-1 0-4 0,0 0-6 0,-2 1-3 0,2-2 3 16,0 1-4-16,0 0 1 16,0 0 0-16,-1 1-6 0,1-2-6 0,-1 2-3 0,-2-5-7 15,1 7-1-15,-1-7-8 0,2 8 1 0,-2-8-6 16,0 0-3-16,-4 10-4 0,1-8 2 0,0 1-6 15,3-3-2-15,-6 4-8 0,2-1-19 0,0-2-28 16,-1 1-37-16,1 0-49 0,-3-2-53 0,0 1-226 0,1-1-433 16,0-2 192-16</inkml:trace>
          <inkml:trace contextRef="#ctx0" brushRef="#br1" timeOffset="-129015.9885">-3596 2434 65 0,'0'0'131'0,"0"0"-7"0,0 0-11 0,0 0 5 16,-3-5-8-16,3 5-1 0,0 0-5 0,-2-5-8 15,2 5-6-15,0 0 2 0,-1-6-3 0,1 6-1 16,0 0-7-16,-1-7-6 0,1 7-6 0,0 0-7 16,4-9-6-16,-1 6-10 0,0-1-30 0,0 1-36 15,0-2-64-15,0 0-51 0,0 1-115 16,0-3-269-16,-2 2 119 0</inkml:trace>
          <inkml:trace contextRef="#ctx0" brushRef="#br1" timeOffset="-129649.775">-3814 2542 49 0,'0'0'135'0,"-7"-1"6"0,7 1-15 15,-6 0-9-15,6 0-17 0,-7-2-7 0,7 2-2 16,-3-4-10-16,3 4 0 0,-5-3-10 0,5 3-13 15,-3-4 0-15,3 4-4 0,0 0 3 0,-1-7-14 16,1 7-5-16,0-6 0 0,0 6-8 0,0 0 1 16,1-9-5-16,-1 9-1 0,4-5-1 0,-4 5-7 15,4-6 7-15,-3 3-5 0,-1 3-12 0,6-2 17 16,-6 2 1-16,4-2-1 0,-4 2-2 0,0 0 0 16,7 0 1-16,-7 0 3 0,5 2-6 0,-5-2-5 15,5 5 4-15,-4-2 5 0,1 1-5 0,1 1 9 16,-2-1-4-16,1 0 12 0,-1 2 0 0,1 2 4 15,-2 1-4-15,-2-2 2 0,2 0-3 0,-3 1-1 16,-1-1-2-16,-1 0-1 0,-2 2-5 0,-1-1-2 16,-2 0-14-16,0 0-15 0,0-2-21 0,1 1-35 15,2-3-38-15,0 0-42 0,3-1-192 0,0-1-360 0,4-2 159 16</inkml:trace>
          <inkml:trace contextRef="#ctx0" brushRef="#br1" timeOffset="-127782.6307">-4033 2461 43 0,'0'0'182'0,"0"0"-11"0,0 0-14 0,0 0-9 15,0 0-6-15,0 0-8 0,0 0-16 0,0 0-9 16,0 0-10-16,13 10-6 0,-11-6-3 0,-2-4-6 15,3 9-6-15,-1-4-11 0,-2-5-2 0,2 8-7 16,-2-3-6-16,0 0-6 0,0-5-3 0,-2 7-4 16,2-7-3-16,-2 7-4 0,0-2-1 0,2-5-2 15,-5 4-7-15,2-2-2 0,3-2-5 0,-6 2-9 16,6-2-8-16,-6 0-7 0,6 0-7 0,0 0 0 16,-5-6 0-16,5 6 1 0,-4-7-4 0,4 3-5 0,0 4 3 15,-2-9 2-15,2 3 0 0,0 6 1 16,0-12 7-16,1 7 0 0,-1 5 2 0,0-9-3 0,0 3 6 15,0 6-1-15,1-9 2 0,-1 3 3 0,0 6 1 16,0-7-7-16,0 7 7 0,-1-7 5 0,1 7-3 16,0 0 6-16,0 0-5 0,-1-9 2 0,1 9 1 15,0 0-5-15,0 0 7 0,-3-2-6 0,3 2 2 16,0 0-3-16,-9 1 2 0,9-1 2 0,-6 4-2 16,2-2 1-16,-1 1 2 0,0 0-5 0,0 0 1 15,-2-1 3-15,2 2 0 0,-2-1-4 0,3 0 5 16,-1 2-5-16,-2-1 2 0,2 0-4 0,1 1 8 15,-1-2-5-15,2 1 1 0,-1 0-5 0,1 0 0 16,0 0 2-16,1-1 1 0,1 2-1 0,1-5-2 16,-3 6 4-16,3-6 2 0,-1 8-4 0,1-8 4 0,0 0-4 15,3 9 1-15,-3-9-2 0,2 3 5 16,-2-3 3-16,3 4 7 0,-3-4 1 0,6 3-4 16,-3-1 2-16,0 1 5 0,3-1-2 0,-3 1-3 0,1-1 2 15,0 0-3-15,0 0 0 0,-4-2 0 0,5 4-2 16,-2-2 0-16,-3-2 2 0,2 4-5 15,-2-4 4-15,2 3-4 0,-2-3 4 0,0 0 0 0,0 0-1 16,0 8 7-16,0-8 9 0,0 0-6 0,-7 7 2 16,3-3 0-16,0-2-2 0,0 1-1 0,-1-1-3 15,0 0 1-15,-1 2-1 0,0-2 4 0,-1 0-3 16,0 1 3-16,0-1-2 0,0-1-5 0,-1-1-5 16,0 1 4-16,0 0-2 0,0-1 1 0,-1-1-2 15,-1 0-1-15,2 1 2 0,0-3-4 0,0 0-3 16,1 0 4-16,-1-1 2 0,2 1-4 0,1-2-2 15,1-1 0-15,0 0 0 0,1-1-4 0,3 2-2 0,-2-2-13 16,1-1-5-16,1 1-15 0,2-1-25 0,-1 0-31 16,3-1-38-16,-2 2-67 0,1-2-141 15,1 1-367-15,-1 0 164 0</inkml:trace>
          <inkml:trace contextRef="#ctx0" brushRef="#br1" timeOffset="-125344.3759">-4350 2291 33 0,'0'0'165'16,"0"0"-9"-16,0 0-1 0,0 0-4 0,0 0-6 16,0 0-4-16,0 0-9 0,-16 4-5 0,16-4-9 15,0 0-5-15,-8 1-9 0,8-1-10 0,-5 1-8 16,5-1-11-16,-5 0-8 0,5 0-9 0,-8 1-24 15,3-1-30-15,5 0-38 0,-7 0-54 0,7 0-73 0,-8-1-119 16,3 0-302-16,5 1 134 0</inkml:trace>
          <inkml:trace contextRef="#ctx0" brushRef="#br1" timeOffset="-127230.8537">-4375 2363 8 0,'0'0'189'0,"0"0"-15"16,0 0-7-16,0 0-10 0,6 19-2 0,-6-19-14 16,1 6-7-16,-1 1-9 0,0-7-9 0,0 9-6 15,0-5-10-15,0-4-4 0,0 12-6 0,-1-8-12 16,1-4-4-16,-2 10-12 0,0-3-3 0,0-2-2 16,-2-1-11-16,1 1 0 0,-1-1-4 0,0 1-7 15,-2-2-3-15,1 1-5 0,0-1-6 0,-1-1-6 16,-1 1-8-16,3-3-4 0,-1 3-7 0,5-3-1 15,-8-2-4-15,8 2-2 0,-8-2-4 0,4 0 4 16,0 0 3-16,4 2-4 0,-6-4 2 0,2 1 3 16,4 3-2-16,-5-8 3 0,2 4 1 0,3 4 0 15,-2-5-8-15,2 5 7 0,0 0 5 0,-1-8-5 16,1 8 7-16,0 0-7 0,3-8 6 0,-3 8-1 16,0 0 0-16,3-5 3 0,-3 5 1 0,0 0 4 0,6-1 0 15,-6 1 2-15,0 0 2 0,6 1 2 16,-6-1 0-16,5 3 0 0,-5-3 8 0,5 5 2 15,-3-2-3-15,0 0-2 0,0 1 7 0,0 1 0 0,1-1 4 16,-2 1 5-16,0 1 3 0,0 1 10 0,-1-7-2 16,-2 10-1-16,-1-3-4 0,0 0-1 15,-1 2-3-15,-2-5-3 0,0 4-10 0,0-3 4 0,0 1-4 16,0-1-1-16,0 1-12 0,0-3-20 0,1 1-26 16,-1-2-38-16,1-1-47 0,5-1-45 0,-7 1-48 15,7-1-169-15,-8-2-414 0,8 2 183 0</inkml:trace>
          <inkml:trace contextRef="#ctx0" brushRef="#br1" timeOffset="-126997.3001">-4378 2305 56 0,'-8'2'122'15,"2"-2"-5"-15,1 0-13 0,-1 0-24 0,0 2-30 16,1-2-31-16,5 0-45 0,-11 0-61 0,6 0-95 16,5 0 42-16</inkml:trace>
          <inkml:trace contextRef="#ctx0" brushRef="#br1" timeOffset="-126263.8383">-4593 2377 98 0,'0'0'171'0,"0"0"-19"15,0 0 1-15,0 0-14 0,0 0 1 0,3 13-4 0,-3-13-7 16,3 8-3-16,-3-5-8 0,0-3-2 0,2 9-4 16,-2-5-5-16,0-4-10 0,1 9-8 0,-1-3-8 15,0-6-4-15,-3 8-7 0,3-8-6 0,-3 7-7 16,0-5-5-16,0 2-5 0,-3 0-2 0,0-2-9 16,-1 1-3-16,1-1-7 0,0-1-14 0,-1 1-6 15,1-2-9-15,0 0 0 0,-2-1 2 0,3 0-4 16,5 1 0-16,-11-1 0 0,5-1 0 0,2 0 3 15,4 2-1-15,-8-1 1 0,8 1 2 0,-5-1-1 16,5 1-4-16,0 0-2 0,-6-1-1 0,6 1 4 0,0 0-3 16,0 0 7-16,0 0-3 0,0 0 3 15,0 0-4-15,-4 5 1 0,4-5 0 0,0 0 0 16,0 0 0-16,6 9 5 0,-6-9-3 0,2 8 0 16,-1-5 0-16,-1-3 1 0,1 9 4 0,0-6-6 15,-1-3 0-15,0 9 2 0,0-9 1 0,-1 8 1 16,1-8-3-16,-1 6 0 0,1-6-2 0,-1 5-13 15,1-5-4-15,-4 2-12 0,4-2-1 0,0 0-4 0,-5 2-11 16,5-2-2-16,0 0-8 0,-9-3 2 0,9 3-6 16,-5-5 2-16,5 5 4 0,-5-6 4 0,4 4 2 15,1 2-1-15,-5-8 9 0,3 4 1 0,2 4 0 16,-3-9 11-16,2 5-8 0,1 4 10 0,-2-9 9 16,2 9-4-16,-2-9 3 0,2 9 6 0,-2-6-3 15,2 6 3-15,-1-8 8 0,1 8-5 0,-2-5 1 16,2 5 6-16,-2-4 7 0,2 4-5 0,-4-4 0 15,4 4 3-15,0 0 2 0,-5-2 4 0,5 2-6 16,-6 0 0-16,6 0 5 0,0 0 3 0,-9 2-3 16,5-1 1-16,1 1 7 0,3-2-5 0,-8 6 0 15,3-4 9-15,1 2 2 0,-1 2-2 0,-1-2 3 16,2 2 4-16,-1-1 3 0,1 1 4 0,0 0 7 16,1 0-1-16,0 1 2 0,-1-2-4 0,3 1-3 15,-1 3 5-15,2-1 0 0,-1 0 0 0,1 0 8 16,0 1-1-16,2 0 2 0,0 1-4 0,-1-1-3 15,1 3-8-15,0-2-1 0,-2-1 1 0,0 1-4 0,2 1-1 16,-2 0-5-16,0-2-1 0,0-2-3 16,0 1-4-16,0 0 0 0,-2-4-19 0,2-4-15 0,0 10-17 15,0-10-30-15,-2 6-32 0,2-6-43 0,0 0-189 16,0 0-360-16,0 0 160 0</inkml:trace>
          <inkml:trace contextRef="#ctx0" brushRef="#br1" timeOffset="-125972.2536">-4652 2268 151 0,'3'-4'290'0,"-3"4"-10"0,4-4-10 16,-4 4-22-16,4-4-13 0,-2 2-23 0,-2 2-20 15,4-5-18-15,-2 3-18 0,-2 2-13 0,4-5-22 16,-4 5-18-16,0 0-37 0,0 0-52 0,0 0-72 16,0 0-76-16,0 0-68 0,0 0-176 0,0 0-408 15,0 0 182-15</inkml:trace>
        </inkml:traceGroup>
        <inkml:traceGroup>
          <inkml:annotationXML>
            <emma:emma xmlns:emma="http://www.w3.org/2003/04/emma" version="1.0">
              <emma:interpretation id="{3A68E618-4641-496F-BCB7-888201978814}" emma:medium="tactile" emma:mode="ink">
                <msink:context xmlns:msink="http://schemas.microsoft.com/ink/2010/main" type="inkWord" rotatedBoundingBox="11538,13054 12887,13056 12886,13566 11537,13564"/>
              </emma:interpretation>
            </emma:emma>
          </inkml:annotationXML>
          <inkml:trace contextRef="#ctx0" brushRef="#br1" timeOffset="-138131.7776">-2654 2128 187 0,'0'0'187'0,"0"0"-12"0,-13 13-13 0,8-6-9 16,-2-1-6-16,-2 2-10 0,0 3-10 16,-2 3-12-16,0-4-12 0,-3 4-8 0,5-4-11 15,-4 1-10-15,2-1-22 0,0-1-36 0,1 1-38 0,2-3-52 16,1-1-76-16,1 0-112 0,0 0-283 0,2-3 126 16</inkml:trace>
          <inkml:trace contextRef="#ctx0" brushRef="#br1" timeOffset="-138402.3958">-2873 2338 73 0,'0'0'177'0,"0"0"-11"15,6 9-17-15,-6-9-5 0,3 5 2 0,-2 0-13 0,-1-5-8 16,1 9-8-16,-1-3-9 0,0 0 3 0,0 3-2 16,0-1-3-16,-1-1-3 0,1 2-7 15,-1-1-8-15,0-1-5 0,-2-1-9 0,3 2 0 0,-3-1-8 16,0-2-9-16,1 1-1 0,1-2-7 0,-2 1-5 15,3-5-5-15,-4 6-2 0,2-3-2 0,2-3-7 16,-7 3 0-16,4-2-6 0,3-1 2 0,-8-1-5 16,8 1-3-16,-9-1-1 0,6-2-5 0,3 3-1 15,-6-5-1-15,2 2 2 0,1 0-5 0,3 3 1 16,-6-8 1-16,3 6-4 0,1-2 2 0,2 4 0 0,-4-6 0 16,4 6-2-16,-5-4-1 0,5 4 4 15,-4-3-5-15,4 3-3 0,0 0 3 0,-5 0-1 16,5 0 2-16,0 0-3 0,-7 3 2 0,7-3-5 0,-6 6 6 15,4-2-4-15,-1 0-3 0,3-4-2 0,-6 6-15 16,2 0-6-16,1-2-15 0,-1-2-10 16,1 2-23-16,0-1-23 0,3-3-20 0,-3 5-33 0,-1-3-36 15,4-2-147-15,-4 2-362 0,4-2 160 0</inkml:trace>
          <inkml:trace contextRef="#ctx0" brushRef="#br1" timeOffset="-141690.7798">-1748 2476 107 0,'0'0'187'0,"0"0"-2"15,0 0-8-15,4-12-14 0,-4 12-14 0,4-5-6 16,-2 1-8-16,1 1-6 0,-3 3-4 0,4-8-10 16,-2 4-8-16,1 1-7 0,0-2-6 0,0 2 0 0,-3 3-9 15,5-6-6-15,-2 1-5 0,0 2-8 0,0-1-11 16,0 1-4-16,-3 3-5 0,5-4-5 16,-3 2-4-16,-2 2-2 0,7-3-4 0,-7 3-3 0,6-1-4 15,-6 1-3-15,5 0 1 0,-5 0-5 0,0 0-3 16,7 4 0-16,-6 0 0 0,-1-4-3 0,4 6 2 15,-3-2-1-15,-1-4-4 0,2 7-1 0,-1-2 1 16,-1-5-1-16,1 8 5 0,-1-8-8 0,-2 8 2 16,-1-4 1-16,-1 0 4 0,-1 1-7 0,0-2-1 15,-2 0-9-15,-1 1-7 0,1 0-10 0,-4-2-6 16,0 1-5-16,0-1-4 0,-1-1-5 0,1 0-8 16,0-1 6-16,3 3-2 0,1-3 5 0,-1-1 6 15,1-1 4-15,1 1 3 0,0 1 3 0,2-3 9 16,4 3 4-16,-8-2 16 0,5 0 6 0,3 2 8 15,-5-4 5-15,5 4 2 0,-5-1 4 0,5 1-5 16,0 0-3-16,0 0-1 0,0 0-3 0,0 0-4 0,0 0 4 16,0 0-4-16,-3 6 4 0,3-6-2 15,0 0 0-15,0 10 6 0,0-10-3 0,3 8 0 16,-3-3-1-16,1 2 3 0,-1 1-1 0,-1 0-1 16,0 0-1-16,-1 0-2 0,0 0 0 0,-2-1-1 0,3 2-2 15,-5 1 2-15,3-2-4 0,-3 3 0 0,0-4-17 16,-1 4-18-16,2-5-25 0,-1 0-30 0,2 0-31 15,1-2-41-15,0-1-38 0,0 2-180 0,3-5-399 16,-6 3 176-16</inkml:trace>
          <inkml:trace contextRef="#ctx0" brushRef="#br1" timeOffset="-141338.1321">-1724 2466 166 0,'0'0'176'0,"0"0"-7"0,0-8-1 16,0 8-2-16,1-6-1 0,-1 6-3 0,1-9-3 15,-1 9-9-15,2-9-5 0,-1 3-3 0,1-5-10 16,-1 4-9-16,0-1-9 0,0-1-12 0,0-1-8 16,1 1-13-16,0-4-9 0,0 0-9 0,-2 1-16 15,0-1-29-15,-2 1-39 0,2-1-51 0,-3 1-61 16,3-2-63-16,-2 5-170 0,1 0-396 0,-1 0 176 15</inkml:trace>
          <inkml:trace contextRef="#ctx0" brushRef="#br1" timeOffset="-132961.911">-1991 2449 41 0,'0'0'174'15,"0"0"-5"-15,0 0-11 0,0 0-10 0,0 0-10 16,0 0-4-16,0 0-19 0,0 0-2 0,0 0-11 16,6 15-9-16,-6-15-4 0,3 6-8 0,-1-3-6 15,-2-3-5-15,3 6-5 0,-2-2-6 0,-1-4-2 16,2 7-9-16,0-3-1 0,-2-4-4 0,-1 6-7 15,1-6 0-15,0 0-6 0,-2 9-5 0,2-9 4 16,-1 5-8-16,1-5 0 0,-4 5-1 0,4-5-5 16,-3 3-7-16,3-3-11 0,-5 4-10 0,5-4-4 15,-5 0-5-15,5 0-7 0,0 0 3 0,0 0-3 0,0 0 0 16,-9-4-2-16,9 4-2 0,-3-5 6 0,3 5 3 16,-2-6 1-16,2 6 6 0,-2-8-7 0,2 3 9 15,0 5 3-15,-2-8-1 0,2 8 7 0,0-8-3 16,0 8 2-16,2-10 12 0,-1 5 3 0,1 1 6 15,-2 4 8-15,3-8-5 0,-3 8 1 0,1-8-2 16,1 3 1-16,-2 5-5 0,4-7 6 0,-3 4-3 16,-1 3 0-16,4-4 0 0,-4 4-1 0,2-4 3 15,-2 4-5-15,0 0-3 0,0 0 2 0,0 0-3 16,0 0 6-16,0 0-2 0,0 0 3 0,0 0 0 16,0 0 2-16,0 0-7 0,0 0 1 0,-14 13-1 15,8-10 4-15,-1 1-1 0,0 1 2 0,-2 0-8 16,1-2 4-16,-3 1-1 0,2-1 1 0,-2 0 1 15,2 0-3-15,2 0 0 0,-1-1-1 0,0 1-2 16,-3-2-2-16,0 0-5 0,4 1-6 0,-1-1 0 0,1-2-8 16,1-2 0-16,0 3-4 0,0-1 5 0,6 1-1 15,-7-3 2-15,4 1-2 0,3 2-5 0,-6-3 4 16,6 3 0-16,-2-6 4 0,2 6 0 0,-2-6-1 16,2 6 1-16,0 0 4 0,3-8 4 0,-3 8-4 15,3-6 2-15,-3 6-1 0,5-4 3 0,-1 2 2 16,-4 2-6-16,5-2 5 0,-5 2 7 0,6-2 1 15,-6 2 3-15,0 0 0 0,6-2 3 0,-6 2 3 16,4 5 2-16,-4-5-3 0,5 3 6 0,-5-3-7 16,3 3 10-16,-1 1-1 0,-2-4 3 0,3 8 2 0,-2-4 10 15,-1-4 3-15,0 9 11 0,-1-1 1 16,0-1-2-16,0 1-4 0,-2 0-2 0,-1 0 6 16,-1 0-7-16,-1 0-4 0,2 0-4 0,-3-1-1 0,2 0-7 15,-2-2-16-15,2 0-22 0,-1 1-38 0,1-3-56 16,1 0-60-16,-1-2-250 0,5-1-448 0,-8-1 198 15</inkml:trace>
          <inkml:trace contextRef="#ctx0" brushRef="#br1" timeOffset="-132619.0905">-2305 2387 129 0,'0'0'198'16,"0"0"-13"-16,0 0-18 0,0 0-16 0,0 0-13 15,0 0-8-15,11 13-13 0,-10-9-4 0,-1-4-10 16,2 6-6-16,1-3-6 0,-1 1-1 0,-1 2-5 15,1-1-4-15,0-1-8 0,0 0 0 0,1 1-2 16,-1 2 2-16,-1-3 0 0,2 1-5 0,-3 0-9 16,0-5-5-16,1 10-4 0,-2-6-5 0,1-4-3 15,-5 9-5-15,2-6-4 0,-2 1-1 0,-1 0-12 16,-2 0-21-16,0-1-29 0,-3 1-34 0,4-2-55 16,-2-2-50-16,-1 0-214 0,1 0-414 0,1 0 183 15</inkml:trace>
          <inkml:trace contextRef="#ctx0" brushRef="#br1" timeOffset="-131828.9289">-2463 2450 152 0,'0'0'143'0,"7"14"-8"0,-7-14-4 0,3 7-20 0,-1-3-1 16,1 0-6-16,-3-4-11 0,2 7-5 15,0-3 1-15,-2-4-15 0,1 7-3 0,-1-7-7 16,1 5-3-16,-1-5-9 0,0 0-6 0,-2 10 1 0,2-10-8 16,-2 3-2-16,2-3-1 0,-4 5-5 0,4-5-5 15,-7 2-4-15,4-1-13 0,3-1-3 0,-7 1-5 16,7-1-2-16,-6 0-1 0,6 0-5 0,-5-3-3 15,5 3-6-15,-5-3 3 0,5 3 4 0,-3-7-8 16,3 7 9-16,0-7 2 0,0 7-8 0,1-8 4 16,-1 8 1-16,3-9 0 0,-2 5 6 0,1 0 3 15,-2 4 4-15,3-9 0 0,-1 6 5 0,-1-4 4 16,1 3 5-16,1 0-1 0,-3 4 5 0,2-6 1 16,-2 6-4-16,2-4-2 0,-2 4-3 0,0 0 6 15,0 0-10-15,0 0 8 0,0 0-4 0,0 0 0 16,-6-5-4-16,6 5 3 0,0 0-2 0,-11 5-1 15,6-3-4-15,0 0-2 0,-3 1 6 0,1-2-6 16,0 4 4-16,-2-3-3 0,2 2-1 0,-1-2 1 16,0 1-4-16,0 1 4 0,2 0-5 0,-1 0 5 15,4-2 0-15,-3 1-4 0,2 1 1 0,0-2-6 0,4-2 9 16,-5 6-7-16,3-4 3 0,2-2 2 0,-4 6-5 16,4-6 5-16,-2 4-2 0,2-4-3 15,0 0 6-15,0 0-2 0,2 8-1 0,-2-8-1 0,1 5 1 16,-1-5 6-16,6 4-4 0,-6-4-1 0,4 2-6 15,-4-2 4-15,2 5 2 0,-2-5-3 0,3 4 2 16,-3-4 0-16,4 3 4 0,-4-3-3 0,2 5 5 16,-2-5 1-16,0 5-5 0,0-5 5 0,0 0-2 15,-2 9 3-15,2-9 2 0,-1 7 3 0,-1-4-1 16,2-3 6-16,-5 7-5 0,3-5 4 0,-1 2 1 16,-3-1-3-16,3 1 5 0,-3 0-3 0,-1 0 3 15,2-1 5-15,-2 0-3 0,1-1-1 0,-3-1 1 16,2 1 1-16,-1-1-3 0,0-1-3 0,1 1-4 0,1 0 0 15,-1-1-2-15,2-1 3 0,5 1-1 16,-10-1-4-16,6 0 3 0,0-2-2 0,4 3-1 0,-7-6-3 16,3 3 1-16,1 0-2 0,0-1-1 0,0-1 1 15,0-1-1-15,1-2-1 0,0 2 2 0,0-1-4 16,0-2 0-16,1 1-1 0,1 1-7 0,0 0-9 16,1-2-7-16,-1 4-20 0,2-3-25 0,0 1-38 15,1-2-48-15,1 1-207 0,-1-2-389 0,2 3 173 16</inkml:trace>
        </inkml:traceGroup>
        <inkml:traceGroup>
          <inkml:annotationXML>
            <emma:emma xmlns:emma="http://www.w3.org/2003/04/emma" version="1.0">
              <emma:interpretation id="{FC19C1B9-E0D5-4BB2-A9F1-D6D0B19430E7}" emma:medium="tactile" emma:mode="ink">
                <msink:context xmlns:msink="http://schemas.microsoft.com/ink/2010/main" type="inkWord" rotatedBoundingBox="13022,13205 14162,13207 14161,13537 13021,13536"/>
              </emma:interpretation>
            </emma:emma>
          </inkml:annotationXML>
          <inkml:trace contextRef="#ctx0" brushRef="#br1" timeOffset="-145150.7831">-466 2420 118 0,'0'0'208'15,"0"0"-17"-15,0 0-13 0,0 0-15 16,11-8-7-16,-11 8-15 0,6-1-13 0,-6 1-8 0,4-3-9 16,-4 3-7-16,5 0-7 0,-5 0-13 0,0 0-3 15,7-2-11-15,-7 2-8 0,0 0-4 16,6-2-4-16,-6 2-8 0,5 0-4 0,-5 0-5 0,0 0-6 16,5 3-3-16,-5-3-3 0,0 0-2 0,4 3-1 15,-4-3-10-15,3 4-4 0,-3-4-10 0,1 6 0 16,-1-6-2-16,2 5-4 0,-2-5-1 0,1 7-7 15,-1-7 3-15,0 10-7 0,0-10 7 0,-1 10-3 16,0-7-1-16,1-3 0 0,0 8-1 0,0-8 1 16,-2 7-3-16,2-7-1 0,-1 6 1 0,1-6-4 15,-1 6 7-15,1-6 2 0,0 0-2 0,0 0 3 16,0 8 1-16,0-8-3 0,0 0 8 0,3 4 0 0,-3-4-1 16,0 0 0-16,4 2 4 0,-4-2 2 0,0 0-3 15,5 1-4-15,-5-1 6 0,0 0-4 0,0 0 5 16,9-1-1-16,-9 1 1 0,0 0 2 0,0 0-2 15,5-1 2-15,-5 1 2 0,0 0-4 0,0 0 0 16,0 0-1-16,0 0 3 0,0 0-2 16,0 0 4-16,0 0-5 0,-21 0 6 0,15 0-4 15,-2 0 2-15,1 0 2 0,-1 0-2 0,-1 0-3 16,-1-3 4-16,-2 2 0 0,1 0 1 0,2-1-5 16,1 0 4-16,0-1-1 0,1-1-1 0,0 3 0 0,0-3 4 15,1 1-2-15,1-1-1 0,1-1 1 0,-1 2 2 16,2-1 0-16,3 4 7 0,-4-5 6 0,1 2 9 15,3 3 4-15,-3-7 7 0,3 7 4 0,-2-5 0 16,2 5 5-16,-3-4 2 0,3 4 3 0,0 0-4 16,0 0 3-16,-1-6-5 0,1 6-4 0,0 0-4 15,0 0-1-15,0 0-9 0,0 0 0 0,0 0-3 16,0 0-3-16,0 0-1 0,0 0-1 0,0 0 2 16,0 0-5-16,0 0-3 0,0 0 2 0,0 0-3 15,0 0 4-15,3 17-1 0,-3-17-3 0,1 10-1 16,-1-6 2-16,0-4 0 0,0 10-1 0,0-5-2 0,0-5 4 15,-3 11-3-15,1-6-2 0,-2 2 2 16,0-2-3-16,-2 2 1 0,0-3-8 0,-1 3-14 16,1-3-24-16,-2 1-33 0,1-2-30 0,0 0-35 15,3 0-45-15,-2-2-213 0,1-1-425 0,5 0 188 16</inkml:trace>
          <inkml:trace contextRef="#ctx0" brushRef="#br1" timeOffset="-144877.337">-438 2296 143 0,'2'-3'257'0,"-2"3"-19"16,0 0-14-16,3-5-19 0,-3 5-14 0,0 0-19 0,3-2-19 16,-3 2-11-16,0 0-18 0,0 0-14 15,2-6-22-15,-2 6-33 0,0 0-37 0,0 0-44 16,0 0-38-16,0 0-49 0,0 0-70 0,0 0-106 0,0 0-314 16,-18 6 139-16</inkml:trace>
          <inkml:trace contextRef="#ctx0" brushRef="#br1" timeOffset="-144578.5117">-705 2310 217 0,'-2'-6'206'0,"2"6"-9"16,0 0-11-16,0 0-6 0,0 0-3 0,0 0-8 15,0 0-11-15,-2 16-4 0,2-16-3 0,-2 10-14 16,2-5-11-16,-1 3-11 0,0-1-11 0,0 0-5 16,1 2-7-16,-2-1-13 0,1-1-9 0,-1 2-6 15,-1 1-4-15,3-2-16 0,-1 0-28 0,-1 1-36 16,-1 1-50-16,0-1-69 0,0-1-77 0,-1 1-177 15,-1-3-426-15,1 0 189 0</inkml:trace>
          <inkml:trace contextRef="#ctx0" brushRef="#br1" timeOffset="-144142.3875">-837 2443 162 0,'0'0'157'0,"0"0"-11"0,4 12-11 0,-4-12-12 16,0 0-2-16,-1 9-10 0,1-9-6 0,-1 8-11 15,1-8-7-15,-4 6-8 0,4-1 0 0,0-5-5 16,-4 7-5-16,1-3-7 0,0-2-7 0,3-2-5 15,-6 5-4-15,2-3-3 0,0 1-3 0,4-3-11 16,-7 4 3-16,3-4-8 0,4 0 1 16,-7 0-2-16,7 0-4 0,-8 0-3 0,8 0 2 0,-8-2-4 15,4 0-2-15,4 2 3 0,-7-5-4 0,5 1 2 16,-2 1 6-16,1-1 6 0,1-2 3 0,1 1 4 16,1 5 7-16,-1-11 4 0,1 3 2 0,2 0 8 15,2-3-5-15,-3 2 5 0,3-3 1 0,2 0-3 16,-1-1-6-16,-1 1 2 0,1 1-5 0,-1 4-3 15,0-1-5-15,-2 2-3 0,0-1-2 0,0 3-6 0,1 1-6 16,-3 3-14-16,3-7-18 0,-3 7-16 0,4-3-26 16,-4 3-31-16,2-4-26 0,-2 4-20 15,0 0-16-15,0 0-26 0,0 0-34 0,0 0-109 16,0 0-347-16,3 12 154 0</inkml:trace>
          <inkml:trace contextRef="#ctx0" brushRef="#br1" timeOffset="-143887.4205">-868 2593 47 0,'0'0'240'0,"0"0"-18"0,0 0-22 15,0 0-18-15,0 0-14 0,-6-1-17 0,6 1-19 16,-7-1-10-16,7 1-12 0,-11-2-10 0,4 1-15 16,1 0-23-16,0-1-31 0,0 1-49 0,-1-1-55 15,0 0-61-15,2 1-138 0,5 1-294 0,-8-5 131 16</inkml:trace>
          <inkml:trace contextRef="#ctx0" brushRef="#br1" timeOffset="-143473.9072">-1066 2417 133 0,'0'0'170'0,"0"0"-15"16,0 0-8-16,0 0-18 0,0 0-13 0,0 0-4 16,-8 13-16-16,6-11-6 0,-2 3-5 0,2-2-4 15,-2 1-2-15,4-4 2 0,-5 5-10 0,1-2-9 16,4-3-4-16,-7 3-7 0,7-3-1 0,-5 2-3 16,5-2 4-16,-6 2-1 0,6-2-2 0,0 0 3 15,-10-4-6-15,8-1 1 0,2 5 1 0,-4-5 0 16,2 0-6-16,0 0 1 0,2 5-1 0,-2-10-4 15,0 5-3-15,2 0 0 0,0 5 5 0,-4-7-2 16,3 3-4-16,1 4-2 0,-3-9-6 0,0 8-2 16,3 1-2-16,-6-2-3 0,6 2-1 0,-9 1-3 15,4 1-1-15,-1-1 0 0,0 1-2 0,0 2-2 16,1-2 4-16,-2 2-4 0,2-1-6 0,0 0-13 0,-2 2-15 16,1-1-16-16,0-1-29 0,1 3-28 15,1-3-53-15,1-1-57 0,-1 2-152 0,1 0-388 16,3-4 173-16</inkml:trace>
          <inkml:trace contextRef="#ctx0" brushRef="#br1" timeOffset="-143278.5104">-1201 2610 161 0,'0'0'317'15,"5"-1"-24"-15,-5 1-24 0,0 0-26 0,5-2-24 0,-5 2-20 16,5-1-22-16,-5 1-32 0,0 0-40 0,5-2-54 16,-5 2-72-16,0 0-84 0,4-3-78 0,-4 3-129 15,0 0-338-15,0 0 150 0</inkml:trace>
          <inkml:trace contextRef="#ctx0" brushRef="#br1" timeOffset="-142329.2261">-1347 2303 123 0,'3'-4'303'0,"-3"4"-21"0,4-4-31 16,-4 4-24-16,4-3-23 0,-4 3-20 0,3-5-23 15,-3 5-24-15,0 0-36 0,0 0-41 0,0 0-46 16,0 0-55-16,0 0-68 0,0 0-50 0,-15 4-131 15,8-3-314-15,0 2 139 0</inkml:trace>
          <inkml:trace contextRef="#ctx0" brushRef="#br1" timeOffset="-142553.8506">-1418 2432 70 0,'0'0'178'0,"5"-3"-7"0,-5 3-13 0,6-4-9 15,-6 4-13-15,7-2-10 0,-5-1-16 0,-2 3-6 16,7-1-10-16,-3-2-9 0,-4 3-5 0,5 0-14 15,-5 0-2-15,4-1-6 0,-4 1-7 0,0 0 0 16,8 5-8-16,-8-5-7 0,3 3-1 0,-3-3-1 16,4 5-6-16,-4-1-5 0,0-4 4 0,1 8-8 15,-1-8-4-15,2 7-5 0,-2-2-2 0,0-5-5 16,0 9-9-16,0-4-2 0,0-5 0 0,1 8-2 16,-1-8-3-16,-1 9-1 0,1-9 2 0,2 7 0 15,-2-7 0-15,0 7 0 0,0-7 4 0,1 6-1 0,-1-6 1 16,1 6 2-16,-1-6 0 0,0 0 4 15,4 3-4-15,-4-3-2 0,0 0 5 0,3 2-2 16,-3-2 1-16,0 0 1 0,0 0 7 0,6 0-4 0,-6 0-2 16,0 0 0-16,0 0 1 0,7-4 0 15,-7 4-2-15,0 0 2 0,0 0 2 0,0 0-4 16,0 0 3-16,0 0-4 0,0 0 3 0,0 0 1 0,0 0-3 16,0 0 1-16,-22 0-1 0,15 0 2 0,0 1 1 15,-1-1-5-15,1 0 5 0,-2 0 0 0,-1-1-3 16,0 1-3-16,-1 0 9 0,4-1 0 0,-2 1-3 15,2-2 0-15,0-1 2 0,-1 2 2 0,0-1 1 16,-1-2 6-16,1 2 4 0,2-2 9 0,0 3 3 16,0-4 3-16,2 3 5 0,-1-2 6 0,2 1 8 15,0-2 5-15,1 1 1 0,2 4-2 0,-1-11 1 16,2 4 3-16,1-2-1 0,1 0 3 0,1-2-4 16,1-1 6-16,-2 2-10 0,2-2 2 0,0 0-4 15,0 1-8-15,0-1 1 0,-1 4-4 0,0 0-6 16,0 1-4-16,-1 0-4 0,0 1-1 0,-1 2-11 15,0-1-19-15,-2 5-22 0,3-7-31 0,-3 7-41 0,2-3-51 16,-2 3-45-16,0 0-207 0,1-5-437 0,-1 5 194 16</inkml:trace>
        </inkml:traceGroup>
        <inkml:traceGroup>
          <inkml:annotationXML>
            <emma:emma xmlns:emma="http://www.w3.org/2003/04/emma" version="1.0">
              <emma:interpretation id="{42C3C6BC-8283-4CCF-B27E-5F2DF4602EEE}" emma:medium="tactile" emma:mode="ink">
                <msink:context xmlns:msink="http://schemas.microsoft.com/ink/2010/main" type="inkWord" rotatedBoundingBox="14352,13180 14683,13181 14682,13501 14351,13500"/>
              </emma:interpretation>
            </emma:emma>
          </inkml:annotationXML>
          <inkml:trace contextRef="#ctx0" brushRef="#br0" timeOffset="-163028.5746">-131 2254 121 0,'0'0'192'16,"6"13"-6"-16,-6-13-13 0,0 0-6 0,0 0-11 15,0 8 0-15,0-8-10 0,0 0 2 0,-6 10-9 16,4-7-7-16,0 1-13 0,0 1 3 0,1 0-10 16,-1-1 1-16,-2 4-6 0,1-2 0 0,0 1-8 0,0 0 0 15,-1 1-7-15,-1 1-2 0,2 0-3 16,-1 0-6-16,0 3-9 0,0-1-1 0,1 1-5 15,-3-1-6-15,3 2-7 0,0 1-5 0,2-1-9 16,-1-1-1-16,1 1 0 0,3-1-4 0,0-2-27 16,3 1-28-16,1 2-50 0,1-3-63 0,2-1-80 15,0 1-291-15,0 0-548 0,1-1 243 0</inkml:trace>
          <inkml:trace contextRef="#ctx0" brushRef="#br0" timeOffset="-163673.2993">-42 2470 163 0,'0'0'211'0,"0"0"-12"0,0 0-12 0,0 0-16 0,0 0-12 16,0 0-13-16,0 0 0 0,0 0-7 0,8-15-6 16,-8 15-9-16,4-6-4 0,-1 4-3 0,0-2-2 15,0-2-5-15,1 3-8 0,1-3-3 16,-1-2-11-16,-1 5-7 0,2-3-3 0,-1 0-7 0,1-1 0 15,-1 0-5-15,0 2-6 0,0-3-2 0,0 4-6 16,1-2 1-16,-1 2-5 0,-1 0-6 16,-1 1 9-16,0-2-9 0,2 2-8 0,-4 3 1 0,4-6 0 15,-4 6-1-15,3-3-2 0,-3 3-7 0,0 0-3 16,0 0-2-16,5 0-1 0,-5 0-1 0,0 0 10 16,5 5-17-16,-5-5 2 0,4 6-4 0,-2 0 6 15,1 0-7-15,0 0 3 0,0-1-2 0,1 4-1 16,-1-1 3-16,2 3-2 0,0-1-3 0,-1-2 0 15,-1 1-3-15,3 0-7 0,-1 0-30 0,-1-1-40 16,0-1-66-16,-3 1-82 0,5-2-74 0,-4 0-197 0,1-2-532 16,0 0 235-16</inkml:trace>
        </inkml:traceGroup>
      </inkml:traceGroup>
    </inkml:traceGroup>
    <inkml:traceGroup>
      <inkml:annotationXML>
        <emma:emma xmlns:emma="http://www.w3.org/2003/04/emma" version="1.0">
          <emma:interpretation id="{E2ECC993-C0D4-419D-A521-BB5B34000BAA}" emma:medium="tactile" emma:mode="ink">
            <msink:context xmlns:msink="http://schemas.microsoft.com/ink/2010/main" type="paragraph" rotatedBoundingBox="14711,12514 4256,12523 4255,11887 14710,118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E331E87-529A-409E-9E40-34B868091442}" emma:medium="tactile" emma:mode="ink">
              <msink:context xmlns:msink="http://schemas.microsoft.com/ink/2010/main" type="line" rotatedBoundingBox="14711,12514 4256,12523 4255,11887 14710,11878"/>
            </emma:interpretation>
          </emma:emma>
        </inkml:annotationXML>
        <inkml:traceGroup>
          <inkml:annotationXML>
            <emma:emma xmlns:emma="http://www.w3.org/2003/04/emma" version="1.0">
              <emma:interpretation id="{7A1B613B-3464-4C35-86EC-21E3A638BBBF}" emma:medium="tactile" emma:mode="ink">
                <msink:context xmlns:msink="http://schemas.microsoft.com/ink/2010/main" type="inkWord" rotatedBoundingBox="14711,12404 14348,12405 14347,12037 14710,12036"/>
              </emma:interpretation>
            </emma:emma>
          </inkml:annotationXML>
          <inkml:trace contextRef="#ctx0" brushRef="#br0" timeOffset="-248600.9577">-13 1214 163 0,'-4'-4'228'0,"4"4"-11"15,0 0-5-15,0 0-11 0,-2-5-12 0,2 5-6 16,0 0-10-16,0 0-13 0,0 0-9 0,0 0-12 15,0 0-13-15,-2-5-10 0,2 5-11 0,0 0-8 16,0 0 5-16,0 0-17 0,0 0-2 0,0 0-14 16,0 0-2-16,9 13-11 0,-6-12-3 0,-3-1-5 15,2 8-1-15,0-4-6 0,1 1-6 0,0-1 0 16,-3 2-7-16,2 0-6 0,-1-2 9 0,1 5-10 16,-2-2 0-16,1 2-5 0,1-3-1 0,-1 3 2 15,0-1-5-15,1 0 1 0,0-2 0 0,1 1-3 16,-3-2-1-16,3 1-3 0,-3-2 1 0,3 1 2 15,-2 0-7-15,-1-5 6 0,3 4-5 0,-1-1 0 16,-2-3 8-16,3 4-6 0,-3-4 1 0,0 0 2 16,0 0 3-16,0 0 0 0,10-9 1 0,-6 5-4 0,-2 1 3 15,2-5 2-15,-1 3-9 0,2-4 2 0,-1 1 2 16,1-1-8-16,0-1 3 0,0 3-8 16,1-4-15-16,0 4-24 0,-2-1-25 0,1 1-50 15,-1 2-47-15,0-2-56 0,0 3-265 0,-2 1-527 0,0-2 233 16</inkml:trace>
          <inkml:trace contextRef="#ctx0" brushRef="#br0" timeOffset="-247910.3603">-125 1110 190 0,'0'0'221'16,"0"0"-10"-16,0 0-8 0,0 0-9 0,-8 12-8 15,8-12-9-15,-3 5-11 0,1-1-5 0,0-1-7 16,0 2-16-16,-1 0-8 0,0 2-4 0,-2-1-8 16,2 3-8-16,-1 0-3 0,-1 3-1 0,1 0-3 15,-1 0-7-15,1 0-12 0,0 2-1 0,0 0-5 16,1 1-8-16,-1 0-7 0,2-1-5 0,-3 4-7 15,5-4-7-15,0 2-4 0,0-3 2 0,1 2-12 16,3-2-17-16,0 0-33 0,0 2-53 0,5 1-66 16,-3-4-80-16,1 0-72 0,2-1-178 0,1-2-508 15,0-3 226-15</inkml:trace>
          <inkml:trace contextRef="#ctx0" brushRef="#br0" timeOffset="-247186.422">163 1179 78 0,'0'0'141'0,"0"0"-9"15,0 0-6-15,0 0-11 0,0 0-5 0,0 0-3 16,0 0-18-16,0 0 4 0,0 0-13 0,0 0-7 16,0 0-7-16,0 0-4 0,0 0-8 0,0 0 5 15,0 0-14-15,-11 15-9 0,8-10 0 0,1 1-3 16,-3-1-2-16,0 1-7 0,0 0 2 0,-2 0-14 15,2 0-32-15,-1 1-38 0,0-1-41 0,-1 2-144 16,2-3-261-16,-1 1 116 0</inkml:trace>
        </inkml:traceGroup>
        <inkml:traceGroup>
          <inkml:annotationXML>
            <emma:emma xmlns:emma="http://www.w3.org/2003/04/emma" version="1.0">
              <emma:interpretation id="{FE08F831-BAEE-423F-8579-BCE3D15E1C63}" emma:medium="tactile" emma:mode="ink">
                <msink:context xmlns:msink="http://schemas.microsoft.com/ink/2010/main" type="inkWord" rotatedBoundingBox="14109,12352 13563,12353 13562,12043 14108,12042"/>
              </emma:interpretation>
            </emma:emma>
          </inkml:annotationXML>
          <inkml:trace contextRef="#ctx0" brushRef="#br1" timeOffset="-239795.4239">-762 1119 136 0,'0'0'188'0,"0"0"2"16,0 0-3-16,0 0-10 0,0 0-11 0,0 0-14 16,0 0-1-16,-4 19-7 0,3-14-5 0,1 3-10 15,-1 1-10-15,0-1-6 0,-1 0-13 0,2 2-9 16,-2 0-7-16,0 2-3 0,-1 0-15 0,3 2-4 15,-3-4-6-15,0 5-5 0,2-6-13 0,-2 4-31 16,0-3-47-16,-2-3-72 0,2 1-61 0,0-2-211 16,-1 1-416-16,1-3 184 0</inkml:trace>
          <inkml:trace contextRef="#ctx0" brushRef="#br1" timeOffset="-239410.4117">-919 1273 87 0,'0'0'171'16,"0"0"-11"-16,0 0-4 0,0 0-12 0,5 16-10 15,-5-16-13-15,1 9-5 0,-1-9-9 0,0 8-5 16,-1-4-8-16,1-4-8 0,-3 9-8 0,1-5-10 15,2-4-7-15,-4 8 1 0,2-6-8 0,-1 2-7 16,-1-2-6-16,4-2 0 0,-6 5-6 0,3-4-4 16,-1 0-1-16,4-1-4 0,-7-1-2 0,7 1-2 15,-8-1 0-15,8 1-5 0,-6-5 0 0,3 2 3 16,3 3-2-16,-6-6-1 0,4 1 0 0,1 1 12 16,1 4 5-16,-2-12-3 0,2 3 1 0,2 0 2 15,-1-1 1-15,2-3 0 0,1-1-5 0,-2-1-2 16,3 1 3-16,-1-1-8 0,-1 3 1 0,1 1-2 15,-2 2-2-15,1 1-4 0,-2 1 0 0,1 1-5 16,-1 3 1-16,-1 3-14 0,2-8-32 0,-2 8-39 16,0 0-44-16,0 0-38 0,0 0-230 0,0 0-417 15,0 0 185-15</inkml:trace>
          <inkml:trace contextRef="#ctx0" brushRef="#br1" timeOffset="-239111.9148">-911 1424 28 0,'0'0'249'0,"0"0"-17"16,0 0-20-16,0 0-20 0,0 0-20 0,-11 2-23 15,11-2 2-15,-8-1-31 0,2 1-14 0,-1 0-36 16,7 0-51-16,-14-4-63 0,8 3-92 0,-1-1-118 16,-1 1-274-16,1-1 121 0</inkml:trace>
          <inkml:trace contextRef="#ctx0" brushRef="#br1" timeOffset="-240355.4253">-528 1280 98 0,'8'-9'152'0,"-8"9"-11"16,0 0-9-16,6-3-8 0,-6 3-4 0,4-2-6 0,-4 2-1 16,6-1-9-16,-6 1-5 0,4-1-11 0,-4 1-6 15,0 0-6-15,0 0-5 0,5-2-3 16,-5 2-4-16,0 0-5 0,4-2-2 0,-4 2-3 0,6 0-9 15,-6 0-4-15,0 0-5 0,6 4-5 16,-6-4-1-16,3 1-4 0,-3-1-2 0,0 0-4 16,5 5 3-16,-5-5-3 0,2 4-4 0,-2-4-1 15,2 6-1-15,-2-6-1 0,0 6-5 0,0-6-1 0,0 7-9 16,0-7-3-16,0 7-7 0,0-7-9 0,-1 9-1 16,1-9-9-16,1 7-5 0,-1-7-5 0,0 6 4 15,0-6-5-15,2 6 8 0,-2-6-4 0,3 5 1 16,-3-5 0-16,3 6 4 0,-3-6 5 0,2 6 3 15,-2-6 1-15,3 3 6 0,-3-3 3 0,3 3 1 16,-3-3 0-16,3 3-2 0,-3-3 5 0,0 0 2 16,5 3-6-16,-5-3 5 0,0 0 0 0,0 0 5 0,0 0-2 15,4 0 2-15,-4 0-1 0,0 0 2 0,0 0 0 16,0 0 4-16,0 0-3 0,0 0 5 16,0 0 1-16,0 0-1 0,0 0-5 0,0 0 2 0,-15-5-5 15,7 2 7-15,1 3-4 0,-1-2 2 0,-4 0 2 16,1-3-4-16,0 4-5 0,0-1-3 0,-2-1-7 15,0 0 1-15,2 0-2 0,0-1-1 16,1 0-4-16,0 2 7 0,1-3 3 0,0 1-3 0,2 2 7 16,-1-2 8-16,2 0 6 0,1-1 8 0,-1 2-6 15,1-2 13-15,0 0 7 0,1 1 6 0,0 0 8 16,1 1 5-16,3 3 4 0,-6-5 5 0,6 5 6 16,-3-4 4-16,3 4 1 0,-4-5 2 0,4 5 0 15,0 0-5-15,0 0 7 0,0 0-1 0,0 0 0 0,0 0-7 16,0 0-3-16,0 0-4 0,0 0 0 15,0 0-4-15,10 11-3 0,-7-6-7 0,-1-1 0 16,0 1-7-16,1 2-4 0,-1 0-1 0,0 1 0 16,-1-3 0-16,0 2-1 0,0-1 0 0,-2 3-3 0,1-2-6 15,-2 1 10-15,0-4-9 0,-1 3-2 0,0-1-1 16,-1 0 1-16,1-2-5 0,-2-1-8 0,1 1-19 16,-2-2-38-16,0 1-45 0,1-2-44 0,1 0-60 15,4-1-208-15,-9 3-443 0,5-3 197 0</inkml:trace>
          <inkml:trace contextRef="#ctx0" brushRef="#br1" timeOffset="-240101.5902">-470 1132 195 0,'0'0'284'0,"5"-5"-23"15,-5 5-27-15,4-5-20 0,-4 5-25 0,3-2-18 16,-3 2-19-16,0 0-24 0,3-4-51 0,-3 4-62 0,0 0-61 16,0 0-68-16,0 0-180 0,0 0-318 0,0 0 141 15</inkml:trace>
        </inkml:traceGroup>
        <inkml:traceGroup>
          <inkml:annotationXML>
            <emma:emma xmlns:emma="http://www.w3.org/2003/04/emma" version="1.0">
              <emma:interpretation id="{5CB591E1-B19A-49DA-A0AD-6850A4792051}" emma:medium="tactile" emma:mode="ink">
                <msink:context xmlns:msink="http://schemas.microsoft.com/ink/2010/main" type="inkWord" rotatedBoundingBox="13345,12401 13215,12402 13214,12204 13345,12204"/>
              </emma:interpretation>
            </emma:emma>
          </inkml:annotationXML>
          <inkml:trace contextRef="#ctx0" brushRef="#br1" timeOffset="-238662.3392">-1203 1277 118 0,'0'0'186'0,"0"0"-16"0,0 0-8 0,0 0-16 16,0 0-13-16,-3 16-9 0,3-16-15 0,-2 7-10 15,-1 0-6-15,2-4-11 0,-2 2-2 0,1-1 4 16,0 2-6-16,0 0-5 0,-1-3-3 0,3-3-5 15,-6 6-5-15,4-4-8 0,2-2-1 0,-5 3 4 16,5-3-1-16,-5 1 2 0,5-1-1 0,0 0-1 16,-8-3 0-16,8 3-4 0,-4-6-3 0,4 6-1 15,-4-6-3-15,2 2-5 0,1-2-4 0,1 6-3 16,-3-9-2-16,2 4-3 0,1 5 3 0,-2-8-3 16,2 8-2-16,-2-7 2 0,2 7 1 0,-1-4-6 0,1 4 8 15,0 0-7-15,-6 0-6 0,6 0-4 0,0 0 1 16,-9 0 1-16,9 0-5 0,-7 5 0 15,2-2 0-15,2 0-4 0,-1-1-2 0,1 3-11 0,3-5-27 16,-7 5-29-16,4-1-22 0,0 0-29 0,0-1-33 16,3-3-32-16,-4 6-215 0,0-3-427 0,2 1 190 15</inkml:trace>
          <inkml:trace contextRef="#ctx0" brushRef="#br1" timeOffset="-238463.7514">-1297 1475 134 0,'0'0'326'16,"8"-5"-21"-16,-6 2-20 0,-2 3-37 0,4-4-19 16,-1 1-22-16,-3 3-18 0,4-5-26 0,-4 5-18 15,4-3-35-15,-4 3-46 0,0 0-69 0,3-1-85 0,-3 1-76 16,0 0-192-16,0 0-387 0,0 0 172 0</inkml:trace>
        </inkml:traceGroup>
        <inkml:traceGroup>
          <inkml:annotationXML>
            <emma:emma xmlns:emma="http://www.w3.org/2003/04/emma" version="1.0">
              <emma:interpretation id="{9BC18A52-7C90-4520-A0F6-EBFCF444920B}" emma:medium="tactile" emma:mode="ink">
                <msink:context xmlns:msink="http://schemas.microsoft.com/ink/2010/main" type="inkWord" rotatedBoundingBox="13067,12478 10879,12480 10878,11977 13066,11975"/>
              </emma:interpretation>
            </emma:emma>
          </inkml:annotationXML>
          <inkml:trace contextRef="#ctx0" brushRef="#br1" timeOffset="-237595.9034">-1497 1148 222 0,'2'-3'291'0,"1"-2"-22"0,-1 1-32 0,2 1-17 16,-4 3-23-16,3-6-19 0,-3 6-23 0,2-5-21 0,-2 5-41 16,0 0-40-16,0 0-53 0,0 0-50 0,0 0-63 15,0 0-202-15,0 0-341 0,-15 8 152 16</inkml:trace>
          <inkml:trace contextRef="#ctx0" brushRef="#br1" timeOffset="-237709.8799">-1579 1286 153 0,'4'-3'197'0,"-4"3"-22"0,5-1-10 0,-5 1-20 16,5-2-12-16,-5 2-9 0,5-2-13 0,-5 2-14 15,6 0-4-15,-6 0-8 0,5-1-11 0,-5 1-6 16,8 2-7-16,-8-2-2 0,4 3-10 0,-4-3-5 16,5 4-5-16,-2-2-5 0,-3-2 1 0,4 4-3 15,-1 0-6-15,-3-4-1 0,3 7-7 0,-1-4-3 16,-2-3-4-16,2 6-6 0,-2-6 0 0,0 8-4 16,0-3-1-16,0-5-10 0,0 7 13 0,0-7-3 15,0 8-3-15,0-8-3 0,0 5 1 0,0-5-5 16,0 0 0-16,1 7-7 0,-1-7 2 0,0 0-6 15,1 7 7-15,-1-7-3 0,2 3 5 0,-2-3-5 16,0 0 0-16,6 2 2 0,-6-2 0 0,5 1 10 16,-5-1-7-16,5-1 10 0,-5 1-13 0,0 0 3 15,9-1 3-15,-9 1 4 0,0 0 0 0,4 1-4 16,-4-1 2-16,0 0 1 0,0 0 1 0,0 0 4 0,0 0-6 16,0 0 4-16,0 0 2 0,-14 4-6 15,7-2 0-15,0-1 9 0,0 0-2 0,-1 1-8 16,-1-1 11-16,1 1-7 0,-4 0 2 0,2-1 8 0,-1 0-6 15,0 0-3-15,2-2 3 0,-1 1-3 0,1 0 1 16,2 0 2-16,0-2 1 0,1 0-1 0,0-1 5 16,1 1 2-16,5 2 2 0,-7-4 10 0,5 0 0 15,0-1 2-15,-2 1 1 0,4 4 9 0,-1-12 6 16,1 6 1-16,0-3-5 0,1 1 1 0,1-1 2 16,1 1-2-16,1-6 1 0,0 2-6 0,0-1 0 15,-1-1 0-15,1 2-7 0,0-1-4 0,1 1 1 16,-2 4-3-16,3-4-5 0,-4 5-3 0,0-1-24 15,3 2-26-15,-4 1-33 0,1 0-40 0,-1 0-65 0,-1 5-135 16,3-7-339-16,0 3 150 0</inkml:trace>
          <inkml:trace contextRef="#ctx0" brushRef="#br1" timeOffset="-236988.7435">-1865 1301 155 0,'0'0'172'0,"0"0"-7"15,1-10-16-15,-1 10-2 0,4-6-4 16,-1 2-6-16,-3 4-6 0,3-5-5 0,-1 1-5 0,0 0-8 15,2 1-8-15,-4 3-6 0,7-5-5 16,-4 3 0-16,1 0-11 0,-4 2-3 0,6-4-9 16,-2 3-10-16,-4 1-3 0,7 0-3 0,-7 0-7 0,7 1-3 15,-7-1-6-15,7 2-3 0,-3 0-1 0,-2 0-2 16,-2-2-6-16,6 3 1 0,-3 0 0 0,-3-3-3 16,3 4 0-16,-3-4 1 0,1 5-1 15,-1-5-2-15,-1 8-4 0,1-8 2 0,-6 7-3 0,0-4 0 16,1 1-5-16,-2 0 1 0,-1 0-4 0,-2 0 3 15,-1-2-4-15,-1 0-1 0,-1 0-3 0,0 1 1 16,1 0-3-16,1-3 0 0,0 2-1 0,0-1 3 16,3 0-3-16,1 0 3 0,0 0-3 0,1-1-1 15,1 0-2-15,5 0 2 0,-9-1-1 0,9 1 5 0,-6-1-2 16,6 1 3-16,-6-1-3 0,6 1 5 16,0 0 1-16,-7-1 4 0,7 1 1 0,0 0-4 15,0 0 0-15,0 0 0 0,0 0-3 0,0 0 5 0,0 0 1 16,-2 4 0-16,2-4 0 0,0 0 1 0,0 0-8 15,5 12 7-15,-4-9-4 0,1 2 1 0,1-1 0 16,-1 4-2-16,-2-3 0 0,1 2 0 0,-1 0 0 16,-3 1 2-16,0 0-4 0,0 0 2 0,-2 4-2 15,-1-3-3-15,0 1-4 0,-3-1-4 0,0-1-8 16,2-1-22-16,-1 1-23 0,-2-1-29 0,4-1-38 16,0 0-29-16,3-4-43 0,-3 1-233 0,3-2-467 15,3-1 207-15</inkml:trace>
          <inkml:trace contextRef="#ctx0" brushRef="#br1" timeOffset="-236622.4044">-1868 1301 152 0,'0'-5'173'0,"0"5"-12"0,0 0-6 0,0 0-3 16,0-7-2-16,0 7-1 0,0 0 1 0,2-7 7 15,-2 7-10-15,1-8-5 0,0 2-1 0,1-1-3 0,-1 0-2 16,2-3-14-16,0-2-6 0,0-1-13 16,-2-2-11-16,2-6-8 0,-1 6-8 0,-1-1-10 15,-1 3-9-15,0-2-3 0,0 3-16 0,-1 3-24 16,-1 1-36-16,-1 1-40 0,2 2-56 0,1 5-71 16,-5-7-234-16,3 5-458 0,2 2 204 0</inkml:trace>
          <inkml:trace contextRef="#ctx0" brushRef="#br1" timeOffset="-234405.3594">-2157 1171 6 0,'0'0'148'16,"0"0"-10"-16,0 0-13 0,-13-5-2 0,13 5-15 15,-7 0-10-15,3-2-8 0,4 2-6 0,-8-1-12 16,8 1-2-16,-6-1-15 0,6 1-9 0,-5-2-24 16,5 2-25-16,0 0-45 0,-8-2-141 0,8 2-205 15,0 0 90-15</inkml:trace>
          <inkml:trace contextRef="#ctx0" brushRef="#br1" timeOffset="-234739.9369">-2239 1345 169 0,'0'0'192'16,"0"0"-14"-16,0 0-22 0,0 0-12 0,0 0-15 15,0 0-19-15,0 0-3 0,0 0-11 0,-12-8-12 0,12 8-11 16,-4-3-3-16,4 3-10 0,0 0-5 0,-3-4-8 16,3 4-3-16,0 0-1 0,-4-6-8 15,4 6 0-15,0 0-4 0,0 0-3 0,0-6-2 0,0 6-5 16,0 0-3-16,0 0-1 0,6-6-3 16,-6 6-1-16,4-2-5 0,-4 2-1 0,4-3 4 0,-4 3-2 15,0 0 3-15,9-1-5 0,-9 1-4 0,4 0 3 16,-4 0 3-16,0 0-3 0,8 1-1 0,-8-1-2 15,3 1-2-15,-3-1 5 0,4 4-3 0,-4-4-3 16,2 4 1-16,-2-4-1 0,1 6-5 0,-1-6 10 16,0 0-2-16,-1 9-1 0,1-9 6 0,-3 5-4 15,3-5 0-15,-6 7-6 0,3-5 11 0,-2 2-4 16,1 0-7-16,0-2 6 0,-3 1 1 0,3-1 0 16,0 0 1-16,-2 0-2 0,1 0-3 0,-1 0 1 15,2-1-2-15,-2-1 1 0,-1 1-2 0,1-2-2 16,-1 1-5-16,1-1 3 0,-2 0-3 0,2-3 1 15,0 0-2-15,0 2-1 0,0-2 0 0,0-1 0 16,1 1-5-16,-1 0 7 0,2-2-7 0,-1 0 5 16,1 1 8-16,1-2 0 0,1 0 1 0,0 2 1 15,1-3 0-15,-2 0 1 0,3 0 8 0,0-1 6 0,0-1-3 16,0 0 2-16,2 2-1 0,-2-1 18 0,2 0 2 16,-2 2 5-16,0-1 5 0,2 3 5 0,-2 5 0 15,0-10-1-15,0 10-4 0,1-5-5 0,-1 5-5 16,0-6 0-16,0 6-3 0,0 0-2 0,0 0 0 15,0 0-7-15,0 0-2 0,0 0 1 0,0 0-3 16,0 0-1-16,0 0 0 0,-1 18-3 0,1-18-1 16,0 12-2-16,-2-7 1 0,2 2-5 0,0 1 4 15,0-2-2-15,0 1 0 0,-1 0-3 0,0-2 1 16,-1 1 1-16,1 2 1 0,-1-4-5 0,1 2 1 0,-1-1 2 16,-1-1 0-16,0 1-2 0,-2-2-1 15,2 3-2-15,-1-4-3 0,0 1-2 0,-2-2 4 16,2 3-4-16,-3-1-4 0,2 0-8 0,-3 0-6 0,2-1-4 15,-1-1 5-15,3-1-3 0,-2 3 2 0,1-3 2 16,5 0 4-16,-6 0 3 0,6 0 0 0,-8 1 4 16,8-1 0-16,-4 0-2 0,4 0 6 0,0 0 4 15,0 0-2-15,-7-1-2 0,7 1 3 0,0 0-1 16,0 0 0-16,0 0 0 0,-6 1 3 0,6-1-3 16,0 0 3-16,0 0-2 0,0 0 4 0,2 10-2 15,-2-10 2-15,5 5 0 0,-5-5-4 0,4 6 0 16,-2-2 5-16,-2-4-1 0,0 7-1 0,2-3-1 15,0-1 2-15,-2-3-2 0,2 8-8 0,-2-8 7 16,3 5 3-16,-3-5 1 0,0 0-7 0,0 0 2 16,0 0-1-16,-6 8-14 0,6-8-6 0,-4 0-22 15,4 0-7-15,-8 0-17 0,8 0-15 0,-8-1 1 0,5-2-10 16,-2-1-11-16,1 3-5 0,-1-2 3 16,1-1 1-16,4 4 6 0,-6-5 2 0,4 1 4 15,2 4 7-15,-5-7 18 0,3 4-2 0,2 3 17 0,-4-6 8 16,2 2 5-16,2 4 10 0,0 0 3 0,-3-7 2 15,3 7 0-15,0 0 9 0,-2-6 6 0,2 6 11 16,-2-3-4-16,2 3 4 0,0 0 2 0,0 0-2 16,-5-3 11-16,5 3-6 0,-7 0 6 0,7 0-2 15,-8 2-1-15,3-1 6 0,-1 0 6 0,1 1 2 16,1-1 3-16,-1 1 7 0,-1 1 5 0,1-1 6 16,0 1-2-16,-1 1 3 0,2 0-2 0,-1-2-1 15,1 1 0-15,0 0 6 0,2 2 2 0,-1-1-1 16,-1 0 3-16,2 1 4 0,2-5-5 0,-2 10 1 15,2-5-1-15,-1 1 2 0,1 1 2 0,1-1 7 16,-1 2-1-16,2-1 0 0,-1 1-2 0,2 0-3 16,-2 0-2-16,3 0-2 0,-2 1-8 0,0-2 0 15,0 1-7-15,-1 0 3 0,0-2-9 0,0 0-9 0,1 1-13 16,-1-1-23-16,-2 1-29 0,0 0-47 0,0-2-33 16,1-5-55-16,-3 9-168 0,3-9-374 15,-2 8 166-15</inkml:trace>
          <inkml:trace contextRef="#ctx0" brushRef="#br1" timeOffset="-233480.8489">-2738 1273 6 0,'2'3'199'0,"-2"-3"-4"0,4 6-7 0,-1-2-5 16,-1 1-11-16,0-1-10 0,1 0-11 0,-1 1-11 15,-2 0-7-15,0-5-10 0,2 10-8 16,-2-6-4-16,0-4-2 0,-1 9-12 0,1-9-6 0,-1 8-11 16,-3-3-3-16,1-2-10 0,0 0-6 0,-2 0-7 15,-1 0-7-15,0 0-6 0,0 0-4 0,-1-2-8 16,-1 1-8-16,1-1-10 0,0-1-11 0,1 0-5 15,-1-1-13-15,0 1-13 0,1-1-2 0,-1 0-9 16,2-1-6-16,1 0 0 0,0-1 2 0,4 3 1 16,-6-5 3-16,3 2 1 0,3 3 1 0,-4-5 8 15,4 5-7-15,-1-5 10 0,1 5-1 0,0 0 8 0,0-9 5 16,0 9-2-16,2-7 7 0,-2 7 3 16,4-4 5-16,-4 4 6 0,4-3 3 0,-4 3 1 15,2-4-2-15,-2 4 6 0,0 0 4 0,0 0 3 16,9 0 2-16,-9 0-3 0,0 0 4 0,6 4 3 0,-6-4-2 15,4 4 6-15,-1 0 2 0,-3 0 0 0,0-4-2 16,2 9 0-16,-1-4-3 0,-1-5-5 16,-1 10 7-16,0-5-1 0,0 0 2 0,-2 3-6 0,-1-2 3 15,0 0-3-15,-1 0-1 0,-1 2-6 0,0-4 2 16,0 1-3-16,0 1-2 0,0-1-12 0,-1-2-33 16,2 1-16-16,-2-1-41 0,4-1-30 0,3-2-42 15,-9 0-195-15,9 0-388 0,-4-2 173 0</inkml:trace>
          <inkml:trace contextRef="#ctx0" brushRef="#br1" timeOffset="-233262.4243">-2757 1163 205 0,'4'-3'235'0,"-4"3"-19"0,3-6-23 16,-3 6-15-16,2-3-18 0,-2 3-16 0,0 0-23 15,0 0-43-15,0 0-38 0,0 0-59 0,0 0-68 16,0 0-157-16,0 0-265 0,-18 10 117 0</inkml:trace>
          <inkml:trace contextRef="#ctx0" brushRef="#br1" timeOffset="-232985.5233">-2969 1319 164 0,'0'8'216'0,"0"-8"-11"0,0 8-4 0,0-8-8 16,0 11-3-16,0-4-14 0,-2 1-16 0,1 2-9 16,-2-2-13-16,0 4-11 0,0-5-16 0,-1 6-5 15,-1-1-9-15,1-1-12 0,0-2-6 0,0 0-10 16,-3-1-12-16,2-1-7 0,-2-2-33 0,1 2-35 16,-3-1-48-16,-1 1-45 0,2-5-51 0,-2 3-211 15,3-3-404-15,-2-2 180 0</inkml:trace>
          <inkml:trace contextRef="#ctx0" brushRef="#br1" timeOffset="-232427.5531">-3113 1310 115 0,'-8'1'101'16,"8"-1"-8"-16,-7 2-11 0,3 1 1 0,-1 0-15 0,0-2-8 15,1 1-6-15,4-2-5 0,-6 5-5 0,1-2 9 16,1-1-20-16,0 0 0 0,4-2-1 0,-4 6-3 16,1-3-1-16,0 0-2 0,3-3-13 0,-4 6 5 15,2-2 4-15,2-4-3 0,-4 4-2 0,4-4 0 16,-3 5-6-16,3-5 1 0,-2 6-5 0,2-6 5 15,0 0-2-15,-1 5 13 0,1-5-1 0,0 0 5 0,-2 8 5 16,2-8-2-16,0 0-1 0,0 7 7 16,0-7 3-16,0 0 9 0,3 6 1 0,-3-6-5 15,1 4 6-15,-1-4 2 0,0 0-2 0,3 6 1 0,-3-6-3 16,0 0 1-16,1 5 3 0,-1-5-1 0,0 0-5 16,0 0 4-16,0 0-3 0,0 0 1 15,0 0-8-15,0 0-3 0,-5 9-1 0,5-9-3 0,-3 3-4 16,0 0-1-16,3-3-8 0,-7 2 1 0,4 0 0 15,3-2-4-15,-10 5-3 0,5-3 0 0,0 0 1 16,0 0-9-16,-1 0 6 0,0-1-6 0,0 2 3 16,-1 0 2-16,0-3-3 0,0 1-4 0,1-1 2 15,-3 0-1-15,2 0 1 0,-1 0-3 0,1-1 4 0,0 1-6 16,-2-3 0-16,1 0 3 0,1 1-2 16,0-1-4-16,-1 0 6 0,4-1-4 0,-1-1 3 15,-1 0-3-15,3 1 1 0,0-2 2 0,-1 0 2 16,2 2-4-16,2-2 1 0,0-3-4 0,0 2-11 15,3-1-12-15,-1 1-24 0,0-2-27 0,2 1-41 16,-1-1-24-16,2 2-53 0,-3 2-128 0,1-1-348 16,0 0 153-16</inkml:trace>
          <inkml:trace contextRef="#ctx0" brushRef="#br1" timeOffset="-231721.7229">-3306 1050 208 0,'0'0'205'0,"0"0"-15"0,0 0-10 0,0 0-8 15,0 0-11-15,-16 9-15 0,10-4-11 0,-3 2-14 16,-1 2-9-16,-2-1-11 0,-1 4-8 0,-2-2-8 0,-1 0-11 16,1-1-4-16,0 1-9 0,-1-1-35 15,4-3-44-15,0 0-55 0,4-3-71 0,-2 1-174 0,4-2-344 16,-1-1 153-16</inkml:trace>
          <inkml:trace contextRef="#ctx0" brushRef="#br1" timeOffset="-231974.4362">-3490 1230 111 0,'0'0'193'0,"0"0"-12"15,0 0-4-15,0 0-9 0,0 0-6 0,-6 9-11 16,6-9-7-16,-1 7 0 0,1-7-12 0,0 9-9 0,-2-4-9 15,1 1-10-15,1-6-4 0,0 10-1 16,-2-2-11-16,0-1-5 0,0 0-6 0,-1-1-10 16,2 0-7-16,0 2-7 0,-2-3 0 0,0 0-5 0,0 0-4 15,0-1-5-15,3-4-2 0,-5 8-5 0,2-6-2 16,0 0-2-16,3-2 0 0,-5 5-5 16,1-5-2-16,4 0-4 0,-6 1 4 0,6-1-5 0,0 0 3 15,-9-3-7-15,9 3 3 0,-7-3-3 0,5 0 2 16,2 3-10-16,-7-6 6 0,3 3 1 0,2 0-3 15,2 3 0-15,-7-6-2 0,4 3 0 0,3 3 1 16,-6-3-2-16,6 3-2 0,-4-3-1 0,4 3 5 16,0 0-4-16,-9 0 0 0,9 0-3 0,-6 3 6 15,3 0-6-15,3-3 0 0,-6 6-1 0,3-3 1 16,-1 0-6-16,-1 3-4 0,1-1-13 0,-1 2-20 16,-1-3-14-16,2 2-27 0,1-2-22 0,0-2-28 15,3-2-29-15,-6 5-44 0,4-2-176 0,2-3-414 0,0 0 183 16</inkml:trace>
        </inkml:traceGroup>
        <inkml:traceGroup>
          <inkml:annotationXML>
            <emma:emma xmlns:emma="http://www.w3.org/2003/04/emma" version="1.0">
              <emma:interpretation id="{631BB318-BC37-4B8D-8729-C763FCB7BD81}" emma:medium="tactile" emma:mode="ink">
                <msink:context xmlns:msink="http://schemas.microsoft.com/ink/2010/main" type="inkWord" rotatedBoundingBox="10740,12517 9103,12519 9102,12078 10739,12076"/>
              </emma:interpretation>
            </emma:emma>
          </inkml:annotationXML>
          <inkml:trace contextRef="#ctx0" brushRef="#br1" timeOffset="-225191.916">-5222 1251 112 0,'0'0'191'16,"0"0"-15"-16,0 0-18 0,0 0-13 0,0 0-12 15,0 0-4-15,0 0-13 0,0 0-12 0,0 0-3 16,0 0-11-16,2 22-7 0,-2-22-8 0,2 7-2 0,-1-3-3 15,-1-4-5-15,0 7 0 0,0-7-3 16,-1 9-9-16,1-9-12 0,-3 6 2 0,3-6-4 16,-3 4-4-16,0-2 2 0,3-2-6 0,-8 3-1 0,4-2-5 15,4-1-5-15,-10 2-1 0,5-2-5 0,-1-2 0 16,6 2-3-16,-11 0-8 0,6-3-2 16,-1 2-1-16,2 1-2 0,-1-2 5 0,5 2-6 0,-8-2 3 15,8 2 1-15,-5-1-3 0,5 1 3 0,0 0-3 16,-6-1-2-16,6 1 4 0,0 0-4 0,0 0 1 15,0 0 3-15,-5 2-1 0,5-2 1 0,0 0-1 16,0 0 2-16,1 10-7 0,-1-10 5 0,1 7-1 16,-1-7 1-16,1 8 0 0,0-4-4 0,-1-4 5 15,1 10-4-15,-1-4 3 0,0-6 1 0,1 9-1 16,-1-9-3-16,1 8-4 0,-1-8-9 0,0 6 2 16,0-6-6-16,0 0-8 0,1 6-4 0,-1-6-13 15,0 0-1-15,0 0-7 0,0 0-5 0,0 0-4 0,0 0-6 16,0 0-5-16,-12-14 2 0,11 10 0 15,1 4-6-15,-4-7 2 0,2 2 3 0,-2 1-1 16,1 1 8-16,3 3 6 0,-4-8 2 0,0 4 3 0,2 1 10 16,2 3 3-16,-5-6 6 0,3 3 0 0,2 3 13 15,-6-3 3-15,6 3 5 0,-4-3-3 0,4 3 11 16,-4-3 6-16,4 3 2 0,-5-1 17 0,5 1-6 16,-6 0 9-16,6 0 3 0,0 0 7 0,-10 1-2 15,6 2-3-15,4-3 7 0,-8 4 0 0,4-3-4 16,0 2 14-16,1-1 5 0,-3 3-13 0,2-2 14 15,-1 1-1-15,1 2 11 0,1-1 0 0,0 1-1 16,0-1 0-16,0 2 2 0,1 0 1 0,0-1 1 16,2 0 5-16,-2 3 6 0,2 0 0 0,0 0-8 0,0 0-5 15,0 3 1-15,0-2-8 0,0-1 2 0,2 2-6 16,-1 1-3-16,1 0-6 0,-1-3-1 0,2 4-3 16,-1-4-4-16,-1 0-5 0,1 2 1 0,0-3-6 15,0-1-1-15,-1 1-4 0,1-1-9 0,-2-2-16 16,1 1-25-16,-1-6-25 0,0 8-26 0,0-8-23 15,2 5-40-15,-2-5-54 0,0 0-132 0,0 0-359 16,0 0 160-16</inkml:trace>
          <inkml:trace contextRef="#ctx0" brushRef="#br1" timeOffset="-224967.6717">-5271 1175 126 0,'2'-6'294'0,"-2"6"-19"16,3-6-25-16,-3 6-23 0,4-2-23 16,-4 2-19-16,3-3-23 0,-3 3-16 0,0 0-19 0,0 0-47 15,0 0-66-15,0 0-82 0,7 1-66 0,-7-1-181 16,0 0-341-16,5 5 151 0</inkml:trace>
          <inkml:trace contextRef="#ctx0" brushRef="#br1" timeOffset="-229591.8937">-4443 1340 10 0,'0'0'127'16,"0"0"-12"-16,-6 2-13 0,6-2-11 0,-5 0-9 16,5 0-3-16,0 0-11 0,-7-2-2 0,7 2-17 15,0 0 3-15,-8-3-10 0,8 3-2 0,-5-1-1 0,5 1-13 16,-3-5 6-16,3 5-5 0,-2-4 0 16,2 4-5-16,0 0 7 0,0-8-11 0,0 8-2 15,0 0-3-15,3-10 11 0,-1 7-7 0,-2 3 7 0,5-7 0 16,-2 4 4-16,1 1-1 0,-1-1 0 0,-3 3 2 15,7-3 13-15,-4 3 9 0,-3 0 5 0,6 0-6 16,-6 0 5-16,8 3-1 0,-4-1-5 0,-1 0 3 16,0 2 6-16,-1 0 0 0,0 0 0 0,-1 2 2 15,-1 3-3-15,-1-1-1 0,0-2 4 0,-2 3-4 16,0 0-7-16,-2 1-1 0,-2 0-6 0,2-2-4 16,-4 1-7-16,2 1-3 0,-2-2-8 0,0-1-29 15,0 0-29-15,0 2-38 0,5-5-55 0,-2-2-49 16,1 0-165-16,1 1-373 0,0-1 165 0</inkml:trace>
          <inkml:trace contextRef="#ctx0" brushRef="#br1" timeOffset="-226687.7246">-4644 1336 106 0,'3'4'180'0,"-3"-4"-3"0,0 0-9 15,4 6-10-15,-2-3 0 0,0 1-16 0,-2-4-9 16,6 5-9-16,-4 0-3 0,1-1-9 0,0 0-10 15,-1-1-7-15,-2-3-10 0,4 7-4 0,-2-3-7 16,0-1-4-16,-2-3-5 0,0 6-5 0,0-6-4 16,0 0-7-16,0 0-2 0,-6 6-3 0,6-6-6 15,-6 3-6-15,3-2-3 0,3-1-6 0,-9 1-3 16,9-1-7-16,-8-2-8 0,4 2 1 0,4 0-1 16,-6-6-2-16,2 5-11 0,0-2-2 0,4 3-7 0,-5-5 1 15,5 5-1-15,-3-5-1 0,3 5 0 0,-2-7-1 16,2 7 4-16,-1-8-4 0,1 8 6 0,0-10-5 15,0 10 6-15,0-9-2 0,0 9 2 0,1-7 5 16,-1 7-2-16,1-9 4 0,-1 9 2 0,0-6-3 16,0 6 1-16,2-5 2 0,-2 5 2 0,0 0 2 15,0 0 3-15,0 0-1 0,0 0 5 0,0 0 2 16,-5-6-2-16,5 6 1 0,0 0-2 0,-9 3 1 16,9-3 0-16,-11 3 0 0,5-2-5 0,-1 1 3 15,1 1-5-15,-1 0 9 0,-1-1-1 0,1 2 0 0,0-1-2 16,1 1 1-16,-1 0-5 0,0 0 1 15,3 0 0-15,-2-2 1 0,1 1-1 0,3 0 3 0,2-3-3 16,-5 6 0-16,5-6 0 0,-2 4-6 0,2-4 2 16,-1 6-3-16,1-6 3 0,0 0 1 0,0 0 1 15,3 11 1-15,-2-9-3 0,-1-2 0 0,4 4-3 16,-4-4 6-16,5 3-3 0,-2 0 2 0,-3-3-3 16,5 3 3-16,-5-3-2 0,6 3 2 0,-4 0 2 15,-2-3-6-15,4 3 3 0,-4-3 2 0,4 2-3 16,-4-2-1-16,0 0 4 0,2 7 4 0,-2-7 2 15,-1 6 6-15,1-6-5 0,0 0 2 0,-5 9-2 16,2-5 1-16,0-1-3 0,-2 2-4 0,1-4 5 0,-2 3 1 16,1 0-4-16,-2-3 1 0,0 1-1 0,-1 1 2 15,-1-3-4-15,2 0-1 0,0 1 2 0,0-4-4 16,-2 2 4-16,1-1-1 0,0 1 0 0,1-2 0 16,0 0-2-16,1 0 3 0,1-3-1 0,1 1-3 15,2 0-3-15,0-1 2 0,0 2-3 0,2-5-1 16,2 2-12-16,0-1-11 0,0 0-24 0,1-1-29 15,1 0-28-15,1 1-38 0,-1-1-64 0,0 2-128 16,-1 1-365-16,0-2 162 0</inkml:trace>
          <inkml:trace contextRef="#ctx0" brushRef="#br1" timeOffset="-225939.9292">-4973 1188 2 0,'0'0'169'0,"-16"5"-11"0,11-4-20 0,0 0-18 16,0 0-3-16,-2 1-18 0,0-1-7 0,1 0-19 0,-2 1-25 15,1 1-35-15,0-3-39 0,-1 1-142 16,1 1-181-16,0-2 81 0</inkml:trace>
          <inkml:trace contextRef="#ctx0" brushRef="#br1" timeOffset="-226157.9381">-4978 1264 42 0,'0'0'199'0,"0"0"-8"15,1 9-9-15,-1-9-13 0,0 0-5 0,0 10-11 16,0-10-16-16,-1 8-12 0,1-8-9 0,-1 8-6 15,1-8-9-15,-1 8-14 0,-2-3-2 0,1-1-7 16,-1 1-3-16,1-1-6 0,-1 2-5 0,-1-2-7 0,-1 1-5 16,-1 0-8-16,2-2-4 0,-2 2-1 15,0-2-7-15,0 0-3 0,-1 0-5 0,1-2-4 16,1 1-4-16,-2 0-19 0,1-3-4 0,0 1-8 16,6 0-5-16,-12-2-3 0,8 0-1 0,-1 0-1 15,1-1-1-15,4 3 2 0,-6-6 1 0,3 3 5 16,0 0 3-16,3 3-6 0,-3-8 5 0,3 8 4 0,0-6 1 15,0 6-2-15,0 0-1 0,1-8 6 16,-1 8-4-16,5-4 4 0,-5 4 1 0,4-6-1 0,-4 6 3 16,6-1 5-16,-6 1 7 0,4-1 6 0,-4 1 5 15,0 0 9-15,6 2-6 0,-6-2-2 0,5 5 6 16,-2-3 2-16,-3-2 4 0,4 7 0 0,-2-3 4 16,0 0 3-16,0 1 0 0,-2-5 0 0,0 9-3 15,0-3-4-15,0-6-1 0,-1 10 3 0,-1-4 1 16,-1 2-5-16,0-3-2 0,-1 2-4 0,0-1-2 15,-1 0-5-15,-1-1 4 0,-1-1-8 0,1-1-3 16,0-1-13-16,2 2-21 0,-1-4-31 0,1 2-19 16,4-2-30-16,-9 2-36 0,9-2-33 0,0 0-201 0,-7-6-407 15,5 3 180-15</inkml:trace>
          <inkml:trace contextRef="#ctx0" brushRef="#br1" timeOffset="-231041.0806">-3865 1283 22 0,'0'0'181'0,"0"0"-12"0,0 0-13 0,0 0-14 0,0 0-2 15,0 0-11-15,17 3-4 0,-17-3-3 0,3 6-22 16,1-3 4-16,0 2-7 0,1-1 0 16,0 1-6-16,0-2-6 0,-3 3-2 0,1-3-1 15,0 1-7-15,-1 1 0 0,0 0-3 0,-2-5-4 0,2 9-4 16,-2-9-6-16,-3 7-4 0,0-3-5 15,3-4-3-15,-6 5-7 0,-1-1-5 0,0-2-8 16,0 1-13-16,0-2-30 0,-4 0-39 0,0-1-40 0,5 1-53 16,-3-1-231-16,2-1-412 0,-1-1 182 0</inkml:trace>
          <inkml:trace contextRef="#ctx0" brushRef="#br1" timeOffset="-230767.528">-3953 1150 22 0,'0'0'247'0,"0"0"-18"0,0 0-10 0,0 0-17 15,0 0-6-15,0 0-6 0,0 0-10 0,0 0-18 16,0 0-2-16,-3 20-12 0,2-12-15 0,0-3-14 15,-1 4-8-15,0-1-11 0,1 2-10 0,-1 2-4 16,-1-2-10-16,2 0-7 0,-2-2-8 0,0 1-9 16,1 0-1-16,0 3-9 0,-1-4-8 0,1 2-43 15,-1-1-55-15,-3-3-69 0,3 1-64 0,-2 1-233 0,1-2-465 16,0-1 206-16</inkml:trace>
          <inkml:trace contextRef="#ctx0" brushRef="#br1" timeOffset="-230496.4339">-4101 1328 216 0,'0'0'206'0,"0"0"-15"16,0 0-10-16,0 0-7 0,2 9-7 0,-2-9-7 15,0 0-15-15,2 12-10 0,-2-5-4 0,-1-1-13 16,-1 3-10-16,0-1-11 0,-1 1-14 0,0 0-1 16,-2 1-8-16,-1 2-6 0,3-1-11 0,-1-2-1 15,2-1-7-15,-2 1-8 0,1-2-10 0,0-1-28 16,1 1-35-16,-1-2-49 0,0-1-46 0,3-4-62 16,-5 5-169-16,2-3-387 0,3-2 172 0</inkml:trace>
          <inkml:trace contextRef="#ctx0" brushRef="#br1" timeOffset="-220906.1521">-4234 1310 75 0,'0'0'149'0,"0"0"-7"0,-2-4-10 16,2 4-5-16,0 0-11 0,-1-7-3 0,1 7-11 16,0 0-7-16,0 0-3 0,1-8-14 0,-1 8 1 0,0 0-8 15,4-6-8-15,-4 6-2 0,2-5-7 0,-2 5-4 16,3-4-2-16,-3 4-9 0,3-3-5 0,-3 3 0 16,3-3-3-16,-3 3-7 0,0 0 3 0,7-3-5 15,-7 3 3-15,3-2-11 0,-3 2 3 0,0 0-3 16,8-1 3-16,-8 1-3 0,0 0 2 15,6 1-4-15,-6-1 1 0,0 0-1 0,4 2 0 0,-4-2 3 16,0 0 1-16,0 0 1 0,2 6 0 0,-2-6-2 16,0 0 5-16,-1 7-6 0,1-7-1 0,0 0-1 15,-4 9-1-15,4-9 1 0,-1 5-1 0,1-5 2 16,-3 6-2-16,0-3 0 0,3-3-4 0,-5 5 2 16,1-2-3-16,4-3 2 0,-7 5-3 0,2-5 0 15,1 3 3-15,-2-2-5 0,0 0 3 0,1 1 1 16,-1 0-5-16,0-2 3 0,1 2-14 0,-1-1 12 15,1-1 0-15,-2 2 2 0,2-1-2 0,5-1 2 0,-8 0-2 16,5 1-5-16,3-1 8 0,-6 2-4 0,6-2 1 16,-4 2-3-16,4-2 2 0,0 0 4 0,-5 4 2 15,3 0 2-15,2-4 0 0,-3 5 2 0,2-1 9 16,1-4 3-16,-3 6-4 0,3-6 0 0,-2 9 2 16,2-5 3-16,0-4 1 0,-2 10 2 0,1-4-4 15,0-2-3-15,2 4-3 0,-2 0-2 0,1-1 0 16,0-1 2-16,0 3-8 0,0-1 5 0,0 0-2 15,-2 1-3-15,2-1-5 0,-1-1 6 0,-1 3-5 16,2-2 0-16,-1 0-6 0,0-2-20 0,-1 0-36 16,0-2-32-16,2-4-46 0,-3 9-63 0,0-7-179 15,3-2-407-15,-4 6 180 0</inkml:trace>
        </inkml:traceGroup>
        <inkml:traceGroup>
          <inkml:annotationXML>
            <emma:emma xmlns:emma="http://www.w3.org/2003/04/emma" version="1.0">
              <emma:interpretation id="{837C05AB-2413-413A-93F1-B9B82D487983}" emma:medium="tactile" emma:mode="ink">
                <msink:context xmlns:msink="http://schemas.microsoft.com/ink/2010/main" type="inkWord" rotatedBoundingBox="8945,12390 7373,12392 7372,12022 8944,12021"/>
              </emma:interpretation>
            </emma:emma>
          </inkml:annotationXML>
          <inkml:trace contextRef="#ctx0" brushRef="#br1" timeOffset="-219505.8311">-5603 1266 155 0,'0'0'154'0,"0"0"-10"0,0 0-5 0,0 0-5 16,0 0-12-16,0 0-9 0,0 0-7 15,-2 11-2-15,2-11-5 0,0 0-4 0,-1 9-7 16,1-9-4-16,-2 5-8 0,0 0 1 0,2-5-9 0,-4 7-2 15,3-4-5-15,1-3-5 0,-5 6-7 0,1-5-2 16,1 2-4-16,-1 1-5 0,-2-1-5 16,0-1 1-16,-2 1-9 0,4-3-1 0,-2 3-2 0,6-3-3 15,-9 0-1-15,4 0-3 0,0 1 4 0,5-1-7 16,-8-1 0-16,4-2-1 0,4 3 0 16,-7-3 1-16,5 0 2 0,2 3 5 0,-3-6 0 0,3 6 3 15,-1-9-1-15,1 9 2 0,3-13 1 0,-2 5 0 16,2 1 1-16,0-2-4 0,0 1 0 0,3-3-3 15,-3 0 0-15,1 3-2 0,0-1-5 0,1 3 2 16,-1-1-3-16,1 2-3 0,0-1 0 0,-2 2-13 16,0 1-8-16,-1-1-15 0,3 1-14 0,-5 3-21 15,4-4-23-15,-4 4-23 0,5-3-9 0,-5 3-19 0,0 0-19 16,4 0-15-16,-4 0-125 0,0 0-321 16,0 0 142-16</inkml:trace>
          <inkml:trace contextRef="#ctx0" brushRef="#br1" timeOffset="-219190.9313">-5786 1464 174 0,'0'0'250'0,"0"0"-16"0,0 0-15 0,0 0-15 15,0 0-17-15,0 0-17 0,12-9-23 0,-12 9-11 16,4-4-15-16,-4 4-35 0,2-6-37 0,-2 6-46 0,2-5-57 16,-2 5-64-16,0-7-184 0,0 7-326 0,-3-7 144 15</inkml:trace>
          <inkml:trace contextRef="#ctx0" brushRef="#br1" timeOffset="-218608.8846">-5847 1256 98 0,'0'0'172'0,"1"6"-7"16,2-2-10-16,-3-4-10 0,1 8-3 0,1-2-15 15,1-1-4-15,-2-1-10 0,0 2-6 0,1-1-13 0,-1 2-5 16,-1-7-3-16,1 9-10 0,-1-5-4 0,0-4-3 16,0 8-2-16,0-8-5 0,-1 9-8 0,-2-6 1 15,3-3-6-15,-5 5-8 0,2-3-3 0,3-2-3 16,-8 4-3-16,4-2-4 0,4-2-2 0,-11 1-14 16,6 0-4-16,0-1-15 0,5 0-4 0,-13-1-5 15,7-1-4-15,0-1-5 0,-1 2-9 0,0-2 4 16,2-2-5-16,-1 2-14 0,0-2 18 0,1 1-3 15,2-2 0-15,-1 2 11 0,2-2-1 0,-1 2-2 16,2-1-2-16,1 5 14 0,1-12 0 0,-1 12 2 16,3-11 2-16,0 7-4 0,0-4 0 0,-1 4 4 15,1 0 0-15,1 2 2 0,-1-2 0 0,-3 4 2 16,6-4 1-16,-2 3 0 0,-4 1 7 0,6-2 2 0,-3 1-3 16,-3 1 2-16,0 0-3 0,8 1 3 15,-8-1 0-15,5 1 0 0,-5-1 6 0,4 5 0 16,-4-5 0-16,3 5-3 0,-3-5 6 0,0 7 2 0,0-7-6 15,0 8 0-15,0-8-2 0,-4 8 1 0,1-3 3 16,-2 0-4-16,1-1 0 0,0 1-1 0,-2-1 0 16,1 0-1-16,-1 0 3 0,0 0-2 0,-1-1 2 15,0 0-3-15,0 0-4 0,0-1 6 0,-1-1-2 16,1-1 1-16,-1 0 0 0,2 2 0 0,-1-2-3 16,2 0-2-16,5 0 3 0,-11-2 0 0,8 1 9 15,3 1 6-15,-7-3-1 0,7 3 6 0,-5-5 4 16,3 2 8-16,2 3 2 0,-2-6-1 0,2 6 4 15,-1-9 7-15,1 9 2 0,0-9-1 0,0 9-1 16,2-13-5-16,1 6-4 0,0-1-4 0,-2-1 1 16,3-3-5-16,0 0-3 0,-1 3-7 0,0-3 3 15,0 3-10-15,-2 0 6 0,2 0-2 0,-1 4-2 0,-1 1-8 16,1-1-3-16,-2 5-18 0,2-6-14 16,-2 6-28-16,0 0-39 0,0 0-31 0,0 0-48 15,0 0-202-15,-11 0-405 0,11 0 180 0</inkml:trace>
          <inkml:trace contextRef="#ctx0" brushRef="#br1" timeOffset="-217737.908">-6153 1298 13 0,'0'0'175'0,"0"0"-11"0,0 0-17 0,0 0-12 0,0 0-9 16,0 0-14-16,4 14-5 0,-4-14-11 0,-2 7-9 16,2-7-10-16,-2 5-9 0,2-5-4 15,-1 4-7-15,1-4-2 0,-5 5-4 0,5-5-9 0,-4 3-2 16,4-3-5-16,-6 3-1 0,6-3-8 0,-6 1-6 15,6-1-1-15,-9-3 2 0,9 3 0 0,-9-3-6 16,6 1 3-16,3 2-3 0,-6-4 0 0,2 0-6 16,1 1 9-16,3 3-3 0,-4-9 1 0,2 5-1 15,0-1 1-15,2 5 2 0,-1-7 7 0,1 7 1 16,0-7 5-16,0 7 0 0,0 0-1 0,0-7 3 16,0 7-5-16,0 0 0 0,1-6-7 0,-1 6-1 15,0 0-1-15,0 0-3 0,0 0-2 0,0 0-2 16,0 0-2-16,0 0 6 0,0 0-7 0,0 0 1 0,0 0-3 15,0 0 1-15,0 0-1 0,0 0-7 16,0 20 7-16,0-20-5 0,-1 5-5 0,1-5 2 16,-4 6-8-16,2-3-4 0,-2-1-4 0,4-2-1 15,-5 4-9-15,0-2 1 0,1-1-2 0,4-1-6 0,-8 2-5 16,3-1-6-16,0 0 1 0,5-1-6 0,-9-1 15 16,9 1 3-16,-8-2 4 0,4 1 0 15,4 1 5-15,-7-3-4 0,4-1 7 0,3 4 1 0,-6-3 7 16,3 1 3-16,3 2 1 0,-4-4 5 0,4 4 6 15,-3-4 1-15,3 4 10 0,0 0 4 0,-5-3 2 16,5 3 4-16,0 0 1 0,0 0-9 0,0 0 9 16,-3-3-1-16,3 3 2 0,0 0 2 0,0 0 1 15,0 0 4-15,0 0-4 0,0 0-1 0,0 0-3 16,0 0 3-16,0 0-6 0,9 10 3 0,-9-10 0 16,3 5-1-16,-3-5-1 0,4 4 2 0,-3 0-4 15,-1-4-2-15,3 6-3 0,-2-3 2 0,-1-3 1 16,2 7 3-16,-1-2-5 0,-1-5 0 0,0 8 1 15,1-4 4-15,-1-4 0 0,0 10 4 0,0-10-6 16,-1 10 2-16,1-6 1 0,0-4 0 0,-1 9-3 16,-1-5-1-16,1 1 4 0,1-5 1 0,-4 10-1 0,2-6-3 15,-3 2 3-15,1-1-1 0,-1-2-3 0,0-1-4 16,-1 3 1-16,0-3 5 0,-1 2-6 16,0-2-2-16,-1 2-2 0,3-2-1 0,-4-2-1 0,1 0 4 15,0 2-4-15,0-4 0 0,0 2-2 0,-3 0-2 16,3-1 2-16,0-1-2 0,0-1 2 0,-2-1-2 15,1 1-2-15,0 0 0 0,2-1-1 0,0 0 3 16,0-1-2-16,0-2-2 0,1 0 0 0,2 1 1 16,-1 0-4-16,1 0-1 0,1-3-7 0,1 2-4 15,0-1-10-15,0 0-13 0,1 1-21 0,1 0-21 0,2-1-30 16,0 2-36-16,1-1-28 0,1-2-47 16,2 3-140-16,2-3-390 0,1 2 173 0</inkml:trace>
          <inkml:trace contextRef="#ctx0" brushRef="#br1" timeOffset="-217430.14">-6158 1184 143 0,'0'0'200'0,"0"0"-7"0,0 0-12 16,-13 4-13-16,13-4-15 0,-6 2-12 0,6-2-11 16,-7 0-12-16,2 2-11 0,5-2-7 0,-7 1-11 15,7-1-8-15,-8-1-9 0,8 1-8 0,-8-4-3 16,5 4-7-16,3 0-6 0,-7-6-8 0,4 2-7 16,0 1-3-16,3 3-9 0,-4-8-2 0,3 4-4 15,-1-2-2-15,2 6-3 0,3-12-5 0,-2 5 0 0,0 1-5 16,2-1-2-16,0 1-7 0,0-1-11 0,1 2-11 15,-2 1-16-15,0 1-25 0,-2 3-19 0,4-5-28 16,-4 5-49-16,0 0-122 0,0 0-313 0,0 0 139 16</inkml:trace>
          <inkml:trace contextRef="#ctx0" brushRef="#br1" timeOffset="-209744.7414">-6654 1274 18 0,'0'0'169'0,"0"0"-12"0,0 0-14 0,0 0-8 15,0 0-14-15,0 0-6 0,0 0-6 0,0 0-7 16,0 0-5-16,0 0-2 0,0 18 1 0,0-18 1 15,-3 8-5-15,1-4-3 0,0 0-3 16,0 0-7-16,-1 3-1 0,-1-1-7 0,1-1-4 16,0 0-5-16,0 2-6 0,-4-3-5 0,1 2-7 0,0-1-4 15,1-1-1-15,0 0-1 0,1-1-5 16,-1 0-5-16,-1-1-3 0,0 1-2 0,1 0-11 0,1-3-7 16,4 0-5-16,-9 0-5 0,3-2-2 0,6 2-4 15,-11-3-6-15,6 1-1 0,0-1-1 0,-1 0-5 16,1-2-5-16,0 1-4 0,2 1 5 0,0-2 1 15,-1 2 5-15,4 3-6 0,-3-7 9 0,1 3-4 16,2 4 1-16,-3-7 0 0,3 7 9 0,0 0-3 16,2-8 5-16,-2 8-1 0,3-4-1 0,-3 4 7 0,3-5 0 15,-3 5 0-15,5-3 6 0,-5 3 4 0,6-2 5 16,-6 2 2-16,6-2 0 0,-6 2 3 0,5-1 2 16,-5 1 1-16,0 0 3 0,9 0 2 0,-9 0-2 15,3 4 5-15,-1-2 0 0,-2-2-2 0,4 4 6 16,-4-4 1-16,3 7 7 0,-2-3 1 0,-1-4-1 15,2 9 0-15,-2-5 2 0,0-4 1 0,-2 10-3 16,-2-3-1-16,1-3-1 0,-2 3-2 0,0-1-7 16,0 2-1-16,-1-3-3 0,-1 0-1 0,1 2-2 0,0-3-4 15,-2 3-2-15,2-2-15 0,-1-1-21 16,1-1-24-16,1-1-33 0,1 1-41 0,1-1-45 16,3-2-70-16,-7 0-122 0,7 0-387 0,0 0 170 0</inkml:trace>
          <inkml:trace contextRef="#ctx0" brushRef="#br1" timeOffset="-209478.5162">-6690 1166 202 0,'2'-4'302'0,"-2"4"-21"15,3-3-17-15,-3 3-27 0,0 0-23 0,3-5-21 16,-3 5-17-16,0 0-17 0,3-3-26 0,-3 3-37 16,0 0-41-16,0 0-67 0,0 0-83 0,0 0-94 15,0 0-147-15,0 0-364 0,0 0 161 0</inkml:trace>
          <inkml:trace contextRef="#ctx0" brushRef="#br1" timeOffset="-215657.4863">-6943 1299 47 0,'0'0'196'0,"0"0"-9"0,0 0-15 16,0 0-3-16,0 0-10 0,0 0-14 0,0 0-7 0,0 0-9 16,0 0-12-16,0 0-5 0,0 0-7 0,0 0-2 15,5 12-6-15,-5-12-5 0,1 7-8 0,-1-7-5 16,-1 7-1-16,1-7-6 0,-1 9-9 0,0-4-5 15,1-5-6-15,-3 8-4 0,2-3-4 16,-1-1-1-16,2-4-5 0,-4 7-3 0,1-3-6 16,3-4 0-16,-6 5-5 0,2-2 2 0,-1-1-6 0,1 0 1 15,-1 0-4-15,-1-1 1 0,0 1-4 0,-1-2-2 16,-1 0 1-16,0-1-2 0,-1 0-1 0,-3 1 1 16,-1-2-4-16,2 1 3 0,1-4-7 15,-3 2 2-15,2-1 0 0,-1 0-1 0,2 0 0 0,0-2 0 16,2 2-1-16,-1-1 1 0,0-2-2 0,3 2 0 15,1 0-4-15,0-2-12 0,1 0-8 0,1 3-7 16,2-2-17-16,1 6-16 0,-2-11-27 0,2 5-32 16,2 1-20-16,0-2-26 0,1 3-44 0,1-2-134 15,0 1-373-15,0-1 165 0</inkml:trace>
          <inkml:trace contextRef="#ctx0" brushRef="#br1" timeOffset="-215430.8642">-7039 1232 121 0,'0'0'182'0,"0"0"-16"0,-7 0-10 16,7 0-18-16,-8 0-5 0,8 0-14 0,-6 2-9 15,6-2-17-15,-9 0-2 0,5 0-22 0,4 0-27 16,-9 0-41-16,2 0-34 0,2 0-67 0,-2 0-115 0,7 0-233 15,-12-2 104-15</inkml:trace>
        </inkml:traceGroup>
        <inkml:traceGroup>
          <inkml:annotationXML>
            <emma:emma xmlns:emma="http://www.w3.org/2003/04/emma" version="1.0">
              <emma:interpretation id="{B0BAF540-361B-4D57-9100-ED80291E51DF}" emma:medium="tactile" emma:mode="ink">
                <msink:context xmlns:msink="http://schemas.microsoft.com/ink/2010/main" type="inkWord" rotatedBoundingBox="7220,12477 4256,12480 4255,11887 7219,11885"/>
              </emma:interpretation>
            </emma:emma>
          </inkml:annotationXML>
          <inkml:trace contextRef="#ctx0" brushRef="#br1" timeOffset="-213771.3429">-7803 1321 49 0,'0'0'193'0,"0"0"1"0,0 0-18 0,-5 13-8 15,5-13-2-15,-1 10-11 0,-1-5-5 0,2 1-9 16,-2 1-5-16,0 2 0 0,0-1-9 0,-1-3-11 15,0 4-7-15,0-1-11 0,-1 0-8 0,1 1-6 16,-3 0-10-16,3-2-9 0,-2 2-8 0,1-1-10 16,0-3-20-16,-1 2-23 0,1-1-34 0,-2-2-44 15,1-1-42-15,1-1-56 0,0-1-190 0,4-1-392 0,-8 1 173 16</inkml:trace>
          <inkml:trace contextRef="#ctx0" brushRef="#br1" timeOffset="-213224.1853">-7956 1294 48 0,'-4'2'115'0,"-1"0"0"0,5-2-9 15,-8 3-26-15,3 0 2 0,2 0 1 0,-2-2-13 16,2 3-2-16,3-4-10 0,-6 6 3 0,4-4-17 16,2-2-9-16,-3 5 9 0,3-5-2 0,-2 7-4 15,2-7-8-15,0 5 0 0,0-5 7 0,0 0 1 16,4 7 8-16,-4-7-7 0,4 4 3 0,0-3-2 16,-4-1 0-16,5 4-7 0,-1-2 5 0,-4-2 3 0,6 4 0 15,-3-3 5-15,0 2-2 0,-3-3-10 0,5 4 3 16,-5-4-4-16,4 4-1 0,-4-4 2 15,2 2-1-15,-2-2 7 0,2 4 10 0,-2-4-7 0,0 0 5 16,0 8-1-16,0-8-2 0,-5 7-2 0,5-7 0 16,-4 6 1-16,0-3-4 0,-1 1-2 0,-1 0 0 15,0-1 1-15,0 1 0 0,0-2-4 0,-1 1-4 16,0 0 2-16,-1-1-5 0,-1 0 0 0,0-1-4 16,-3 1 0-16,4-1-4 0,-3 0 2 0,1-2-2 15,0 0 4-15,1 0 3 0,1-1 4 0,1 0 0 16,-2-1 0-16,2-1-6 0,1 1 6 0,1-4-5 15,2 2-1-15,-1-2-4 0,3 3-4 0,-1-5-1 16,3 0-4-16,0 0-8 0,4-3-16 0,0 1-32 0,2 1-38 16,2-1-56-16,2-2-51 0,-1 4-244 0,0 0-469 15,4-2 209-15</inkml:trace>
          <inkml:trace contextRef="#ctx0" brushRef="#br1" timeOffset="-214920.5159">-7331 1258 183 0,'0'0'176'0,"0"0"-11"0,-1 6-3 0,1-6-9 0,0 0-11 15,0 0-9-15,2 9-16 0,-2-9-7 16,0 0-11-16,1 8-6 0,0-4-5 0,-1-4-4 16,0 7-7-16,0-7-4 0,-1 8-8 0,1-8-6 0,-3 7-4 15,1-2-9-15,-1-2-2 0,-1 1-3 0,0-1-11 16,0 0-1-16,1 0 5 0,-2-1-9 0,-1-1-4 16,0 1 0-16,1 0-2 0,1-1-4 0,4-1-1 15,-8-1-4-15,8 1 0 0,-8-2 1 0,8 2 0 16,-7-2-4-16,7 2 1 0,-4-4 0 0,1 2-3 15,3 2 2-15,-4-3 6 0,4 3-1 0,-3-3 13 16,3 3 2-16,0 0-5 0,0 0 1 0,-5-3-2 16,5 3-1-16,0 0-4 0,0 0-1 0,0 0-4 15,0 0 2-15,0 0-4 0,0 0-2 0,-2 11 4 16,2-11-1-16,-1 7 0 0,1-7 0 0,0 10-4 16,0-5 3-16,-1 2-5 0,1 1 4 0,-2-1 0 15,-1 3 0-15,-1 0 0 0,1-4-2 0,-1 4-3 0,0-1 2 16,-2 1-3-16,-1 1 0 0,0-2-1 0,-2 1-7 15,1-2-10-15,-2 0-18 0,1 1-11 16,0-2-20-16,3-2-29 0,-1 0-30 0,1-1-40 0,2-1-211 16,-1 0-405-16,5-3 179 0</inkml:trace>
          <inkml:trace contextRef="#ctx0" brushRef="#br1" timeOffset="-214620.0522">-7358 1498 203 0,'5'-4'272'0,"-5"4"-13"16,3-3-15-16,-3 3-12 0,3-4-18 0,-3 4-18 0,0 0-18 15,2-6-14-15,-2 6-19 0,0 0-20 0,0 0-43 16,0 0-47-16,0-6-82 0,0 6-97 0,0 0-216 15,0 0-390-15,0 0 173 0</inkml:trace>
          <inkml:trace contextRef="#ctx0" brushRef="#br1" timeOffset="-214309.5266">-7612 1230 55 0,'0'0'162'0,"0"0"-6"0,0 0-5 16,0 0-11-16,0 0-8 0,7 17-2 16,-6-13-3-16,1 0 0 0,-2-4-7 0,4 9-6 15,-2-5-7-15,0 4-7 0,0-2-4 0,1-2-6 0,0 2-1 16,-2-1-9-16,1-1-11 0,0 2 0 0,-2-6-7 16,1 8-4-16,0-4-6 0,-1-4-3 0,-1 9-2 15,1-9-12-15,-3 8 3 0,0-5-5 0,0 2-3 16,-1-3-4-16,-1 1-19 0,-2 2-19 0,0-2-27 15,1-1-35-15,-1 0-35 0,1-1-39 0,-1-1-53 16,1-1-127-16,6 1-356 0,-10-1 158 0</inkml:trace>
          <inkml:trace contextRef="#ctx0" brushRef="#br1" timeOffset="-214016.7629">-7716 1163 202 0,'0'0'217'16,"-2"-5"-11"-16,2 5-22 0,0 0-12 0,0 0-10 15,0 0-11-15,0 0-6 0,-9 6-5 0,9-6-11 16,-4 10-6-16,2-6-4 0,1 4-4 0,-2-1-10 15,2 1-3-15,-1 1-13 0,1-1-7 0,-1 2-7 16,0-1-6-16,-2 2-7 0,3-1-3 0,-1-2-6 16,1 2-7-16,-1-1-12 0,0 0-29 0,1 0-36 15,0-3-50-15,0 1-61 0,0-2-47 0,0 1-212 16,-2-2-434-16,3-4 192 0</inkml:trace>
          <inkml:trace contextRef="#ctx0" brushRef="#br1" timeOffset="-206792.3252">-8067 959 152 0,'0'0'163'0,"0"0"-4"0,0 0-11 0,0 0-14 0,-11 11 2 15,5-7-9-15,-2 5-9 0,-4-1-5 0,-1 4-12 16,-1 0-8-16,-2 0-2 0,0 1-8 15,0-1-8-15,-3 1-14 0,2-2-2 0,2 0-8 0,1 0-28 16,4-2-16-16,-1 0-41 0,1 0-38 0,0-2-58 16,1 0-147-16,0-1-299 0,2 0 133 0</inkml:trace>
          <inkml:trace contextRef="#ctx0" brushRef="#br1" timeOffset="-207356.246">-8263 1148 160 0,'0'0'155'0,"0"0"-8"0,0 0-6 15,0 0-4-15,-6 10-4 0,6-10-9 0,1 6-5 0,-1-6-10 16,1 8 1-16,-1-8-9 0,-2 10-12 0,2-4-4 16,0-6-6-16,0 11-2 0,0-5-10 0,-2 1-3 15,0 1-6-15,1 0-6 0,-1-1-2 0,0 1-7 16,0-1-5-16,1-1-6 0,-3 3-3 0,1-2-3 16,0-2 1-16,0 1-3 0,0-1-2 0,0-1 0 15,0 1-4-15,0-2-3 0,-1 1 1 0,2 0-2 16,-2 0-7-16,0-1-4 0,4-3-6 0,-7 4-5 15,3-3-4-15,4-1 0 0,-7 0 2 0,7 0-1 0,-6-1-5 16,6 1 3-16,-7-3-1 0,3 0 4 16,1 0-2-16,3 3 3 0,-7-7 0 0,6 3 5 0,-2-1-4 15,0-1 1-15,0 0-1 0,0 1 5 0,1 0-1 16,0 0 2-16,0-1 9 0,2 6-6 0,-3-9 1 16,1 5-12-16,2 4 13 0,-2-5 6 0,2 5-3 15,-2-6-3-15,2 6 3 0,0 0-2 0,-2-5-3 16,2 5 0-16,0 0 0 0,0 0 2 0,0 0-1 15,0 0-2-15,0 0-8 0,0 0 9 0,0 0 4 16,0 0-1-16,0 0-2 0,-1 16 3 0,1-16-2 16,-1 7-2-16,1-7-2 0,-1 6 4 0,1-6-2 15,-1 9 4-15,1-9-1 0,-3 7-4 0,3-7-3 16,-2 7-4-16,0-5 0 0,2-2-2 0,-4 6-3 0,2-3-4 16,2-3 0-16,-6 4-1 0,2-3-1 15,4-1 0-15,-7 3 2 0,7-3-4 0,-9 0 3 0,9 0 4 16,-8 0-8-16,3-2 7 0,5 2 1 0,-10-1 1 15,5 1 0-15,1-2 1 0,4 2 1 0,-9-1 0 16,6-1 5-16,3 2 1 0,-7-1-2 0,7 1 4 16,-4-1-5-16,4 1 2 0,0 0 2 0,0 0-1 15,0 0 0-15,-7 0 1 0,7 0-3 0,0 0 8 16,0 0-3-16,0 0-2 0,-3 7 1 0,3-7 3 16,1 7-3-16,-1-7 3 0,0 0 3 0,3 11-5 15,-2-7-3-15,-1-4 5 0,1 9-5 0,1-3 4 16,-1-3 4-16,-1-3-5 0,2 11 2 0,-2-6 4 0,0-5-5 15,1 7-2-15,-1-7 2 0,0 7-1 16,0-7-3-16,0 0-2 0,-2 6-6 0,2-6-3 16,-3 4-7-16,3-4 3 0,0 0 2 0,-7-1 2 0,7 1 1 15,0 0-6-15,-7-4-2 0,7 4 8 0,-7-5-4 16,5 2 3-16,-2 0-7 0,4 3 6 0,-4-6 0 16,1 3 3-16,3 3 2 0,-4-8 2 0,2 5-2 15,2 3-1-15,-2-8-10 0,2 8 13 0,-3-8-3 16,3 5 10-16,0 3-7 0,-2-7 5 0,2 7-2 15,0 0 5-15,-1-8-5 0,1 8-7 0,-2-6 9 16,2 6-1-16,-3-4-2 0,3 4 2 0,-4-2 3 16,4 2-8-16,-6-2 11 0,6 2 0 0,-8 0-5 15,8 0 2-15,-8 1 3 0,8-1-21 0,-9 2 22 16,3-2 7-16,3 2-2 0,-4 0 7 0,3-1-6 16,-2 2-4-16,0 0 8 0,2 0 0 0,-1 0 4 0,1 1-2 15,0 1 11-15,1 1-7 0,-1-3 6 0,2 3-1 16,-1 0-3-16,0 0 6 0,0 3-4 15,1-2 8-15,0 0-12 0,-1 2 18 0,3-2 3 0,-2 2 1 16,1-1 0-16,0 0-4 0,0 4 3 0,0-2-5 16,1-1 5-16,-1 1-4 0,-1 2-3 0,2 0 0 15,0-2-4-15,-2-2-7 0,1 1 1 0,0 0-3 16,0-3-4-16,1 2-13 0,0-3-15 0,0-5-22 16,-1 9-30-16,1-9-27 0,0 7-26 0,0-7-55 15,0 0-127-15,0 0-323 0,0 0 144 0</inkml:trace>
          <inkml:trace contextRef="#ctx0" brushRef="#br1" timeOffset="-207086.9401">-8484 1174 42 0,'0'0'267'0,"3"-7"-13"16,-3 7-14-16,2-4-13 0,-2 4-21 0,0 0-18 16,0 0-19-16,2-4-20 0,-2 4-16 0,0 0-31 15,0 0-40-15,0 0-57 0,0 0-57 0,1-5-75 16,-1 5-185-16,0 0-336 0,0 0 150 0</inkml:trace>
          <inkml:trace contextRef="#ctx0" brushRef="#br1" timeOffset="-203343.501">-8755 1307 30 0,'0'0'151'0,"0"0"-12"16,0 0-16-16,0 0-14 0,0 0-5 0,0 0-12 15,0 0-10-15,0 0-8 0,0 0-4 16,0 0-5-16,0 0-7 0,0 0-7 0,-3 13-2 0,3-13-1 16,-2 7 1-16,2-7-5 0,-5 7-2 15,2-4-5-15,2 0 1 0,1-3-5 0,-7 8-5 0,3-3 0 16,1-2-4-16,0 0-1 0,0-1-1 0,-2 1-7 15,2 0 1-15,3-3-2 0,-8 3 1 0,4-2-8 16,4-1 3-16,-6 2-5 0,6-2-5 0,-7-1 0 16,7 1 2-16,0 0-4 0,-7-2 0 0,7 2 0 15,-5-4 2-15,3 1-3 0,2 3 4 0,-3-5-2 16,3 5 7-16,-1-6-4 0,1 6 2 0,0 0-7 16,1-8 4-16,-1 8 1 0,0-8 4 0,0 8-1 15,0 0 11-15,2-8-3 0,-2 8 1 0,0 0 1 16,2-6 1-16,-2 6-2 0,0 0-2 0,0 0-5 0,2-3-1 15,-2 3-3-15,0 0 2 0,0 0-2 0,0 0 0 16,0 0 1-16,0 0-2 0,0 0 2 0,0 0-2 16,0 0 1-16,0 0 0 0,0 0-1 0,0 0 0 15,0 0 0-15,0 0-1 0,-6 15-2 0,6-15 0 16,-3 3 1-16,3-3-6 0,-3 6-3 0,3-6-3 16,-6 2-5-16,6-2-1 0,-5 3-3 0,5-3-11 15,-7 1-5-15,7-1 3 0,-4 0-6 0,4 0 9 16,-7 0-14-16,7 0 7 0,-7-1 1 0,7 1-3 15,-5-1-1-15,5 1 7 0,-5-2 3 0,5 2 13 16,-3-5-2-16,3 5 7 0,-3-5 2 0,3 5 7 16,0 0 0-16,0-8 17 0,0 8-5 0,0 0 12 0,1-8 6 15,-1 8 4-15,2-7-6 0,-2 7 1 16,2-5-1-16,-2 5 8 0,1-4-1 0,-1 4-2 0,0 0 3 16,3-6-14-16,-3 6 2 0,0 0-5 0,0 0 0 15,0 0 0-15,0 0-5 0,0 0 6 0,0 0-7 16,0 0 0-16,0 0-2 0,0 0 4 0,0 0-2 15,0 0-5-15,0 0 0 0,0 0-1 0,-6 15 1 16,6-15-1-16,-3 7-1 0,-1-5 1 0,4-2-2 16,-3 6-1-16,0-3-2 0,3-3-2 0,-5 3-7 15,5-3 5-15,-6 3-6 0,6-3-8 0,-4 1-4 0,4-1-3 16,-6 3-1-16,6-3-7 0,0 0-6 0,-8 0 7 16,8 0-10-16,-7 0 0 0,7 0-9 0,-6-3 11 15,1 2 8-15,5 1-1 0,-6-5 3 0,2 4 5 16,0-2 2-16,4 3 15 0,-3-7-1 0,-1 5 12 15,4 2 5-15,-5-6 5 0,4 2 2 0,1 4 8 16,-4-8 13-16,4 8 12 0,-2-6-1 0,2 6 3 16,0-6-3-16,0 6 8 0,-2-6 2 0,2 6 1 15,0 0 4-15,0 0-1 0,-1-9-3 0,1 9-7 16,0 0-7-16,0 0-3 0,0-5-6 0,0 5-2 16,0 0-5-16,0 0-2 0,0 0-1 0,0 0-4 15,0 0-3-15,0 0 2 0,0 0 0 0,0 0-6 16,0 0 1-16,0 0 1 0,0 0-3 0,0 0-2 15,0 0-2-15,0 21-5 0,0-21 7 0,-1 7-1 0,1-7 0 16,-2 7-1-16,0-3-2 0,2-4-3 0,-5 6 4 16,3-3-1-16,2-3-5 0,-5 6 6 15,0-3-5-15,1 0 1 0,0 0-5 0,-3 1 4 0,1-2-5 16,1 1-2-16,-1 0-5 0,2-1 5 0,-4-2-6 16,3 1-5-16,-3-1 6 0,2 0-3 0,-1 1-2 15,7-1 4-15,-7-1 4 0,7 1 3 0,-8-1-2 16,5-1-3-16,3 2 9 0,-5-6 0 0,5 6 1 15,-4-6 6-15,3 2 4 0,1 4 4 0,0-9 3 16,0 2-3-16,1-1-1 0,1 0 3 0,1-1-1 16,-1-1 3-16,2-2-7 0,0 0 6 0,2-1-1 15,0 1-4-15,0-1 0 0,-2 1-3 0,1 0 1 0,0 4-10 16,-2 1 8-16,1-2-2 0,0 4-3 16,-1-2 4-16,0 4-5 0,-2 0-14 0,-1 3-25 15,5-5-19-15,-5 5-31 0,3-3-40 0,-3 3-66 0,0 0-106 16,0 0-325-16,0 0 144 0</inkml:trace>
          <inkml:trace contextRef="#ctx0" brushRef="#br1" timeOffset="-203062.7419">-9031 1451 107 0,'0'0'203'16,"0"0"-18"-16,0 0-16 0,0 0-16 0,-17-5-17 15,13 5-11-15,4 0-13 0,-11-1-11 16,4 1-13-16,1 0-20 0,-2-1-28 0,3 1-30 0,-2 0-40 15,7 0-37-15,-8-1-64 0,3 1-81 16,5 0-229-16,-6-3 102 0</inkml:trace>
          <inkml:trace contextRef="#ctx0" brushRef="#br1" timeOffset="-202872.0161">-9151 1514 246 0,'0'0'253'16,"0"0"-12"-16,0 0-19 0,0 0-19 16,12-11-17-16,-12 11-24 0,4-4-17 0,-4 4-11 15,1-5-28-15,-1 5-35 0,0 0-53 0,0 0-68 0,0-7-53 16,0 7-203-16,0 0-331 0,-4-11 146 0</inkml:trace>
          <inkml:trace contextRef="#ctx0" brushRef="#br1" timeOffset="-201683.8647">-9217 1286 84 0,'0'0'159'0,"0"0"-3"15,2 7-10-15,-2-7-13 0,0 0-3 0,0 0-6 16,0 0-9-16,-4 10-2 0,4-10-13 0,-2 5-9 0,0-2-6 16,2-3-9-16,-4 5-13 0,0-2 1 0,1 0-12 15,3-3 0-15,-6 5-3 0,4-2-8 16,2-3-8-16,-6 3-2 0,3-1-11 0,3-2 1 0,-5 2-3 15,5-2-8-15,-7 0-5 0,7 0 4 0,0 0-2 16,-8-3-2-16,8 3-3 0,-5-4 3 0,3 2-2 16,2 2 0-16,-2-7 1 0,2 7 1 0,-2-5-3 15,2 5 0-15,0 0 4 0,0-9 0 0,0 9-3 16,0 0 5-16,1-7-1 0,-1 7 3 0,0 0-2 16,2-6 1-16,-2 6-5 0,0 0 7 0,1-5-2 15,-1 5-2-15,0 0-1 0,0 0-4 0,0 0-2 16,2-4 3-16,-2 4-3 0,0 0 3 0,0 0-3 15,0 0 3-15,0 0 0 0,0 0 2 0,0 0-5 16,0 0-2-16,-6 15-2 0,6-15-1 0,-3 7-9 16,0-4 1-16,3-3-6 0,-1 6-4 0,-3-3-11 15,1-1-1-15,3-2 4 0,-7 3-6 0,3-2-1 0,4-1-8 16,-6 3-6-16,2-3 0 0,4 0-5 16,-7 0 9-16,7 0-14 0,-7-3 6 0,7 3 5 15,-7-3-1-15,2 0 1 0,2 0 2 0,-1 0 11 0,1 0 1 16,3 3 8-16,-5-7 10 0,2 4 5 0,2-1 6 15,1 4 10-15,-2-7-4 0,2 7 11 16,-1-8 20-16,1 8-4 0,0-5 7 0,0 5-4 0,0 0-1 16,1-8 9-16,-1 8-6 0,0 0 5 0,2-6 0 15,-2 6-4-15,0 0 0 0,0 0 2 0,0 0 2 16,4-3-8-16,-4 3-5 0,0 0 3 0,0 0-5 16,0 0 4-16,0 0 0 0,0 0-3 0,0 0-1 15,0 0-2-15,0 0-3 0,0 14-3 0,0-14-1 16,0 0 3-16,-2 11-3 0,2-11 3 0,-2 7-6 15,0-3 3-15,2-4-5 0,-3 5-1 0,2-1 3 16,1-4-9-16,-7 6 10 0,5-3-4 0,-1 0-1 16,-1 0-5-16,4-3-1 0,-7 2 8 0,3 0-4 0,4-2-6 15,-7 2-2-15,2-2-3 0,5 0-5 0,-8 0-1 16,8 0 3-16,-7-3 0 0,2 2-2 16,2-1 1-16,-1-1-4 0,-1-1 1 0,2 1 2 0,-1-3 2 15,1 1-2-15,-1 1-8 0,0-2 10 0,1-1-13 16,-1 0 20-16,1 0-2 0,1-1 2 0,0 1-2 15,1-1 16-15,-2 1-3 0,2 0 5 0,0-1 4 16,1 8 6-16,-3-10 11 0,3 6-5 0,0 4 9 16,-1-7-1-16,1 7 1 0,0 0-1 0,-1-8-4 15,1 8-2-15,0 0-2 0,-1-5 2 0,1 5-5 16,0 0-3-16,0 0-2 0,0 0 3 0,0 0-4 16,0 0-3-16,0 0 1 0,0 0-4 0,0 0 2 15,-1 17-1-15,1-17-5 0,-3 12 2 0,2-5-1 0,0 0 0 16,0 1 1-16,-3-1-5 0,3 0 0 0,-3 0 3 15,1 1 0-15,-1 0-2 0,0 0-1 16,0-1 5-16,-1 1-9 0,-1-1 4 0,1-2 2 0,0 0 0 16,-1 1-3-16,-1-1 0 0,-1-1-1 0,2-2 3 15,0 1-1-15,-1-2-5 0,1 2 3 0,2-3-1 16,-3 0-1-16,1 3-2 0,6-3-2 0,-10-3-2 16,6 2 5-16,0-1-1 0,-2 0 3 0,6 2-3 15,-7-3-1-15,3 1 3 0,4 2-5 0,-6-5 6 16,3 4-1-16,3 1 4 0,-4-4 5 0,4 4-2 15,-5-2 0-15,5 2 1 0,0 0 0 0,-3-3-7 16,3 3-3-16,0 0 4 0,0 0 0 0,0 0-1 16,0 0 2-16,0 0-3 0,0 0 0 0,-1 10-1 0,1-10 1 15,0 7-1-15,0-7 3 0,1 10-3 0,-1-10 2 16,0 13 1-16,-1-6-6 0,-1 2 3 0,-1-1 3 16,2 1 2-16,-4 0-2 0,0 0-3 0,0 2 6 15,-1-3-4-15,0 1-6 0,0-3-5 0,-2 5 0 16,0-2-9-16,2-5-5 0,0 2-15 0,-3-1-17 15,3-1-22-15,0 1-17 0,-1-4-26 0,2-1-26 16,1 2-160-16,4-2-331 0,-7 0 147 0</inkml:trace>
          <inkml:trace contextRef="#ctx0" brushRef="#br1" timeOffset="-201142.0007">-9296 1016 177 0,'0'0'185'0,"0"0"-4"0,0 0-6 15,0 0-8-15,0 0-6 0,0 0-17 0,-11 18-1 16,6-12-7-16,-2 2-7 0,0 1-1 0,1-1-10 15,-5 1-11-15,3 2-2 0,-4 2-11 0,4-4-11 16,-1 0-7-16,-4 4-9 0,2-4-7 0,1 0-10 16,1 0-22-16,-1-2-21 0,1 0-28 0,3-2-34 15,-1-1-42-15,1-1-41 0,0 0-41 0,1-1-160 16,0-1-366-16,5-1 161 0</inkml:trace>
          <inkml:trace contextRef="#ctx0" brushRef="#br1" timeOffset="-200960.0921">-9436 1084 28 0,'0'0'157'0,"0"0"-17"0,0 0-8 15,-13 11-24-15,9-8-4 0,0 0-33 0,0 0-43 16,0 0-53-16,-1-1-100 0,-2 2-133 0,2-2 60 15</inkml:trace>
          <inkml:trace contextRef="#ctx0" brushRef="#br1" timeOffset="-201446.0126">-9617 1201 183 0,'4'-7'259'16,"-2"5"-15"-16,-2 2-12 0,4-4-16 0,-4 4-11 0,4-4-17 15,-4 4-22-15,3-3-18 0,-3 3-13 0,0 0-17 16,0 0-25-16,4-3-37 0,-4 3-47 0,0 0-65 15,0 0-65-15,0 0-226 0,0 0-373 0,0 0 165 16</inkml:trace>
          <inkml:trace contextRef="#ctx0" brushRef="#br1" timeOffset="-200356.2208">-9839 1162 109 0,'0'0'195'15,"0"0"-2"-15,0 0-7 0,6 10-6 0,-6-10-10 16,0 7-7-16,1-2-8 0,-1-5-9 0,0 12-8 16,-1-6-8-16,1 3-10 0,0 0-6 0,0 0-8 15,0 0-9-15,0 0-12 0,0 3-5 0,-1 1-9 16,0-4-6-16,1 1-12 0,-1 2-15 0,-1 1-37 16,0-4-45-16,-1-1-57 0,1 1-75 0,-1-2-203 15,-1 1-412-15,1 0 183 0</inkml:trace>
          <inkml:trace contextRef="#ctx0" brushRef="#br1" timeOffset="-200037.3272">-9918 1342 185 0,'0'0'179'0,"0"0"-5"0,8 7 3 16,-8-7-5-16,3 8-14 0,-2-5-2 16,0 3-10-16,-1-1-10 0,0-5-9 0,-2 14-9 0,0-6-9 15,0-1-6-15,-1 5-11 0,-2 0-10 0,1-2-6 16,0-1-6-16,0 3-6 0,-1-4-9 0,-1 2-13 16,1-2-10-16,-2 1-20 0,1-3-29 0,1 0-27 15,-1-1-38-15,0-1-42 0,2-1-49 0,-2-1-165 16,1 0-366-16,-1-1 162 0</inkml:trace>
          <inkml:trace contextRef="#ctx0" brushRef="#br1" timeOffset="-199540.8795">-10093 1280 104 0,'3'-7'150'0,"-1"5"-3"0,-2 2-8 16,5-9-12-16,-3 6-13 0,0-2-10 0,2 2-4 15,-1-1-6-15,0 1 0 0,0 0-3 0,-3 3-9 16,6-7-4-16,-3 5-2 0,-3 2-12 0,5-3-7 16,-5 3-4-16,4-3-8 0,-1 1-3 0,-3 2-4 15,0 0-5-15,0 0 1 0,9 3-6 0,-9-3-3 16,4 4-6-16,-4-4 4 0,5 5 3 0,-4-1-8 16,-1-4-1-16,2 8 3 0,-2-3-4 0,0-5-3 15,0 9-2-15,0-9-1 0,-2 11 0 0,-1-6 2 16,-1 0-1-16,1 0 2 0,-3 0-3 0,2 0 1 15,-2-2-2-15,1 3-1 0,-2-3-1 0,-1-1-3 16,-1 2 1-16,2-1-2 0,0-1-1 0,-1 0 4 16,1 0 1-16,1 0 1 0,2-2-2 0,-1 1-1 0,1 2-3 15,4-3 5-15,-8 1-1 0,8-1 0 0,-6 2 5 16,2 0-3-16,4-2 2 0,-5 4-7 0,3 1 19 16,0-2 3-16,2-3 0 0,-4 11 0 0,2-6 0 15,0 2 1-15,0 2-1 0,0-1-2 0,2 1-2 16,-2 0 0-16,1 3-2 0,1 0-3 0,-1 2-1 15,1-2-5-15,0 1 6 0,0-1-4 0,-2-3-3 16,2 0-22-16,-1 0-26 0,0-2-42 0,0-1-49 16,0-1-48-16,-1-1-185 0,2-4-393 0,-2 8 174 15</inkml:trace>
          <inkml:trace contextRef="#ctx0" brushRef="#br1" timeOffset="-199074.4818">-10292 1342 8 0,'0'0'292'16,"0"0"-10"-16,0 0-9 0,0 0-22 0,0 0-14 16,0 0-21-16,3-3-21 0,-3 3-21 0,0 0-15 15,4-5-18-15,-4 5-17 0,0 0-21 0,2-3-43 16,-2 3-55-16,0 0-70 0,0 0-90 0,0 0-229 15,0 0-415-15,0 0 184 0</inkml:trace>
        </inkml:traceGroup>
      </inkml:traceGroup>
    </inkml:traceGroup>
    <inkml:traceGroup>
      <inkml:annotationXML>
        <emma:emma xmlns:emma="http://www.w3.org/2003/04/emma" version="1.0">
          <emma:interpretation id="{6C082AE6-3594-4D19-AAFF-4E5F88816199}" emma:medium="tactile" emma:mode="ink">
            <msink:context xmlns:msink="http://schemas.microsoft.com/ink/2010/main" type="paragraph" rotatedBoundingBox="14698,11352 2706,11368 2705,10767 14697,107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F49AEF-E658-46F7-94DC-333030D6ADE9}" emma:medium="tactile" emma:mode="ink">
              <msink:context xmlns:msink="http://schemas.microsoft.com/ink/2010/main" type="line" rotatedBoundingBox="14698,11352 2706,11368 2705,10767 14697,10751"/>
            </emma:interpretation>
          </emma:emma>
        </inkml:annotationXML>
        <inkml:traceGroup>
          <inkml:annotationXML>
            <emma:emma xmlns:emma="http://www.w3.org/2003/04/emma" version="1.0">
              <emma:interpretation id="{A109582A-3070-4044-9FE7-A653C1D52BC9}" emma:medium="tactile" emma:mode="ink">
                <msink:context xmlns:msink="http://schemas.microsoft.com/ink/2010/main" type="inkWord" rotatedBoundingBox="14698,11184 14433,11185 14432,10892 14697,1089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363869.7065">108 0 66 0,'-7'0'214'0,"7"0"-5"15,0 0-14-15,0 0-12 0,0 0-9 0,-10 2-8 0,10-2-12 16,-5 6-10-16,3-5-10 0,0 4-8 0,2-5-9 16,-5 5-9-16,3-1-6 0,-2 1-12 0,4-5-9 15,-2 6-7-15,-1-2-7 0,1 0-5 16,2-4-7-16,-3 7-4 0,1-4-10 0,2-3-1 0,0 0-4 15,2 11 0-15,-2-11-7 0,4 6-4 16,-2-4 0-16,2 1-8 0,0 0-3 0,1-1 11 0,-1-2-5 16,0 3-3-16,-4-3-3 0,12 0-1 15,-6 1-3-15,0-2 0 0,-6 1 1 0,10 0-3 0,-6-1 0 16,-4 1 0-16,7-2-3 0,-4 1 2 0,-3 1 0 16,5-4 3-16,-5 4-1 0,4-1 5 15,-4 1 1-15,0 0-1 0,0 0 1 0,5-2 2 16,-5 2-1-16,0 0 2 0,0 0 6 0,0 0 7 0,0 0 0 15,-11 8-3-15,7-5 4 0,0 2 1 0,-2 0 2 16,0 1 6-16,-1 1-4 0,-2 2 1 0,0-1-6 16,1 0-1-16,-1 1 3 0,-1 0-6 15,2 1-1-15,2-3-6 0,0 0-4 0,-1 2-6 16,0-2-25-16,1-2-31 0,2 1-54 0,-2-2-72 0,2-1-91 16,-2 0-249-16,6-3-555 0,-8 5 246 0</inkml:trace>
          <inkml:trace contextRef="#ctx0" brushRef="#br0" timeOffset="-363488.5188">-41-35 77 0,'0'0'260'0,"-12"8"-16"0,12-8-9 0,-5 6-8 15,3 0-6-15,-1-2-5 0,-1 3-10 0,0 1-7 16,1 0-10-16,-1 0-8 0,-1 3-10 0,-1 0-1 16,2 1-14-16,-1 0-11 0,1 1-6 0,0 2-7 15,1-1-12-15,1 0-15 0,0 0-15 0,1 0-5 16,0 1-12-16,2-2-29 0,0 1-38 0,2 0-64 16,-1-1-100-16,6-1-139 0,-1 0-233 0,2-4-574 15,3-1 254-15</inkml:trace>
        </inkml:traceGroup>
        <inkml:traceGroup>
          <inkml:annotationXML>
            <emma:emma xmlns:emma="http://www.w3.org/2003/04/emma" version="1.0">
              <emma:interpretation id="{0C15BE4D-FE10-4506-B65B-6B2E68AE7628}" emma:medium="tactile" emma:mode="ink">
                <msink:context xmlns:msink="http://schemas.microsoft.com/ink/2010/main" type="inkWord" rotatedBoundingBox="14199,11325 13006,11327 13005,10919 14198,1091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1" timeOffset="-357325.933">-704 24 9 0,'0'0'267'0,"0"0"-9"16,-1-7-30-16,1 7-21 0,0 0-20 0,0 0-9 16,0 0-3-16,0 0 2 0,0 0-20 0,0 0-13 15,0 0-7-15,-1 17-9 0,1-17-5 0,-1 12-6 16,1-7-4-16,-1 3-9 0,0-1-9 0,-1 3-6 16,1-1-12-16,-1 0-7 0,1 1-2 0,-1 4-8 15,1-6-7-15,-1 4-9 0,1-3-21 0,-1 0-26 16,1 0-42-16,-3-1-59 0,2 0-69 0,0-1-72 15,-1 1-208-15,0-2-491 0,3-6 217 0</inkml:trace>
          <inkml:trace contextRef="#ctx0" brushRef="#br1" timeOffset="-356945.045">-844 173 92 0,'0'0'203'16,"0"0"-20"-16,0 0-11 0,0 0-13 0,0 0-12 15,0 0-15-15,0 0-8 0,0 0-16 0,11 10-8 16,-11-10-7-16,-1 9-10 0,1-9-7 16,-2 8-7-16,2-8-6 0,-4 8-9 0,1-3-1 0,0-1-6 15,0 0-6-15,0 0-5 0,-2 2-3 16,2-2-2-16,-2-2-3 0,-1 1-4 0,3-1-3 15,-2-1-8-15,0 0 0 0,5-1-4 0,-9-1 2 16,9 1-2-16,-9-3-4 0,5 0 1 0,0 0 2 0,2-1 4 16,-1-1 4-16,0 0 7 0,1-2 20 0,1 0 10 15,-1-2 1-15,2 0 1 0,0-1 2 0,1-4 8 16,0 2-6-16,2-4 0 0,0 1-2 0,2-4-4 16,0 6-8-16,1-2 0 0,-2 1-7 0,1 2-6 15,1 1 2-15,-2 3-7 0,-1 1-7 0,-1 2-19 16,-1 2-31-16,-1 3-34 0,3-3-42 0,-3 3-48 15,0 0-72-15,0 0-193 0,0 0-455 0,0 0 202 16</inkml:trace>
          <inkml:trace contextRef="#ctx0" brushRef="#br1" timeOffset="-356685.8552">-860 339 106 0,'0'0'275'16,"0"0"-18"-16,0 0-18 0,0 0-21 0,0 0-21 16,0 0-14-16,0 0-20 0,-21 3-16 0,15-2-17 15,-2-1-18-15,1-1-37 0,0 1-47 0,0-3-81 16,0 1-81-16,1-1-191 0,-1 1-350 0,1-1 155 15</inkml:trace>
          <inkml:trace contextRef="#ctx0" brushRef="#br1" timeOffset="-356281.9178">-1095 163 191 0,'0'0'204'0,"0"0"-20"0,0 0-15 0,0 0-8 16,0 0-19-16,0 0-10 0,0 0-9 0,-5 14-9 15,3-9-6-15,0 0-6 0,1 1-8 16,-2-2-10-16,1 1-12 0,-2 2-1 0,1-2-6 0,-1 1-6 15,2-1-6-15,-2 1-5 0,3-2-7 0,-2-2-3 16,1 3 1-16,-1-3-7 0,3-2 1 0,-5 3-3 16,5-3 8-16,0 0-2 0,0 0-4 0,-10-5-2 15,7 1 7-15,3 4 9 0,-3-5 3 0,2 0-5 16,1 5-2-16,-5-9-1 0,3 5 4 0,2 4-3 16,-2-8-5-16,-1 4 3 0,1 1-3 0,2 3-4 15,-4-4-5-15,4 4 4 0,-6-4-8 0,6 4-1 16,-9 0-3-16,9 0-1 0,-9 3-5 0,4-1-2 15,-1 0 2-15,-1 1-8 0,2 1-3 0,-1-1-7 16,0 1-16-16,1-1-18 0,1-2-17 0,1 2-31 16,3-3-52-16,-6 5-40 0,3-2-73 0,3-3-157 15,-3 5-441-15,3-5 196 0</inkml:trace>
          <inkml:trace contextRef="#ctx0" brushRef="#br1" timeOffset="-356106.3835">-1252 400 324 0,'0'0'347'0,"0"0"-18"16,10-12-31-16,-10 12-32 0,4-5-26 0,-4 5-26 16,3-5-53-16,-3 5-68 0,0-5-107 0,0 5-145 15,3-6-192-15,-3 6-378 0,0 0 167 0</inkml:trace>
          <inkml:trace contextRef="#ctx0" brushRef="#br1" timeOffset="-357620.937">-364 16 127 0,'3'-4'293'0,"-3"4"-21"0,0 0-17 16,4-4-26-16,-4 4-23 0,0 0-19 0,3-3-16 16,-3 3-23-16,0 0-15 0,0 0-49 0,0 0-65 15,0 0-74-15,0 0-81 0,0 0-187 16,0 0-349-16,-10-4 155 0</inkml:trace>
          <inkml:trace contextRef="#ctx0" brushRef="#br1" timeOffset="-357882.9579">-434 161 107 0,'0'0'200'0,"5"-6"-11"15,-5 6-1-15,4-3-10 0,-4 3-7 16,4-2-10-16,-4 2-16 0,0 0-6 0,8 0-13 0,-8 0-2 16,4 0-5-16,-4 0-7 0,0 0-15 0,8-2-8 15,-8 2-5-15,4 0-8 0,-4 0-14 0,5-2-4 16,-5 2-1-16,0 0-9 0,0 0-8 15,0 0-3-15,6 2-1 0,-6-2-7 0,2 4-7 0,-2-4 3 16,2 5-2-16,-2-5-5 0,2 6-4 16,-2-6-3-16,1 6-7 0,-1-6-2 0,2 5-5 0,-2-5-4 15,0 8-2-15,0-8-4 0,-1 6-8 0,1-6-9 16,0 0-1-16,-1 9 0 0,1-9-2 0,-1 8-12 16,1-8-6-16,0 6 3 0,0-6-2 0,1 6-1 15,-1-6 2-15,3 4 0 0,-3-4 3 0,3 5 3 16,-3-5 8-16,4 5 4 0,-1-3 4 0,-3-2-1 15,4 2 6-15,-4-2 7 0,5 2-4 0,-5-2 0 16,4 3 8-16,-4-3-6 0,0 0 9 0,4 0 3 16,-4 0 3-16,0 0-2 0,0 0 3 0,0 0-2 15,0 0 5-15,0 0-20 0,0 0 18 0,0 0 4 16,0 0-5-16,0 0 0 0,-21-3 1 0,13 1-4 16,1 1 8-16,-3-2-6 0,-3 2-2 0,1-3 6 15,0 1-2-15,1 1-1 0,-3 0-5 0,3-1-3 0,-2 1 3 16,2-3 1-16,4 3-1 0,-3-3-2 0,4 2 2 15,0-1 2-15,0 0 0 0,2 1 7 0,0 0 8 16,1 0 5-16,0 0 9 0,-1-1 2 16,4 4 10-16,-4-6 7 0,2 2 7 0,2 4 5 0,0 0 3 15,-3-6 6-15,3 6-3 0,0 0 5 0,0 0-5 16,0 0-2-16,0 0-8 0,0 0-3 0,-1-4-7 16,1 4-2-16,0 0-5 0,0 0 0 0,0 0-5 15,0 0-5-15,0 0-1 0,0 0-3 0,0 0 0 16,0 0 0-16,4 20-4 0,-2-16-1 0,-2 2-2 15,0-6-1-15,0 11 1 0,0-5 1 0,0 0-1 16,-2 0-1-16,-1 0-4 0,1-1 2 0,-1 2 1 16,1-2-5-16,-2 0-6 0,-2-1-11 0,-1 1-22 15,2-1-21-15,-1-1-32 0,0-1-39 0,3-1-47 16,3-1-41-16,-9 0-183 0,9 0-429 0,-9-2 190 16</inkml:trace>
          <inkml:trace contextRef="#ctx0" brushRef="#br1" timeOffset="-355155.451">-1325 11 73 0,'3'-2'317'0,"-3"2"-20"0,5-6-25 15,-3 3-28-15,-2 3-23 0,4-4-26 0,-4 4-19 0,3-4-38 16,-3 4-40-16,0 0-60 0,0 0-79 0,0 0-95 16,0 0-180-16,0 0-341 0,-15 5 150 0</inkml:trace>
          <inkml:trace contextRef="#ctx0" brushRef="#br1" timeOffset="-355437.9686">-1452 150 146 0,'0'0'228'0,"4"-2"-22"0,-4 2-17 15,5-1-15-15,-1-1-14 0,-4 2-18 0,4-1-9 16,-4 1-12-16,0 0-14 0,8-1-13 0,-8 1-4 0,6 1-5 15,-6-1-7-15,0 0-10 0,7 2-8 0,-7-2-4 16,4 2-7-16,-4-2 0 0,3 4-8 16,0-1-9-16,-3-3-3 0,1 8-8 0,1-6-6 0,-2-2-2 15,2 9-8-15,-2-9 0 0,1 6-6 16,-1-6-3-16,0 7-9 0,0-7 0 0,0 7-1 0,0-7 1 16,1 6 1-16,-1-6-2 0,1 6 1 15,-1-6-6-15,1 6 9 0,-1-6 0 0,1 5 1 0,-1-5-1 16,1 4-2-16,-1-4 3 0,0 0 2 0,1 7-4 15,-1-7 2-15,0 0-2 0,4 4 5 0,-4-4 3 16,0 0 0-16,3 3-1 0,-3-3 4 0,3 2-1 16,-3-2-1-16,4 3-3 0,-4-3 2 0,0 0 2 15,5 2 0-15,-5-2-1 0,0 0 5 0,0 0-3 16,4 1 2-16,-4-1-1 0,0 0 1 0,0 0 1 16,0 0 1-16,0 0-4 0,0 0 1 0,0 0 4 15,0 0-2-15,-17-1-3 0,9-1 3 0,1 2 0 16,-1-2-3-16,0 2-2 0,-3-1 3 0,-1-1-2 0,1-1 0 15,0 1 1-15,-1 0 5 0,0-1-1 16,2 0-1-16,1 2-3 0,2-3 1 0,1 3 6 16,0-1-1-16,1 1 7 0,1-3 8 0,4 4 10 0,-5-6 0 15,3 3-8-15,2 3 8 0,-2-9 2 0,2 9 10 16,1-10 12-16,2 3 5 0,0 0 0 0,1-3 1 16,1-1 0-16,1-2-4 0,0 2-4 0,0-1-5 15,1 3-4-15,-2 0-2 0,1-2-1 0,-1 3-7 16,-2 1-7-16,2-1-22 0,-2 2-21 0,0 2-35 15,-2-2-55-15,1 2-54 0,-2 4-63 0,5-5-198 16,-4 1-455-16,-1 4 202 0</inkml:trace>
        </inkml:traceGroup>
        <inkml:traceGroup>
          <inkml:annotationXML>
            <emma:emma xmlns:emma="http://www.w3.org/2003/04/emma" version="1.0">
              <emma:interpretation id="{4CDFA55C-F233-4FFD-A9A7-CF8C1BC455E6}" emma:medium="tactile" emma:mode="ink">
                <msink:context xmlns:msink="http://schemas.microsoft.com/ink/2010/main" type="inkWord" rotatedBoundingBox="12852,11350 11673,11352 11672,10939 12851,1093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1" timeOffset="-344260.1493">-2164 79 123 0,'0'0'204'0,"0"0"-22"16,0 0-6-16,0 0-13 0,0 0-8 0,0 0-9 16,0 0-15-16,0 0-9 0,0 0-11 0,-4 18-3 15,4-18-10-15,-1 10-8 0,0-3-6 0,0-1-5 16,2 1-9-16,-1 2-6 0,0-3-5 0,-1 2-3 16,1-1-7-16,0 1-6 0,-2-1-3 0,0 1 0 15,-1-1-8-15,1 1 1 0,0 0-8 0,-1-2 3 16,-1 2-5-16,-1 0-4 0,1-4-7 0,0 2-5 15,-1-3-9-15,0 2-12 0,1-2-7 0,-1-2-8 16,-1 3-2-16,2-3-6 0,-3-1 0 0,1 0-6 16,6 0 4-16,-11-3 0 0,4 1 2 0,1-1 1 15,0 1 4-15,2-3 4 0,-1 2 2 0,2-2 6 16,-1 1 2-16,-1-1 3 0,2 1 5 0,0-1 3 0,2-1 14 16,1 6-2-16,-3-8 10 0,3 8 7 15,-3-7 0-15,3 7 7 0,0-7-8 0,0 7 10 16,0 0 1-16,0-7 4 0,0 7-5 0,0 0-1 0,0 0 2 15,-2-6-3-15,2 6-3 0,0 0 1 0,0 0-4 16,0 0-1-16,0 0-5 0,0 0-1 0,0 0-1 16,0 0-3-16,0 0-1 0,0 0-2 0,0 0 4 15,0 0 0-15,0 0-1 0,0 0 5 0,0 0-4 16,0 0 3-16,0 0 3 0,0 0 4 0,0 0 0 16,0 0 2-16,0 0-2 0,0 0 4 0,0 0-3 15,0 0-1-15,2-7 0 0,-2 7-2 0,0 0-3 16,0 0 0-16,0 0-4 0,0 0-2 0,0 0 2 15,0 0-4-15,0 0-1 0,0 0 0 0,0 0-1 16,0 0-2-16,0 0 2 0,0 0-2 0,0 0-2 16,0 0 3-16,0 0-7 0,0 0 1 0,0 0 1 15,0 0-1-15,0 0 1 0,0 0 1 0,0 0-4 0,0 0 6 16,0 0-4-16,0 0 3 0,0 0-1 0,0 0 2 16,0 0-5-16,0 0 2 0,0 0 0 0,0 0-1 15,0 0 2-15,0 0-1 0,-7 14-2 0,7-14 5 16,0 0-4-16,-2 5-1 0,2-5 0 0,0 0 6 15,-2 6-5-15,2-6 3 0,-1 6-5 0,1-6 2 16,0 0 0-16,-3 6 2 0,3-6-1 0,-4 4 1 16,1-1-5-16,0 1 1 0,3-4 1 0,-5 3 5 15,1 0-6-15,-1-1 1 0,1-1-1 0,-1 1-2 16,-2-2-3-16,2 3-2 0,-3 0-3 0,0-3-2 16,1 1 2-16,-2-1-2 0,0 2 0 0,-2-2 0 15,2-2 0-15,-3 1 0 0,1-1-2 0,-1 1 1 16,-1-2-3-16,1 1 5 0,-1 1-5 0,-3-3-1 0,-1-2 7 15,6 4 2-15,0-1 0 0,1-1 0 16,2 1 1-16,3 0 1 0,-1-1-7 0,1-1-2 16,1 2-5-16,2 0-3 0,2 3-7 0,-2-6-14 0,2 6-24 15,0 0-19-15,6-9-36 0,0 5-26 0,1 2-47 16,0-1-145-16,-1 0-370 0,1 1 164 0</inkml:trace>
          <inkml:trace contextRef="#ctx0" brushRef="#br1" timeOffset="-344006.8877">-2416 348 185 0,'0'0'226'0,"0"0"-19"16,0 0-15-16,0 0-11 0,-11-3-15 0,11 3-17 0,-7-1-12 16,7 1-20-16,-9-1-11 0,9 1-10 0,-9 0-23 15,3 1-25-15,6-1-31 0,-10 0-44 0,7 1-48 16,3-1-60-16,-8 0-143 0,8 0-300 0,-8 1 133 16</inkml:trace>
          <inkml:trace contextRef="#ctx0" brushRef="#br1" timeOffset="-343733.449">-2497 425 92 0,'0'0'312'0,"8"-12"-10"0,-8 12-16 0,0 0-24 0,2-5-26 16,-2 5-24-16,0 0-22 0,3-5-21 0,-3 5-26 15,0 0-42-15,1-6-61 0,-1 6-79 16,0 0-80-16,0 0-81 0,-6-9-132 0,3 6-359 0,-1-1 160 15</inkml:trace>
          <inkml:trace contextRef="#ctx0" brushRef="#br1" timeOffset="-343106.9172">-2727 66 60 0,'0'0'251'15,"0"0"-16"-15,0 0-23 0,0 0-18 0,0 0-17 16,0 0-25-16,0 0-12 0,0 0-13 0,0 0-20 16,-16 0-34-16,16 0-38 0,-11 0-54 0,6 0-61 15,0-1-198-15,-3-1-300 0,-1 2 133 0</inkml:trace>
          <inkml:trace contextRef="#ctx0" brushRef="#br1" timeOffset="-343337.6656">-2779 155 64 0,'0'0'156'0,"4"10"-16"0,-4-10-8 0,0 0-3 16,0 0-17-16,-4 12-4 0,4-12-3 0,-3 8-12 15,0-4-3-15,2 0-11 0,-1 0-2 0,1 1-8 16,1-5-4-16,-5 9-10 0,2-5-6 16,1 0-3-16,-2-1-3 0,0 0-6 0,1 1-3 15,-2-1-3-15,5-3-3 0,-7 3-7 0,1-3 4 0,2 0-3 16,-2 2-5-16,6-2 2 0,-9 0-1 0,9 0 7 15,-8-2 5-15,4 2 10 0,4 0 8 0,-5-7 10 16,2 5 5-16,1-3 10 0,2 5 1 0,-4-7 1 16,2 1-1-16,2 6 0 0,0-13 4 0,1 5-5 15,-1-2-6-15,2 2-4 0,-1-6 1 0,2-1-13 16,1 1-6-16,-2-2-2 0,-1 3-6 16,2 1 1-16,0 3-5 0,-2-1-6 0,1 1-20 0,-1 1-23 15,1-1-35-15,0 2-43 0,-2 1-47 0,0 6-57 16,1-10-240-16,-1 5-474 0,0 5 210 0</inkml:trace>
          <inkml:trace contextRef="#ctx0" brushRef="#br1" timeOffset="-345961.8079">-1804 223 56 0,'0'0'187'0,"0"0"-17"0,0 0-8 0,4-8-12 0,-4 8-5 16,4-6-13-16,-2 3-15 0,2 0-1 15,-1 0-7-15,-3 3 0 0,6-5-5 0,-3 3-8 0,-3 2-10 16,6-5-3-16,-1 5-4 0,-2-3-8 0,-3 3-5 15,10-3-3-15,-6 3-1 0,-4 0-4 0,6 0-7 16,-6 0 1-16,8 0-7 0,-8 0-4 0,6 1-5 16,-3 1-5-16,-3-2 4 0,7 2-5 0,-7-2 1 15,5 1 1-15,0 1-5 0,-2 0 0 0,-3-2-5 16,5 4 0-16,-3-1 0 0,-2-3-6 0,3 4-1 16,-3-4 1-16,1 9-3 0,-1-9 2 0,-1 5-3 15,1-5 3-15,-3 8-5 0,0-5 1 0,-1 1-2 16,0-1-1-16,-2 2-1 0,0-3 2 0,0 0-2 15,-1 0 1-15,-2 1-4 0,1-1 0 0,-2-1-3 16,0 1-5-16,1-1-5 0,1-2 0 0,-2 2-5 16,1-4-1-16,-1 3-2 0,2 0-6 0,0-1 6 0,0 1-1 15,0-2-1-15,3 0 1 0,-2-1 5 0,0 2 2 16,3 0 2-16,4 1 0 0,-7-4 0 0,7 4-1 16,-6-1 4-16,6 1-1 0,-6-3 3 0,6 3 6 15,0 0 4-15,-4-2 5 0,4 2-2 0,0 0 5 16,-4-3-3-16,4 3 5 0,0 0-4 0,0 0-4 15,0 0 2-15,0 0-6 0,0 0 1 0,0 0-3 16,0 0 5-16,0 0-2 0,0 0 2 0,-1 11-2 16,1-11 0-16,0 0 0 0,2 11 2 0,-3-4 0 15,0 0 1-15,1 0-1 0,-2 1 5 0,-1 1-3 16,0 0-3-16,0 0 2 0,-1-2 1 0,-3 4 1 16,-2-2-2-16,2 1 0 0,-3-2-6 0,0 0-21 15,2-1-19-15,-3 0-27 0,1 0-37 0,2-2-32 16,1-3-47-16,1 1-214 0,-2-2-429 0,3 0 190 15</inkml:trace>
          <inkml:trace contextRef="#ctx0" brushRef="#br1" timeOffset="-345544.986">-1811 249 8 0,'0'0'179'0,"0"0"1"15,-8-11-8-15,8 11 3 0,4-8 0 0,-2 4 0 16,1-2-1-16,-2-1-15 0,2-1-7 16,0 0-13-16,-1-1-11 0,3-3-5 0,-1 0-10 0,-1 0-4 15,2-1-15-15,-1 2-11 0,0-1-8 0,-2 2-4 16,2 0-7-16,-1 3-10 0,-1-1 0 15,2 0-13-15,-4 2-13 0,3 2-17 0,-2-2-30 0,2 1-27 16,-3-1-45-16,0 6-52 0,2-9-47 0,-2 3-185 16,0 6-405-16,-3-9 179 0</inkml:trace>
        </inkml:traceGroup>
        <inkml:traceGroup>
          <inkml:annotationXML>
            <emma:emma xmlns:emma="http://www.w3.org/2003/04/emma" version="1.0">
              <emma:interpretation id="{1664989C-C7B9-4DCC-A22F-29AB008097A8}" emma:medium="tactile" emma:mode="ink">
                <msink:context xmlns:msink="http://schemas.microsoft.com/ink/2010/main" type="inkWord" rotatedBoundingBox="11491,11337 11219,11338 11218,11045 11490,11044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1" timeOffset="-342616.0027">-3071 138 211 0,'0'0'220'0,"0"0"-15"0,0 0-14 16,0 0-16-16,0 0-14 0,0 0-10 0,0 0-7 15,0 0-5-15,0 0 1 0,0 0-11 0,0 0-5 16,0 0-6-16,0 0-7 0,0 0-10 0,5 12-6 15,-5-12-7-15,0 0-5 0,2 6 0 0,-2-6-12 16,2 4 1-16,-2-4-6 0,2 5-5 0,-2-5-5 16,2 7-6-16,-1-3-4 0,-1-4-3 0,0 0-6 15,0 9 1-15,0-9-4 0,0 0-1 0,-1 9-7 16,1-9 3-16,-4 5-3 0,4-5-3 0,-4 5-3 16,1-3-1-16,-3 1 1 0,0 0-5 0,0 0-1 15,-1-1-2-15,0 0-1 0,0-1-5 0,-1 0 2 16,-1 0 1-16,-2 0-4 0,1-1-2 0,-2-1 5 15,3 0-4-15,-2 1-3 0,0-2-8 0,0-1-5 16,0-1 1-16,2 0-5 0,-3-2-8 0,1 1-5 0,1 0-2 16,-1 0 2-16,0-2-1 0,0 0-2 15,3 1 3-15,0 2 1 0,3-1 3 0,-2 2-12 16,3-2-13-16,-1 0-15 0,2 1-25 0,1 0-25 0,2 4-29 16,-1-7-53-16,1 7-226 0,4-9-458 0,0 6 204 15</inkml:trace>
          <inkml:trace contextRef="#ctx0" brushRef="#br1" timeOffset="-342283.2966">-3099 318 118 0,'0'0'276'0,"0"0"-17"16,0 0-20-16,0 0-16 0,0 0-15 0,0 0-18 0,-16-8-15 15,10 7-16-15,6 1-12 0,-12-1-17 0,6 0-10 16,-1 0-11-16,1 2-14 0,-2-1-18 0,4-3-31 16,-2 3-38-16,6 0-52 0,-10 0-60 0,10 0-72 15,-9 0-201-15,6 0-406 0,3 0 180 0</inkml:trace>
          <inkml:trace contextRef="#ctx0" brushRef="#br1" timeOffset="-342134.6006">-3182 411 95 0,'0'0'352'15,"0"0"-13"-15,0 0-22 0,0 0-21 0,0 0-28 16,0 0-30-16,0 0-23 0,0 0-18 0,7-8-34 15,-7 8-42-15,0 0-57 0,3-5-73 0,-3 5-88 16,2-5-98-16,-2 5-199 0,0 0-428 0,0 0 190 16</inkml:trace>
        </inkml:traceGroup>
        <inkml:traceGroup>
          <inkml:annotationXML>
            <emma:emma xmlns:emma="http://www.w3.org/2003/04/emma" version="1.0">
              <emma:interpretation id="{97454F79-8D26-4314-91CB-A54C2BE31AF3}" emma:medium="tactile" emma:mode="ink">
                <msink:context xmlns:msink="http://schemas.microsoft.com/ink/2010/main" type="inkWord" rotatedBoundingBox="10992,11345 9415,11348 9414,10779 10991,10777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1" timeOffset="-338755.9172">-4065-147 68 0,'4'-2'213'15,"-4"2"-17"-15,0 0-14 0,0 0-10 0,0 0-7 16,0 0-8-16,-6 18-15 0,-1-12-6 0,-3 3-11 16,-4 4-14-16,0-1-8 0,-1 0-9 0,0-1-7 15,-1 1-13-15,2-2-16 0,2-2-37 0,2 0-44 16,0-3-81-16,2 1-226 0,1-2-357 0,1-1 159 16</inkml:trace>
          <inkml:trace contextRef="#ctx0" brushRef="#br1" timeOffset="-339009.9817">-4283 81 105 0,'0'0'235'0,"0"0"-21"15,0 0-19-15,0-6-21 0,0 6-16 0,0 0-9 16,0 0-12-16,0 0-6 0,0 0-5 0,0 0-10 16,0 0-1-16,3 18-11 0,-3-13-5 0,0-5-8 15,1 12-6-15,-2-3-8 0,0-3-4 0,-1 2-5 16,2 0-6-16,-3 1-6 0,2-1-5 0,-1-1 0 15,-1 2-9-15,1-1-3 0,0-2 1 0,-1 1-5 16,-1-2 0-16,1 0-5 0,-1-1-6 0,0 1-2 16,1-2-2-16,-2 0 0 0,1-3-1 0,4 0-4 15,-9 2 2-15,4-3-4 0,5 1 0 0,-8-4-3 0,3 3-1 16,1-2 0-16,0-1 1 0,0 1-4 16,0-1-1-16,1-2 1 0,-1 1 0 0,-1-1-4 15,2 3 6-15,0 0-4 0,3 3 1 0,-7-6-2 0,4 3-6 16,0 0 3-16,3 3 1 0,-7-2-1 0,7 2-1 15,-7 0-2-15,7 0 3 0,-7 5-1 0,5-2 2 16,-1 0-3-16,-2 1 2 0,2 1-4 16,0-2-4-16,0 0-14 0,0 2-9 0,0-2-17 0,3-3-20 15,-6 5-27-15,3-2-30 0,3-3-38 0,-5 4-34 16,3-1-198-16,2-3-429 0,-6 2 190 0</inkml:trace>
          <inkml:trace contextRef="#ctx0" brushRef="#br1" timeOffset="-340326.368">-3637 150 163 0,'0'0'225'0,"0"0"-14"0,0 0-15 0,0 0-12 15,0 0-16-15,0 0-13 0,0 0-11 16,0 0-13-16,0 0-11 0,0 0-8 0,9-13-13 0,-9 13-7 15,4-2-10-15,-4 2-6 0,5-2-9 0,-5 2-7 16,3-3-4-16,-3 3-8 0,0 0-8 0,0 0 0 16,7 0-6-16,-7 0-6 0,0 0-3 15,0 0-8-15,8 3-6 0,-8-3 0 0,3 3-9 16,-3-3-3-16,3 3-2 0,-3-3-6 0,2 6-2 0,-2-6-3 16,1 7-3-16,-1-7 0 0,0 5-5 0,0-5-4 15,0 0-2-15,1 8 0 0,-1-8-3 0,1 5 5 16,-1-5-3-16,2 5-6 0,-2-5 0 0,2 5-1 15,-2-5-3-15,2 5 5 0,-2-5 2 0,2 5 2 16,-2-5 2-16,2 4 2 0,-2-4 2 0,2 5 2 16,-2-5-3-16,3 3 8 0,0 0-1 0,-3-3 1 15,4 3 0-15,-4-3 6 0,4 1-3 0,-4-1-2 0,0 0 7 16,0 0 2-16,5 5-9 0,-5-5 8 16,0 0 5-16,0 0-1 0,0 0-1 0,3 2 2 0,-3-2-2 15,0 0 1-15,0 0 3 0,0 0 3 0,0 0-3 16,0 0-3-16,-14 0 6 0,14 0 1 0,-9 0-1 15,2 0-4-15,2-1 6 0,-4 0 3 0,2 0-1 16,-2 0-11-16,0 0 17 0,-1-1-3 0,-1 2-1 16,0-1 1-16,-1-2 0 0,1 1-1 0,-1 1-5 15,0-2 0-15,2 0 0 0,-3 1 4 0,3-2-7 16,2 1 3-16,-1-2-7 0,1 2 5 0,1 0-1 16,1-2 1-16,1 3-4 0,1-2 2 0,1 1 0 15,3 3-9-15,-5-7-3 0,5 7 0 0,-2-7 4 16,2 7-3-16,1-7 2 0,-1 7-4 0,2-6 7 0,-2 6 1 15,5-6-6-15,-5 6 4 0,3-5-2 0,-3 5 3 16,4-3 2-16,-4 3 0 0,4-1 8 16,-4 1 1-16,0 0 1 0,0 0 4 0,8 2 4 0,-8-2 1 15,5 4 3-15,-5-4 0 0,2 3-2 0,-2-3 2 16,4 4-7-16,-2-1 4 0,-2-3 2 0,3 5-2 16,-1-1 4-16,-2-4 3 0,0 0-2 0,0 8 6 15,0-8 2-15,0 0 1 0,-4 10 3 0,3-6-2 16,-3-1 4-16,0 0-1 0,0 0 1 0,-1 1-3 15,0-1-4-15,-2 1 0 0,-1-3-2 0,2 2-6 16,-1-1 5-16,1-1-3 0,-2 1-4 0,0-2-2 16,1-1 2-16,0 2-4 0,-2-1 0 0,1 0 1 15,0-1-7-15,1-1 0 0,1-1 0 0,0 1 2 16,0 1-4-16,0-4 4 0,1 3-3 0,1-1-2 16,4 3-1-16,-6-6-1 0,2 4 2 0,4 2-2 15,-6-7 3-15,4 3-2 0,2 4 0 0,-3-6 5 16,3 6 1-16,-3-5-2 0,3 5 5 0,-2-4 5 0,2 4 1 15,0 0 3-15,-2-6-1 0,2 6 3 16,0 0-2-16,0 0 3 0,0 0 1 0,0 0-3 16,0-7-1-16,0 7 3 0,0 0-5 0,0 0-1 0,0 0-4 15,0 0-5-15,0 0 2 0,0 0 1 0,0 0-3 16,0 0 1-16,0 0 0 0,0 0-4 0,0 0 3 16,0 0-2-16,0 0-1 0,0 0 3 0,0 0-4 15,0 22 2-15,0-22-3 0,0 10 2 0,-1-5-3 16,-1 0 4-16,2-5-2 0,-2 10 1 0,-1-5-2 15,0-1-1-15,-1 1 0 0,0-1 3 0,-1 3-2 16,1 0 2-16,-1-2-2 0,1-2 0 0,-1 1-3 16,-1-1 5-16,1 3-2 0,0-3 0 0,1 1-5 15,1-2 3-15,3-2-2 0,-5 4 2 0,5-4-5 16,-4 4 1-16,4-4 0 0,-3 3-1 0,3-3-3 0,0 0 1 16,-5 5-2-16,5-5 5 0,-1 5-6 15,1-5 3-15,0 0-1 0,-2 5-1 0,2-5 2 16,0 0 1-16,0 0 2 0,0 0 1 0,0 0-2 0,3 9 0 15,-3-9 4-15,3 3 0 0,-3-3 0 0,3 5-2 16,1-3-3-16,-4-2 4 0,5 3 1 16,-5-3 1-16,5 4-2 0,-2-1-1 0,0-1-1 0,-3-2 3 15,3 5 3-15,-3-5 1 0,4 4-1 0,-2 0 3 16,-2-4-1-16,1 5 3 0,-1-5 8 0,0 6 4 16,0-6-4-16,0 0 6 0,-2 11-3 0,0-8 4 15,2-3-4-15,-6 8 3 0,3-4-1 0,-2-1-5 16,0-1 0-16,1 1 9 0,0-2 3 0,-2 3 1 15,-2-2-3-15,3-1-2 0,-2-1-4 0,0 0-1 16,1 1 1-16,-2-2-3 0,2 0-4 0,-3 0 2 16,-1-3-2-16,2 2-1 0,0-1-2 0,0 1 0 15,-2-2 0-15,3-1-4 0,0 2-1 0,-1-3-2 16,1 3 4-16,1-3-2 0,0 1-2 0,0-3-6 16,1 0 5-16,2 1-4 0,-1-2-9 0,0 1-8 15,1-2-10-15,2 1-13 0,0 1-19 0,0-1-24 16,1 0-28-16,1 1-30 0,1-1-40 0,0-2-54 15,-1 4-180-15,2-1-452 0,-2-1 200 0</inkml:trace>
          <inkml:trace contextRef="#ctx0" brushRef="#br1" timeOffset="-339832.5494">-3629 0 46 0,'0'0'274'0,"0"0"-16"16,1-6-12-16,-1 6-20 0,0 0-17 0,0 0-14 16,3-3-25-16,-3 3-15 0,0 0-17 0,0 0-12 0,0 0-24 15,0 0-29-15,0 0-42 0,0 0-63 0,0 0-68 16,0 0-97-16,0 0-123 0,0 0-347 15,0 0 153-15</inkml:trace>
          <inkml:trace contextRef="#ctx0" brushRef="#br1" timeOffset="-339611.6814">-3794 23 278 0,'0'0'271'15,"0"0"-21"-15,10-11-19 0,-10 11-25 0,0 0-21 16,3-4-15-16,-3 4-22 0,0 0-23 0,0 0-43 16,0 0-48-16,0 0-67 0,0 0-76 0,0 0-198 15,0 0-332-15,0 0 148 0</inkml:trace>
          <inkml:trace contextRef="#ctx0" brushRef="#br1" timeOffset="-340127.7119">-4013 42 98 0,'6'-5'263'0,"-6"5"-16"0,4-4-16 16,-4 4-19-16,4-4-19 0,0 3-19 0,-4 1-18 15,0 0-15-15,5-1-18 0,-5 1-30 0,0 0-41 16,0 0-53-16,0 0-61 0,0 0-70 0,0 0-166 0,0 0-324 16,7 1 144-16</inkml:trace>
          <inkml:trace contextRef="#ctx0" brushRef="#br1" timeOffset="-337945.5726">-4618 145 167 0,'-5'-2'221'0,"5"2"-7"0,0 0-8 15,-5-1-16-15,5 1-10 0,0 0-14 0,0 0-15 16,0 0-13-16,0 0-9 0,0 0-18 0,-6 3-10 15,6-3-5-15,0 0-12 0,-3 5-12 0,3-5-6 16,0 0-9-16,0 0-2 0,3 11-2 0,-3-11-7 16,2 6-7-16,-2-6-1 0,2 7-6 0,0-2-3 15,-1-1-3-15,-1-4 1 0,4 8-6 0,-2-3 0 16,0-1-4-16,-2-4 2 0,2 9 0 0,-1-6-3 16,-1-3 0-16,1 5-3 0,-1-5-2 0,1 8-1 15,-1-8 1-15,-3 5-6 0,3-5-11 0,-6 3-13 16,1-1-30-16,1-2-15 0,-2 2-33 0,-3-1-35 15,1-1-49-15,1 0-207 0,-1-1-420 0,-2-1 186 16</inkml:trace>
          <inkml:trace contextRef="#ctx0" brushRef="#br1" timeOffset="-337647.5072">-4785-1 197 0,'0'0'205'16,"0"0"-11"-16,-3 17 1 0,3-11-12 0,-2 1-17 15,1 3-2-15,0 0-10 0,0 2-8 0,-1-3-13 0,2 4-6 16,-3 0-10-16,1 1-7 0,0-2-12 0,0 1-10 15,-1-1-7-15,1 0-7 0,-1 1-11 16,1 0-5-16,0-3-27 0,0-1-25 0,0 1-44 0,-2-2-61 16,2 1-64-16,-3-2-219 0,1-2-413 0,0 1 182 15</inkml:trace>
          <inkml:trace contextRef="#ctx0" brushRef="#br1" timeOffset="-337411.5066">-4906 195 29 0,'0'0'202'0,"-1"7"-8"0,1-7-4 16,-1 9-9-16,1-3-5 0,0-6-2 0,-2 11-6 15,1-4-15-15,0 1-11 0,0-2-9 0,0 1-6 0,0 1-6 16,0-2-7-16,0 1-9 0,0-2-14 0,-1 2-8 15,1-2-7-15,-3 0-7 0,0 2-9 16,1-4-21-16,-1 4-22 0,1-4-40 0,-1 2-45 16,0-3-62-16,0 0-36 0,0 1-211 0,4-3-407 0,-7 4 181 15</inkml:trace>
          <inkml:trace contextRef="#ctx0" brushRef="#br1" timeOffset="-336431.0362">-5014 371 14 0,'0'0'172'0,"0"0"5"0,0 0-3 16,0 0-11-16,0 0-5 0,0 0-17 0,0 0-9 15,0 0-8-15,16 0-11 0,-16 0-12 0,6-4-11 16,-2 2-20-16,-1-1-34 0,1 0-49 0,2-1-63 15,-1-3-187-15,-2 3-285 0,1-2 127 16</inkml:trace>
          <inkml:trace contextRef="#ctx0" brushRef="#br1" timeOffset="-336898.9929">-5035 123 45 0,'3'-8'152'15,"-2"3"-14"-15,2 2-13 0,-3 3-6 16,4-7-6-16,-2 4-6 0,1 0-12 0,-3 3-1 16,5-4-6-16,-5 4-10 0,4-3-5 0,-4 3 2 0,6-2-7 15,-6 2-8-15,0 0-7 0,0 0-4 16,6 1-5-16,-6-1 8 0,4 4 0 0,-4-4 1 16,4 4-4-16,-4-4-8 0,2 6 0 0,-2-6-8 0,3 6 1 15,-3-2 6-15,0-4-1 0,0 9 0 16,0-9-5-16,0 8-1 0,0-8 6 0,-3 8-4 0,1-5-1 15,-2 0 3-15,0 0-4 0,-1 1-2 0,-1-2-3 16,-1 3-5-16,1-3 2 0,-2 0-3 0,1 1-4 16,0-1-2-16,-1-1 1 0,1 1-2 0,0-2-4 15,0 3 2-15,0-2 0 0,1 1-3 0,1 0 3 16,0-1-3-16,5-1 1 0,-8 3-2 0,4-1-1 16,1 0 4-16,0 2-2 0,3-4 5 0,-5 7 1 15,4-2 2-15,0-2 1 0,-1 3 3 0,2-6 3 16,0 13 4-16,-1-5 4 0,1 1-1 0,0 0-5 15,0 0-2-15,-2 1 3 0,2-1-7 0,0 1 2 16,0-2-6-16,0 0 0 0,0 1-6 0,0-1-6 16,0-2-24-16,0-6-29 0,-1 12-43 0,0-5-63 15,1-7-68-15,-1 9-188 0,0-6-444 0,-2 0 196 16</inkml:trace>
          <inkml:trace contextRef="#ctx0" brushRef="#br1" timeOffset="-335221.444">-5115 417 108 0,'0'0'153'0,"0"0"-2"0,-2 4-14 16,2-4-2-16,0 0-2 0,0 0-7 0,0 0-7 0,0 0 5 15,0 0-2-15,0 0-4 0,0 0-1 0,0 0 3 16,0 0-1-16,0 0 3 0,0 0-2 0,0 0-7 16,0 0-7-16,0 0-3 0,0 0-12 0,0 0-2 15,0 0-8-15,0 0-11 0,0 0-3 0,0 0-8 16,0-15-6-16,0 15-6 0,0 0-5 16,0-11-6-16,0 11-20 0,0-10-28 0,0 3-37 0,0 7-53 15,0-15-72-15,0 8-270 0,-1-1-480 0,-1-1 213 16</inkml:trace>
        </inkml:traceGroup>
        <inkml:traceGroup>
          <inkml:annotationXML>
            <emma:emma xmlns:emma="http://www.w3.org/2003/04/emma" version="1.0">
              <emma:interpretation id="{D3E2D70E-EB41-4B9F-9F92-7EA4D15E1AB1}" emma:medium="tactile" emma:mode="ink">
                <msink:context xmlns:msink="http://schemas.microsoft.com/ink/2010/main" type="inkWord" rotatedBoundingBox="9243,11337 8145,11339 8144,10956 9242,1095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1" timeOffset="-335854.8778">-5323 247 137 0,'0'0'132'0,"-7"1"-20"0,7-1-6 0,-6-1-16 0,6 1-5 16,0 0 4-16,-8-2-9 0,8 2-7 15,-3-3-6-15,3 3-12 0,-2-5-5 0,2 5 3 16,0 0-6-16,-3-4-1 0,3 4-4 0,0 0 1 0,0 0 0 16,1-8-3-16,-1 8 5 0,0 0-8 0,6-8 1 15,-5 6 0-15,-1 2-4 0,6-6-1 16,-6 6 9-16,6-2-2 0,-3 1 5 0,-3 1 1 0,6-1-4 15,-6 1 4-15,0 0 0 0,9 3 0 16,-6-2 0-16,-3-1 6 0,4 6 1 0,-3-1 6 16,0 0 2-16,-1-5 6 0,-2 12 0 0,0-4-5 0,-1 2 1 15,-1 2-2-15,-1 1-3 0,-3-2-5 0,1 2-3 16,1-2-3-16,-2 1-7 0,1-2-6 0,0 1-20 16,1-4-34-16,0 1-57 0,1-3-63 0,1 1-74 15,-1-3-187-15,3 0-435 0,-1 0 193 0</inkml:trace>
          <inkml:trace contextRef="#ctx0" brushRef="#br1" timeOffset="-333763.1712">-5575 212 122 0,'0'0'162'0,"0"0"-9"0,0 0-2 0,0 0-11 0,0 0-7 16,9 12-7-16,-8-8 0 0,-1-4-15 0,3 7-2 15,-1-3-4-15,0 1-2 0,0-2-2 0,0 2-9 16,0 0-9-16,0 0-3 0,1 0-9 0,-1-1-5 15,-1 2-4-15,1-3-7 0,-2-3-4 0,1 8-6 16,-1-8 3-16,-1 6-8 0,1-6-5 0,-3 6-4 16,-1-3 0-16,4-3-5 0,-4 4-4 0,1-1-7 15,3-3-10-15,-6 2-2 0,6-2-3 0,-5 1-7 16,5-1 0-16,0 0 0 0,-8-1-4 0,8 1 6 16,-5-6-6-16,5 6 2 0,-4-8-3 0,2 4-4 0,2 4-1 15,-1-8 0-15,1 0-2 0,-1 1 2 16,1 7-6-16,-1-9 7 0,1 9 1 0,0-10 3 15,0 10-6-15,-1-9 4 0,1 9 4 0,0-6-1 0,0 6-4 16,-2-5 8-16,2 5-2 0,0 0 4 16,-1-8-2-16,1 8 6 0,0 0-5 0,-3-4 0 0,3 4 3 15,0 0 0-15,0 0 1 0,0 0 0 0,0 0-2 16,-5-2 4-16,5 2-1 0,0 0 4 0,-7-1 1 16,7 1 3-16,-6 3 3 0,6-3 4 0,-7 3-3 15,0 0 3-15,1 1 1 0,-2-2 0 0,1 3-5 16,1-1 1-16,-3 2-1 0,2-2 1 0,-1 1-3 15,1-2 3-15,-1 2-4 0,2-1-1 0,1-1-2 16,-1 2 3-16,1-1-4 0,1-1 2 0,0 0-3 16,1 2 0-16,0-2 2 0,3-3-5 0,-5 6 1 15,2-3 1-15,3-3-1 0,-2 6-1 0,2-6 3 0,-1 5 1 16,1-5-3-16,0 0 2 0,1 7 0 0,-1-7-1 16,0 0 0-16,3 8 0 0,0-6-2 0,-3-2 8 15,5 6-7-15,-2-3 3 0,0-1 3 0,1 1-3 16,-2 0 3-16,-2-3-2 0,5 3 1 0,-5-3 3 15,4 4-2-15,-1-2-1 0,-3-2-1 0,3 3 0 16,-3-3-1-16,2 3 2 0,-2-3 2 0,0 0 1 16,2 4 1-16,-2-4 2 0,0 0-2 0,0 0 1 15,-7 8-2-15,2-7 5 0,5-1-2 0,-7 2-3 16,4-1-2-16,-4-1 1 0,2 3 0 0,-1-3-4 16,-3 1 3-16,3-1 1 0,-2-1-2 0,1 0 2 15,-4-1-3-15,3 2-1 0,-2-3-4 0,-1 0 6 0,1-1-3 16,1-1 1-16,-1-1-2 0,2 2 5 0,2 0-1 15,-1 0-1-15,1-3 2 0,1 0-3 0,1 1 2 16,1 0-1-16,0-1-3 0,2 0 2 0,1 2-3 16,0 5 2-16,0-12-3 0,3 5-9 0,-2-1-18 15,1 2-18-15,-1-1-51 0,3 0-48 0,-1 2-63 16,-1-2-141-16,1 0-379 0,-2 3 168 0</inkml:trace>
          <inkml:trace contextRef="#ctx0" brushRef="#br1" timeOffset="-332959.3998">-5925 29 53 0,'0'0'236'16,"0"0"-16"-16,0 0-14 0,0 0-14 0,0 0-18 16,-14 9-17-16,10-7-11 0,-3-2-18 0,1 1-16 15,0 0-11-15,-2-1-27 0,1 1-32 0,-1-1-47 0,0 0-56 16,2 0-53-16,-3 0-164 0,2 0-299 16,0 0 133-16</inkml:trace>
          <inkml:trace contextRef="#ctx0" brushRef="#br1" timeOffset="-333086.4859">-5946 126 163 0,'0'0'190'0,"0"0"-15"16,0 0-8-16,9 14-6 0,-9-14-16 0,2 6-9 15,-2-6-11-15,1 6-10 0,0-1-6 0,-1-5-6 16,0 6-10-16,0-6-2 0,-2 9-6 0,0-5-9 16,2-4-3-16,-4 9-9 0,1-4-5 0,-1-2-3 15,-1 0-4-15,1 2-5 0,-1-1-8 0,-2 2-2 16,1-5-4-16,0 2-6 0,-2-1-9 0,1-1-14 15,0 1-11-15,1-2 0 0,-2 2-12 0,2-4-2 16,-1 2-3-16,1 0-4 0,1-3-1 0,-1 1 4 16,1 0 4-16,1 0-3 0,0-1 4 0,4 3 5 15,-5-5-1-15,5 5 2 0,-2-6-2 0,2 6 2 16,0-7 4-16,0 7-6 0,0 0 8 0,4-9 5 16,-4 9 1-16,4-3 1 0,-4 3 5 0,7 0 6 0,-7 0 0 15,5-1 5-15,-5 1-1 0,6 1 0 16,-6-1 6-16,5 3 2 0,-5-3 4 0,5 3 2 15,-2-1-7-15,-3-2 3 0,4 6 2 0,-1-2 12 0,-2 1 0 16,2-1 3-16,-3 2-4 0,2-1 3 0,-2-5 2 16,0 13-2-16,-3-5-1 0,1-1 3 0,0 0-5 15,-2 1-3-15,-1-1-1 0,0 1-2 0,0-3-3 16,0 2-5-16,0-2-3 0,-1 0-6 0,2 0-20 16,-2-3-26-16,1 1-36 0,0-1-45 0,1-2-53 15,4 0-77-15,-9-2-138 0,5-2-413 0,1 0 182 16</inkml:trace>
          <inkml:trace contextRef="#ctx0" brushRef="#br1" timeOffset="-326957.5318">-6190 138 1 0,'0'0'172'0,"0"0"-13"0,0 0-5 0,0 0-10 16,0 0-7-16,0 0-11 0,0 0-9 0,0 0-7 16,-3 14-11-16,3-14-6 0,1 8 1 0,-1-8 0 0,1 9-8 15,-1-9-7-15,-1 9-8 0,0-5-5 16,1-4-7-16,-1 10-6 0,-1-6-5 0,1 1-7 16,1-5 1-16,-5 9-5 0,2-6-2 0,0 0-6 15,0 0-5-15,3-3-2 0,-7 4-7 0,3-3-8 16,4-1 0-16,-10 1-6 0,6-2 2 0,4 1-4 0,-9 0 0 15,9 0 1-15,-8-2 3 0,4 0-6 0,4 2 4 16,-5-4-1-16,5 4-1 0,-5-2 1 16,5 2 5-16,-3-3 6 0,3 3 2 0,-3-5 6 0,3 5-1 15,0 0 5-15,0 0-3 0,0 0 0 0,-2-4-7 16,2 4 1-16,0 0 0 0,0 0-5 0,0 0 2 16,0 0-1-16,0 0-4 0,0 0 4 0,0 0-6 15,0 0 1-15,0 0-1 0,8 11 2 0,-8-11-2 16,3 5-3-16,-3-5 4 0,0 8-3 0,1-2 3 0,-1-6-1 15,1 6-3-15,-1 0 1 0,0-6 2 16,0 10 0-16,0-5-2 0,0-5 0 0,0 8 2 16,0-8 2-16,-2 7-3 0,2-7-4 0,-2 4-4 15,2-4-12-15,-2 4-4 0,2-4-8 0,0 0 7 16,0 0-7-16,-6 0 5 0,6 0-7 0,0 0 1 0,-5-9 4 16,5 9 0-16,-4-8-3 0,2 4 7 0,-1-1-2 15,2 0 2-15,1 5 4 0,-2-9 2 0,0 5-3 16,1-2 2-16,1 6 4 0,0-10-2 0,-1 5 2 15,1 5 4-15,-1-11-5 0,1 11 10 0,1-9-6 16,-1 9 5-16,0-7-2 0,0 7 0 0,0 0 4 16,0-8 2-16,0 8-1 0,1-5 3 0,-1 5 4 15,0 0-2-15,0 0-2 0,-3-6 3 0,3 6-7 16,0 0 7-16,-7 0-2 0,7 0 0 0,0 0-4 16,-10 2 5-16,10-2 2 0,-8 3 0 0,4-1 3 0,-2 1 2 15,1 0-2-15,1 0 1 0,-1 1 2 0,-1 1 0 16,1-2-2-16,1 2 3 0,-1-1 4 15,0 1-2-15,0 1-6 0,2-2 10 0,-1 0 1 0,0 1-2 16,1 3 5-16,0-1-2 0,0-1 2 0,0 0-4 16,2 0 4-16,0 0 1 0,1 1 5 0,-2 1 4 15,2-2 6-15,0 3 4 0,1-1-5 0,0-1-4 16,0 1-2-16,0 1-5 0,0 0 2 0,1-1-2 16,-1 0-3-16,1 1-2 0,1-1-3 0,-3 1-11 15,3-3-16-15,-3 0-19 0,0-1-35 0,1 0-42 16,-1-5-52-16,1 6-71 0,-1-6-123 0,0 0-379 15,0 0 167-15</inkml:trace>
          <inkml:trace contextRef="#ctx0" brushRef="#br1" timeOffset="-326673.8687">-6204 55 23 0,'0'0'298'15,"0"0"-15"-15,4-2-19 0,-4 2-17 0,0 0-22 0,3-3-21 16,-3 3-25-16,0 0-13 0,0 0-21 0,0 0-33 15,0 0-35-15,0 0-49 0,0 0-69 16,0 0-72-16,0 0-237 0,0 0-379 0,0 0 168 0</inkml:trace>
        </inkml:traceGroup>
        <inkml:traceGroup>
          <inkml:annotationXML>
            <emma:emma xmlns:emma="http://www.w3.org/2003/04/emma" version="1.0">
              <emma:interpretation id="{9017D6FC-7D46-4365-8DFD-DB0F35EAD154}" emma:medium="tactile" emma:mode="ink">
                <msink:context xmlns:msink="http://schemas.microsoft.com/ink/2010/main" type="inkWord" rotatedBoundingBox="8030,11351 5399,11355 5398,10820 8029,10817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1" timeOffset="-322174.2925">-8482 226 55 0,'0'0'80'0,"-3"-3"-3"16,3 3 6-16,0 0-13 0,0 0 1 0,0 0-6 15,0-8-10-15,0 8 0 0,0 0-12 0,0 0 3 16,3-10-3-16,-3 10-1 0,3-2-12 0,-3 2 10 16,0 0 0-16,6-3-4 0,-6 3 4 0,4 0-2 15,-4 0 2-15,5-1 0 0,-5 1-3 0,4-2 2 16,-4 2-4-16,0 0 9 0,7 0 2 0,-7 0 7 16,0 0 11-16,5 1 1 0,-5-1 0 0,5 3 3 15,-5-3 2-15,2 4 2 0,-2-4-1 0,1 7 3 16,-1-7-10-16,-1 8-2 0,1-8-2 0,-4 12-3 15,1-3 0-15,0-1-3 0,-3-2-3 16,-1 3-6-16,-1 1-9 0,-1-2-1 0,-1-1 1 16,0-1-2-16,-1 1-6 0,1-2-7 0,0 1-20 15,1-1-26-15,0-2-39 0,0-2-52 16,3 0-70-16,0-1-171 0,6 0-387 0,-7-4 171 0</inkml:trace>
          <inkml:trace contextRef="#ctx0" brushRef="#br1" timeOffset="-321701.54">-8656 99 143 0,'0'0'141'0,"1"11"-6"15,-2-6-11-15,1-5-6 0,0 10-10 0,-2-4-6 16,0 1-13-16,1-2 1 0,-1 2-12 0,-1 0-5 16,-2-1-7-16,3-2-8 0,-1 2-1 0,-3-1-8 15,1-2-5-15,-2 1-4 0,4-1-10 0,-4 1 4 16,1-2-11-16,0 0-6 0,0-1-14 0,1 0 2 15,-1-2-3-15,6 1-10 0,-10 0 5 0,10 0-2 16,-8-3-10-16,6 2 4 0,-2-3-1 0,4 4 3 16,-7-5-1-16,5 2 1 0,2 3-1 0,-3-7 2 15,3 7-9-15,-1-5 11 0,1 5-5 0,0-8 8 0,0 8-4 16,0 0 8-16,5-7-8 0,-5 7 10 16,3-3-1-16,-3 3 3 0,5-2 1 0,-5 2-1 15,0 0 3-15,0 0 4 0,5 0 0 0,-5 0 9 0,0 0-16 16,0 0 12-16,8 5 4 0,-6-2-1 0,-2-3-10 15,4 6 11-15,-3-3 2 0,1 2 9 0,-1 1 8 16,2 1 0-16,-3-1 4 0,-1 1 3 0,1-7 5 16,-4 13 2-16,0-6-2 0,0-1-3 0,-1 2-4 15,-3 1-5-15,0 0 0 0,-2-2-7 0,4-1-2 16,-3 1-6-16,-2 0-12 0,1-1-17 0,3-3-23 16,1 0-37-16,-3-2-45 0,4 2-32 0,-1-1-186 15,2-2-355-15,4 0 157 0</inkml:trace>
          <inkml:trace contextRef="#ctx0" brushRef="#br1" timeOffset="-321516.3926">-8685 334 96 0,'-5'3'173'0,"5"-3"6"16,-7 0-10-16,7 0-9 0,-7 1-15 0,7-1-12 16,-8 0-15-16,4 1-16 0,4-1-23 0,-8 1-30 15,4 0-50-15,4-1-44 0,-8 1-56 0,4-1-109 16,4 0-227-16,-8 3 101 0</inkml:trace>
          <inkml:trace contextRef="#ctx0" brushRef="#br1" timeOffset="-321347.5524">-8768 428 143 0,'0'0'263'0,"0"0"-6"0,0 0-20 0,0 0-14 16,0 0-18-16,0 0-21 0,0 0-17 0,0 0-18 16,0 0-23-16,9-14-36 0,-9 14-47 0,0-5-63 15,0 5-75-15,-4-10-90 0,1 4-114 0,0 0-321 16,-2-2 142-16</inkml:trace>
          <inkml:trace contextRef="#ctx0" brushRef="#br1" timeOffset="-320889.0982">-8912-9 42 0,'0'0'208'0,"0"0"-2"0,0 0-12 16,0 0-7-16,0 0-14 0,0 0-7 0,0 0-9 16,0 0 1-16,3 19-8 0,-3-14-2 0,-1 2-3 15,1-1-3-15,0 3-11 0,-2 0-8 0,1-1-12 16,-1 0-3-16,0 1-11 0,0 0-3 0,1 1-10 15,-2 2-10-15,-1-1 1 0,2 1-3 0,-1 1-9 16,1-1-7-16,2 0-7 0,-4-1-2 0,2-3-2 16,1 3-11-16,-2 1 1 0,0-4 3 0,1 2-8 15,-1-4-2-15,-1 1-4 0,1 2 1 0,-2-3-3 16,0 1-4-16,0-2 0 0,-1 1-5 0,-1 0 1 16,-1-3 0-16,-2 2-6 0,-1-1 2 0,0-1 0 15,3 0-3-15,-4-1-8 0,2-1 0 0,1 0-2 16,-1-3-6-16,-1 2-3 0,3-2 0 0,0 1-4 15,1-2 2-15,0-2 0 0,0 1-1 0,2-1 1 16,-1-2-7-16,1-1-6 0,2 0 1 0,0 0-15 16,1 0-10-16,2-2-20 0,-1 1-26 0,1 1-17 15,1-2-27-15,1 2-27 0,1-1-30 0,0 1-30 0,0 1-166 16,0 0-425-16,2 2 188 0</inkml:trace>
          <inkml:trace contextRef="#ctx0" brushRef="#br1" timeOffset="-331065.8254">-6518 179 125 0,'0'0'155'0,"0"0"-15"0,0 0-13 0,0 0-10 15,0 0-9-15,0 0-13 0,0 0-9 16,-2 20-6-16,2-20-7 0,-4 7-8 0,2-2-3 16,0 0 1-16,-1-1-5 0,-3 0-5 15,3 0-6-15,-1 0-6 0,1-1-7 0,-1 0 10 0,0-1-13 16,0 0 3-16,4-2-4 0,-9 2-12 0,9-2 10 15,-6 0 3-15,6 0 4 0,-7-1 6 0,7 1-10 16,-3-6 14-16,3 6 0 0,-3-9-2 0,3 4 8 16,-1-1 2-16,0-1 2 0,2-2 0 0,1 1-1 15,0 0 1-15,1 0-1 0,-2 0-2 0,2-1-2 16,0-3-6-16,0 3 2 0,0 0-4 0,0 1-3 0,0 1 0 16,0 1-5-16,0-2 0 0,-2 4-6 0,1 0-5 15,-2 4-1-15,3-7-15 0,-3 7-22 0,1-6-19 16,-1 6-17-16,0 0-18 0,0 0-29 0,0 0-33 15,0 0-25-15,0 0-43 0,0 0-147 0,0 0-373 16,0 0 166-16</inkml:trace>
          <inkml:trace contextRef="#ctx0" brushRef="#br1" timeOffset="-330854.0406">-6673 363 36 0,'0'0'301'0,"0"0"-11"16,0 0-21-16,0 0-17 0,0 0-21 0,0 0-16 15,0 0-24-15,0 0-17 0,7-14-21 0,-5 10-19 16,-2 4-27-16,1-8-40 0,-1 8-53 0,2-9-66 16,-2 4-81-16,0 5-89 0,-2-10-117 0,2 10-365 15,-5-15 162-15</inkml:trace>
          <inkml:trace contextRef="#ctx0" brushRef="#br1" timeOffset="-330223.9583">-6789 85 29 0,'4'4'200'0,"-1"-2"-5"16,1 2-20-16,0 1-14 0,-2 0-7 16,1 0-8-16,0 0-9 0,-1 2-9 0,0 1-3 0,1-2-7 15,0 1-6-15,-3 1-9 0,2-1-8 0,-1 1-7 16,-1-1-4-16,0-2-6 0,0-5-5 0,-1 12-11 16,-1-8-3-16,1 2-7 0,-2-2-2 0,0 2-8 15,-1-3-4-15,0-1-6 0,0 1-12 0,-2-1-13 16,-1 0-8-16,1-1-7 0,-2-1-4 0,2-1-11 15,-1-1-11-15,-1 0-15 0,0-1 6 0,1-1-9 16,0 1 0-16,1-2-4 0,0-1-4 0,1 1 1 16,0-3 10-16,2 2 7 0,1 1 2 0,1-1 4 15,1 6 2-15,0-13 6 0,0 6-6 0,1-1 1 16,1 2 18-16,0 0-4 0,2 0 8 0,-2 1 6 16,0 1 2-16,3-2 8 0,-2 2-2 0,0 1 1 15,0 1-1-15,-3 2 9 0,5-6-7 0,-2 5 8 16,-3 1-2-16,6-1 9 0,-6 1-2 0,6 0 1 15,-6 0-2-15,5 2 3 0,-5-2 2 0,4 7 3 16,-4-4 1-16,0-3-4 0,2 9 5 0,-2-4-5 16,0-5-1-16,-3 12-3 0,0-5 4 0,0-1-3 0,-2 2-3 15,1-2-1-15,-1 1 2 0,-1-1-8 0,-1 1 3 16,1-3-5-16,-1 0 7 0,-1-1-4 16,1 0 0-16,1 0-3 0,-1-1 0 0,-1-2 3 0,1 0-2 15,1 0 3-15,0 0 8 0,-1-1 8 16,7 1-1-16,-8-5 3 0,5 2 2 0,-1-2 7 15,2 0 3-15,-1 0 0 0,3-2-1 0,-2 2 4 0,2-3 5 16,1 1-6-16,0-1-3 0,0-1 0 16,1-1-2-16,0 1-4 0,2-4-1 0,-1 0-2 0,2 1 0 15,-2-1-5-15,1 1-6 0,-1 1-1 0,0 2-1 16,0 1-2-16,-1 2-5 0,-1 0-8 0,1 3-16 16,-2 3-21-16,2-8-33 0,-2 8-35 0,0 0-33 15,0 0-38-15,0 0-56 0,0 0-160 0,0 0-419 16,0 0 186-16</inkml:trace>
          <inkml:trace contextRef="#ctx0" brushRef="#br1" timeOffset="-329105.3243">-7039 45 151 0,'0'0'198'15,"0"0"-11"-15,0 0-10 0,0 0-14 0,0 0-14 16,0 0-12-16,-19-4-6 0,15 4-11 0,-1-1-9 0,-1 0-13 15,-2-1-6-15,2 0-9 0,-1 1-8 0,3-1-9 16,-2-1-10-16,2 1-1 0,-2-2-4 16,1 0-3-16,0 0-6 0,1-1-5 0,0 2-1 0,-1-2-7 15,2 1-2-15,0 1-4 0,0-2-2 0,3 5-5 16,-3-7 1-16,3 7-3 0,-1-6-5 0,1 6-18 16,-2-7-23-16,2 7-35 0,0 0-45 0,1-7-55 15,-1 7-172-15,0 0-367 0,4-5 162 0</inkml:trace>
          <inkml:trace contextRef="#ctx0" brushRef="#br1" timeOffset="-329392.2244">-7091 133 49 0,'0'0'189'0,"0"0"-16"0,0 0-14 15,0 0-10-15,9 10-16 0,-9-10 2 0,0 0-12 16,0 7-7-16,0-7-19 0,0 0-1 0,1 7-11 16,-1-7-6-16,0 0-8 0,-4 6-6 0,4-6-10 15,-2 4-2-15,2-4-8 0,-4 6-4 0,1-4-3 16,3-2-9-16,-6 4-5 0,3-2-8 0,3-2-7 15,-7 3-3-15,4-2-6 0,3-1-17 0,-9 2 9 16,9-2 0-16,-6-1-1 0,6 1 0 0,-6-2 5 16,6 2-9-16,-6-6 8 0,6 6 5 0,-3-4-3 0,3 4-13 15,-3-7 17-15,3 7-4 0,-2-6 13 0,2 6-5 16,-1-6 5-16,1 6 6 0,0-6 6 16,0 6 9-16,0 0-2 0,-2-7 6 0,2 7 5 0,0 0-1 15,0 0-5-15,0 0-3 0,0 0-5 0,0-8 1 16,0 8-17-16,0 0 9 0,0 0 0 15,0 0-5-15,0 0 0 0,0 0 1 0,0 0-7 0,0 0 3 16,0 0-2-16,0 0 0 0,0 0 1 0,0 0 0 16,2 20-4-16,-2-20 2 0,-3 6-5 0,3-6-4 15,-6 6-11-15,3-5-9 0,-1 1-8 0,0 1 3 16,-1-1-18-16,1 1 5 0,-2-2-10 0,2 0 1 16,-3-1-8-16,0 2 3 0,-1-2 7 0,1-2 4 15,1 1 1-15,1 0-3 0,-1-1 11 0,-1 0 2 0,3 0 3 16,4 2 6-16,-8-4-5 0,5 2 9 15,-1-1 12-15,4 3 6 0,-5-4 7 0,5 4 0 16,-3-4 16-16,3 4-2 0,0 0 4 0,-4-3 1 0,4 3 0 16,0 0 0-16,0 0 5 0,0 0 4 0,0 0 0 15,0 0 7-15,0 0-2 0,0 0-1 0,0 0-2 16,0 0 2-16,0 0-5 0,0 0-1 0,0 0-1 16,0 0-8-16,0 0 5 0,8 15 5 0,-7-11-3 15,2 0-3-15,-1 1-2 0,1 1 3 0,-2-1 2 16,2 1 8-16,-1 2-3 0,1-1-1 15,-1 0-4-15,0 2 2 0,-1-1-3 0,1-2 4 0,-2 2-1 16,1-3-4-16,0 3-4 0,0-1 1 0,-1 0-4 16,-2 0 3-16,1-1-5 0,0 0 1 0,-1 1-4 15,-2-1-2-15,1-1-1 0,-1 0 0 0,0-2-1 16,-2 3 1-16,2-3-5 0,-2 1 4 0,0-1-4 16,0-1 4-16,-1-1-1 0,1 0 2 0,-2-1-5 15,1-2 3-15,-1 1-2 0,1-1 1 0,0-3 3 0,-1 1 0 16,1-1-3-16,0 1-5 0,-2-3 2 15,1-1-4-15,2 2 2 0,-1-3 2 0,1 1-5 16,1-1-7-16,0-3-8 0,2 0-12 0,1 3-13 16,1 0-13-16,1 0-17 0,2-5-36 0,1 2-37 0,1 0-37 15,3 0-61-15,-3 2-162 0,2-1-432 16,1 1 191-16</inkml:trace>
          <inkml:trace contextRef="#ctx0" brushRef="#br1" timeOffset="-325125.9416">-7385-25 187 0,'0'0'207'15,"0"0"-13"-15,0 0-12 0,0 0-12 0,0 0-7 0,0 0-13 16,0 0-10-16,0 0-3 0,-19 13-10 0,11-7-9 16,-2 1-10-16,-1 1-9 0,0-1-13 0,1 1-6 15,-2 0-10-15,-2 1-7 0,2-4-16 0,0 3-32 16,0-3-41-16,0 1-60 0,1-1-62 0,0 1-200 16,-1-2-376-16,0 3 167 0</inkml:trace>
          <inkml:trace contextRef="#ctx0" brushRef="#br1" timeOffset="-325403.2643">-7586 98 106 0,'0'0'169'0,"0"0"-17"16,0 0-8-16,0 0-4 0,0 0-8 0,0 0-2 16,0 0-5-16,0 0-13 0,0 0-7 0,0 0-5 15,0 0-2-15,0 0-2 0,3 18-5 0,-3-13-9 16,0-5-4-16,0 9-6 0,0-3-3 0,0-6-4 16,0 10-3-16,0-5-6 0,-1 1-2 0,-1 0-3 15,2 0-3-15,-1-1-7 0,-1-1-4 0,1 2-2 16,1-6 0-16,-3 9-6 0,2-4-2 0,1-5-1 15,-4 7-3-15,2-4-6 0,-1 1 1 0,3-4-1 16,-3 4-4-16,3-4 4 0,-4 3-3 0,4-3-3 16,-6 1 0-16,6-1-2 0,-7 0 2 0,7 0 0 15,-6 0-3-15,6 0-5 0,-7-2 5 0,4 0-2 16,-2 0 1-16,5 2 3 0,-6-6 2 0,2 3-1 16,1-1 0-16,-1 0 2 0,4 4 2 0,-5-8 0 0,4 3 4 15,-2 0-2-15,3 5 3 0,-3-9-4 16,1 5-1-16,1-4-3 0,1 1 5 0,0 7-7 15,1-13-4-15,1 5 4 0,-1-1-2 0,-1 1-1 0,3 0-4 16,-1 1-5-16,-2 0-9 0,1 3-16 0,-1 4-23 16,0-10-27-16,0 10-46 0,-1-7-62 0,1 7-240 15,0 0-458-15,-2-5 203 0</inkml:trace>
          <inkml:trace contextRef="#ctx0" brushRef="#br1" timeOffset="-323122.5726">-7700-108 61 0,'0'0'212'0,"0"0"-3"0,0 0-10 0,0 0-10 0,0 0-9 16,-7 16-11-16,-2-7-11 0,0 0-12 16,-1 0-14-16,-5 3-6 0,3 0-17 0,-4 2-13 15,1-2-8-15,0 0-6 0,1-2-11 0,-1-1-26 16,0 2-28-16,4-5-41 0,-1 2-66 0,5-5-70 16,-1 2-177-16,2-2-363 0,2-2 161 0</inkml:trace>
          <inkml:trace contextRef="#ctx0" brushRef="#br1" timeOffset="-324715.2203">-7806 193 17 0,'0'0'202'0,"0"0"-13"0,0 0-12 0,0 0-14 15,0 0-9-15,0 0 0 0,0 0-11 0,0 0-1 16,0 0 2-16,0 0-5 0,7 13-10 0,-7-13-9 16,0 11-8-16,0-4-7 0,-1 0-8 0,0 1-3 15,0 0-7-15,0 0-5 0,-2 1-12 0,-1-2-3 16,0 2-6-16,0 0-7 0,-1-1-6 0,-2 1-1 16,2-1-9-16,-4 0-4 0,0-2-19 0,-1 2-19 15,-2-3-33-15,1 0-43 0,0-1-39 0,3 0-56 16,-3-3-237-16,3 2-446 0,0-1 197 0</inkml:trace>
          <inkml:trace contextRef="#ctx0" brushRef="#br1" timeOffset="-323643.5392">-7924 51 166 0,'0'0'189'0,"0"0"-6"15,0 0-6-15,0 0-15 0,0 0-9 0,6 8-8 16,-6-8-1-16,0 8-10 0,0-8-4 0,-1 11-12 0,0-6-9 15,0 2-2-15,-1-2-8 0,0 3-7 16,1 1-3-16,-2-1-9 0,0-1-8 0,0 0-6 16,1 2-4-16,-2-1-8 0,0-1-6 0,1 0-6 15,-1-1-1-15,0-1-9 0,0 1 0 0,0 0-2 16,-1-1 0-16,0-2-4 0,-1 1-6 0,1 0-4 16,0-3-11-16,0 2-6 0,0-3-9 0,-1 0-1 15,0 0-8-15,6 0-2 0,-11 0 0 0,7-3-4 0,-2 2-2 16,1-3-3-16,0 2 5 0,0-2 3 0,2 2-2 15,0-3 6-15,-1 0 1 0,1-1 2 16,1 1 1-16,1 0 7 0,1 5 3 0,-3-8 7 0,1 4 7 16,2 4 0-16,-2-8 5 0,2 8 3 0,-2-6 6 15,2 6 0-15,-1-6 2 0,1 6-3 0,0 0 2 16,-2-4-7-16,2 4 0 0,0 0 0 0,0 0-1 16,0 0-5-16,0 0-1 0,0 0 0 0,0 0-2 15,0 0-1-15,0 0-2 0,0 0 0 0,0 0-2 16,0 0 0-16,0 0 0 0,0 0 1 0,0 0-3 15,0 0 2-15,0 18 2 0,0-18-1 0,-1 7 1 16,-1-3-5-16,2-4 4 0,-3 7-1 0,3-7-3 16,-6 5-8-16,2-2-5 0,1 1-6 0,-1-1-2 15,-1-2-2-15,5-1 0 0,-9 2-1 0,5-1 4 16,4-1-7-16,-9 0 6 0,4 0 1 0,5 0 6 16,-7-1 1-16,7 1-2 0,-7-2 2 0,7 2 2 0,-5-1 7 15,5 1-5-15,-5-3 5 0,5 3-4 0,0 0 0 16,-5-2 3-16,5 2-1 0,0 0 1 0,0 0-4 15,0 0 3-15,0 0-2 0,0 0 2 0,0 0 0 16,0 0 2-16,0 0-2 0,0 0 4 0,-4 6-3 16,4-6 3-16,0 0-5 0,2 10 4 0,-2-10 2 15,3 7-1-15,-1-2 1 0,-1-1-3 0,-1-4-2 16,1 10 6-16,1-5-2 0,-2 0-1 0,0-5 3 16,1 9 0-16,-1-9-5 0,0 7-1 0,0-7 0 15,-1 8-7-15,1-8-2 0,-2 6-3 0,2-6-7 16,0 0-4-16,-3 3-4 0,3-3-1 0,0 0 1 15,0 0 3-15,-7-2-1 0,7 2-1 0,0 0 0 16,-7-6 0-16,7 6 0 0,-5-4 4 0,1-1 3 16,1 2 0-16,1-1 2 0,-1-1 3 0,1 1 0 0,-2 0-1 15,1 0 9-15,3 4-4 0,-6-8 4 16,4 6-2-16,-2-3 5 0,4 5-2 0,-4-6 2 16,4 6-1-16,-3-6 6 0,3 6-13 0,-3-4 14 0,3 4-2 15,-4-4-1-15,4 4-3 0,-3-4 4 0,3 4-4 16,0 0 5-16,-5-3 1 0,5 3 1 15,0 0 0-15,-6-2-4 0,6 2 6 0,-8-1-10 0,4 1 16 16,4 0 2-16,-9 2-5 0,4-1 5 0,0-1-3 16,5 0 7-16,-9 4-5 0,6-2-1 0,-1 2-1 15,-1-1 2-15,1-1 3 0,0 2 3 0,1 0 3 16,-3 1-2-16,3 0-1 0,-1 1 0 0,1-3 5 16,-1 3 1-16,1 2-1 0,1-1 4 0,-1 1-5 15,1-1 3-15,1 2-4 0,-1-1 5 0,0 1-3 16,1 0 5-16,-2 1-2 0,3-1-2 0,-1 3-1 0,1-2 1 15,0-1 0-15,0-1-5 0,-1 1-3 0,1 0-2 16,0-1 2-16,0 0-1 0,-1-2 0 16,0 0-8-16,1-6-21 0,1 9-18 0,-1-9-22 0,0 7-29 15,0-7-41-15,1 4-57 0,-1-4-126 0,0 0-336 16,0 0 149-16</inkml:trace>
          <inkml:trace contextRef="#ctx0" brushRef="#br1" timeOffset="-323388.5799">-8106 67 131 0,'2'-3'296'0,"-2"3"-10"0,5-5-18 0,-5 5-16 16,4-5-16-16,-4 5-27 0,3-3-20 16,-3 3-16-16,0 0-22 0,0 0-18 0,3-4-35 15,-3 4-43-15,0 0-71 0,0 0-71 0,0 0-88 0,0 0-192 16,0 0-397-16,0 0 176 0</inkml:trace>
        </inkml:traceGroup>
        <inkml:traceGroup>
          <inkml:annotationXML>
            <emma:emma xmlns:emma="http://www.w3.org/2003/04/emma" version="1.0">
              <emma:interpretation id="{60C73FA7-DF9B-4FDD-9B11-3841719E04E1}" emma:medium="tactile" emma:mode="ink">
                <msink:context xmlns:msink="http://schemas.microsoft.com/ink/2010/main" type="inkWord" rotatedBoundingBox="5244,11364 4325,11366 4324,10956 5243,10955"/>
              </emma:interpretation>
            </emma:emma>
          </inkml:annotationXML>
          <inkml:trace contextRef="#ctx0" brushRef="#br1" timeOffset="-320198.5833">-9319 172 90 0,'-3'-3'227'0,"3"3"-12"0,0 0-10 0,0 0-19 15,0 0-12-15,0 0-20 0,0 0-11 0,0 0-13 16,0 0-13-16,0 0-8 0,0 0-9 0,0 0-6 15,0 0-3-15,0 0-7 0,0 0-4 0,0 0-5 16,0 0-7-16,0 0-3 0,0 0-2 0,-2 15-5 16,2-15-4-16,-2 7-4 0,2-7-7 0,0 0-3 15,4 9-5-15,-4-4-1 0,2-2-2 0,0 2 2 16,0-1-4-16,-2-4-3 0,5 8-3 0,-3-4-1 16,0-1-2-16,-2-3-4 0,3 8 3 0,-3-8-3 15,0 6 1-15,0-6-2 0,0 0 0 0,-5 6-9 0,2-4-16 16,-1 1-33-16,-1-1-37 0,-3 0-54 15,3-1-61-15,-4 1-245 0,3-1-474 0,-1-2 210 0</inkml:trace>
          <inkml:trace contextRef="#ctx0" brushRef="#br1" timeOffset="-319932.1988">-9415 218 138 0,'0'0'212'16,"0"5"-3"-16,0-5-8 0,0 8-10 0,0-8-11 15,-2 11-9-15,-1-4-11 0,1 0-10 16,-2 1-14-16,1-1-10 0,-1 1-9 0,-2 2-13 0,-1 2-6 16,1-2-8-16,-1 0-11 0,0 0-8 0,-1-1-4 15,0 0-5-15,0 0-10 0,-1-1-4 0,1 1-6 16,-1-1-5-16,-1-2-18 0,1 0-19 0,0-1-28 15,3-4-27-15,-2 3-43 0,0 0-48 0,1-4-47 16,-1 0-181-16,2 0-404 0,-1-3 179 0</inkml:trace>
          <inkml:trace contextRef="#ctx0" brushRef="#br1" timeOffset="-319338.1039">-9615 154 139 0,'6'6'182'15,"-6"-6"-5"-15,1 5-14 0,-1-5-8 0,0 0-15 16,0 8-5-16,0-8-12 0,-1 8-13 0,1-8-10 15,-2 8-7-15,1-4-6 0,-1 1-12 0,0-1-3 16,2-4-7-16,-6 8-3 0,2-6-9 0,1 2-4 16,0 0-6-16,-1-1-11 0,1-2-2 0,3-1-9 15,-8 3-10-15,3-2-7 0,5-1-1 0,-8 1-7 16,8-1-3-16,-7-2 3 0,7 2-1 0,-6-4 2 16,3 1 2-16,3 3-5 0,-5-7 1 0,3 4 4 0,2 3-1 15,-2-8 5-15,2 8 2 0,-2-6 4 16,2 6 6-16,-1-8-2 0,1 8 1 0,-1-7 3 15,1 7-2-15,0 0 2 0,0-8-2 0,0 8-3 0,0 0-3 16,0 0 5-16,0 0-2 0,0 0-6 0,0 0-2 16,0 0-1-16,0 0 4 0,0 0 0 15,0 0-1-15,0 0-1 0,0 0 0 0,0 0 0 0,0 0-2 16,-7 17 1-16,6-14-2 0,1-3 0 0,-5 8 3 16,2-4-2-16,0-1 2 0,-1 0-5 0,0 0-2 15,-1 0 6-15,1-1-2 0,0 1-2 0,4-3-4 16,-8 1 2-16,4 0-2 0,4-1-3 0,-9 0 0 15,4-1-4-15,5 1 5 0,-8-3-2 0,5 1 3 16,-2-2 4-16,5 4 2 0,-4-6 7 0,2 1 2 16,2 5 5-16,0-12 11 0,0 5-2 0,0 0 8 15,2-1 1-15,-1 0-1 0,1-1-2 0,1-1 0 16,2-2-2-16,-3 0-7 0,1 0 2 0,1 0-4 16,-1 0-3-16,0 3-6 0,0 1-2 0,-1-1-11 15,0 3-13-15,0 1-24 0,-1 1-30 0,-1 4-41 16,1-7-50-16,-1 7-213 0,1-5-405 0,-1 5 179 15</inkml:trace>
          <inkml:trace contextRef="#ctx0" brushRef="#br1" timeOffset="-319095.061">-9700 387 161 0,'0'0'289'0,"0"0"-14"0,0 0-12 0,0 0-15 16,0 0-21-16,12-9-24 0,-12 9-16 0,2-3-22 16,-2 3-16-16,0 0-33 0,3-5-38 0,-3 5-47 15,2-4-61-15,-2 4-59 0,0 0-53 0,0-8-214 16,0 8-385-16,0 0 171 0</inkml:trace>
          <inkml:trace contextRef="#ctx0" brushRef="#br1" timeOffset="-318792.8726">-9777 340 70 0,'-7'0'194'0,"7"0"-13"0,-8-2-14 16,3 1-12-16,5 1-16 0,-7 0-17 0,1-1-11 15,1-3-10-15,-1 3-30 0,-1 0-36 0,1-1-45 16,0-1-54-16,-1 0-148 0,-1-1-230 0,0-1 101 16</inkml:trace>
          <inkml:trace contextRef="#ctx0" brushRef="#br1" timeOffset="-318599.3915">-9922 196 184 0,'0'0'233'0,"2"7"-6"15,-2-2-6-15,0-5-9 0,1 12-13 0,-1-5-11 16,0 1-15-16,0-1-12 0,0 1-14 0,-1 0-6 16,0 0-9-16,-1 0-5 0,0 1-12 0,0-1-10 15,-1 1-9-15,1-1-8 0,-2 0-8 0,0 0-13 16,1-2-5-16,0 1-4 0,-3-2-25 0,2 1-17 16,-3-3-29-16,1 0-34 0,-1 1-46 0,0-2-37 0,2-1-42 15,0 0-59-15,-2-2-166 0,1 1-430 16,6 0 191-16</inkml:trace>
          <inkml:trace contextRef="#ctx0" brushRef="#br1" timeOffset="-318076.2909">-10088 158 28 0,'3'-7'145'15,"0"3"-12"-15,-1 0-9 0,1 0-7 0,1 1-12 16,-4 3-5-16,6-6-17 0,-3 3 2 0,-3 3-6 16,7-3-11-16,-5 1 5 0,-2 2-8 0,6-2-3 15,-3 0-6-15,-3 2-3 0,0 0 1 0,8 0-7 16,-8 0 0-16,0 0-3 0,7 2 4 0,-5 0-14 15,-2-2 10-15,4 3 3 0,-4-3-4 0,3 5-2 0,-3-5-3 16,2 4-1-16,-2-4-3 0,0 6-1 0,0-6-4 16,0 0-2-16,-4 10-2 0,4-10-1 0,-3 7 1 15,-1-5-3-15,1 1-3 0,-2 1-1 0,-2-3-3 16,1 4 1-16,-1-3-2 0,0 1 0 0,-2 1-5 16,-1-1 3-16,2-1-4 0,1 1 4 0,-2 0-7 15,2-2 0-15,-1 2-2 0,2-2-3 0,-1 0 9 16,1 1-4-16,3 0-2 0,3-2 1 0,-9 0-2 15,9 0 0-15,-6 2 3 0,6-2-6 0,-4 2 2 16,4-2 1-16,-3 4 5 0,0 0 2 0,3-4 2 16,-3 6 11-16,3-1 8 0,-1 1 4 0,1-6 3 15,-1 12-2-15,0-4 1 0,0 0 4 0,2 1-1 16,-2 0-4-16,0 0 0 0,1 3-5 0,0-2 3 16,-1 2-6-16,0 0-1 0,0-2-5 0,1 0 0 15,-2 2-1-15,0-1-3 0,1-2-20 0,-2-1-20 16,-1 1-27-16,0-1-41 0,-1-1-44 0,1-1-46 0,-1 0-217 15,-1 0-430-15,1-1 191 0</inkml:trace>
        </inkml:traceGroup>
        <inkml:traceGroup>
          <inkml:annotationXML>
            <emma:emma xmlns:emma="http://www.w3.org/2003/04/emma" version="1.0">
              <emma:interpretation id="{BC2E7764-EB6E-4D7C-9763-A9933852F3C4}" emma:medium="tactile" emma:mode="ink">
                <msink:context xmlns:msink="http://schemas.microsoft.com/ink/2010/main" type="inkWord" rotatedBoundingBox="4187,11341 2706,11343 2705,10767 4186,10765"/>
              </emma:interpretation>
            </emma:emma>
          </inkml:annotationXML>
          <inkml:trace contextRef="#ctx0" brushRef="#br1" timeOffset="-313829.7351">-10373 173 106 0,'0'0'200'0,"0"0"-17"0,0 0-10 16,0 0-10-16,0 0-9 0,0 0-6 0,0 0-14 15,0 0-3-15,0 0-10 0,0 0-15 0,12 2-13 16,-12-2 5-16,0 0-4 0,0 9-5 0,0-9-7 16,0 0-6-16,-4 10-6 0,3-5-7 0,-1 0-4 15,-1-1-3-15,1 0-11 0,2-4 0 0,-3 8-6 16,1-4-2-16,2-4-6 0,-4 6-2 0,2-4-2 15,2-2-3-15,-6 5-5 0,3-4-2 0,3-1-10 16,-5 4-6-16,5-4-10 0,-5 0-4 0,5 0-8 16,0 0 0-16,-8-2-3 0,8 2-1 0,-6-2 2 0,3-1-5 15,3 3 0-15,-6-5 3 0,3 2 2 16,3 3 3-16,-4-5 2 0,4 5 2 0,-3-7-2 16,3 7 3-16,-3-4 3 0,3 4 0 0,-2-6 4 0,2 6-1 15,-1-4 3-15,1 4 0 0,0 0 5 0,-3-5 4 16,3 5 2-16,0 0 0 0,0 0-2 0,0 0 4 15,-2-5-1-15,2 5-2 0,0 0 5 0,0 0 0 16,0 0-1-16,0 0-2 0,0 0-6 0,0 0 6 16,0 0-1-16,0 0-4 0,0 0 3 0,0 0-4 15,0 0 1-15,0 0 3 0,0 0 1 0,0 0-6 16,0 0 3-16,0 0-4 0,0 0-2 0,0 0 4 16,0 0-7-16,-5 11-1 0,5-11-1 0,-2 6-10 0,2-6-2 15,-4 6-7-15,4-6-3 0,-5 5-1 16,5-5-16-16,-4 3 6 0,1-2 0 0,3-1 0 15,-6 2-2-15,6-2 2 0,-7 2 1 0,7-2 1 0,-5-1-1 16,5 1-6-16,0 0 4 0,-9-2-4 0,9 2 5 16,-6-4 10-16,4 2-7 0,2 2 16 0,-4-4 1 15,4 4 1-15,-3-4 12 0,3 4 5 0,-4-6-1 16,4 6 8-16,0-6 4 0,0 6 7 0,-1-6-1 16,1 6 13-16,0 0 4 0,-1-8-3 0,1 8 1 15,0 0 3-15,-1-7 3 0,1 7-1 0,0 0 2 16,0 0-2-16,1-8-3 0,-1 8-15 0,0 0 7 15,0 0 1-15,0 0-5 0,0 0-1 0,0 0-4 16,0 0-1-16,0 0 0 0,0 0-1 0,0 0 1 16,0 0-1-16,0 0-4 0,-7 15 0 0,7-15 0 0,-3 7-1 15,3-7-2-15,-4 5-4 0,0 0 3 0,1-2-4 16,1 1 1-16,-3-1-4 0,1 2 1 0,0-4-5 16,4-1 3-16,-8 3-2 0,5-1-1 0,3-2 7 15,-8 0 1-15,8 0-9 0,-7 0-1 0,7 0-2 16,-7-2-1-16,7 2-3 0,-8-6-3 0,5 3 1 15,-1 0-4-15,0-2 5 0,1 1 2 0,0 1-3 16,-1-3 3-16,2 1 0 0,-1 1 8 0,1 0-1 16,2 4 2-16,-4-8 0 0,3 4 12 0,1 4-3 15,-3-6 0-15,3 6 14 0,0 0 1 0,-4-5-3 16,4 5 4-16,0 0 0 0,-1-6-5 0,1 6-1 0,0 0-2 16,0 0 1-16,0 0-5 0,0 0 2 15,0 0-6-15,0 0 4 0,0 0 0 0,0 0-2 16,0 0 1-16,0 0-5 0,0 0 3 0,0 0 2 0,0 0-2 15,0 0 7-15,0 0-5 0,0 0-1 16,0 0 0-16,-2 14 2 0,2-14-2 0,-4 5-5 16,2-1 8-16,0 0-6 0,-1-1 1 0,1 1-2 0,2-4 1 15,-7 6 2-15,3-3-1 0,0-1-1 0,-1 3-2 16,0-2 2-16,1 0-2 0,0-2 0 0,-3 2 3 16,1-1-4-16,0-1 3 0,0 0-6 0,0 0 0 15,0 0-1-15,-1 0 3 0,3-1-2 0,4 0 3 16,-9-1-5-16,9 1 4 0,-6-2 0 0,6 2 1 15,-5-4-2-15,5 4 1 0,-4-5-1 0,3 1 0 16,1 4 7-16,-2-7 3 0,0 1-1 0,2 6 8 16,0-13-3-16,2 5 3 0,-2-2 1 0,2 1-1 15,-1-4 2-15,2-1-1 0,0 1 4 0,1 0-8 16,0-1 1-16,0 2 1 0,-1-1-4 0,0 5-3 16,-2 2 1-16,2-1 3 0,-2 2-7 0,1 2-1 15,-2 3-10-15,3-7-10 0,-3 7-23 0,1-3-15 0,-1 3-21 16,0 0-44-16,0 0-58 0,0 0-118 15,0 0-322-15,0 0 143 0</inkml:trace>
          <inkml:trace contextRef="#ctx0" brushRef="#br1" timeOffset="-313562.1414">-10697 330 80 0,'0'0'224'0,"0"0"-11"16,0 0-12-16,0 0-14 0,-5 4-23 0,5-4-9 0,-6 0-12 15,6 0-15-15,-9 2-15 0,4-2-11 16,5 0-12-16,-9-2-12 0,3 2-26 0,6 0-27 0,-11-1-44 15,7 0-52-15,4 1-44 0,-10 0-177 0,5-1-316 16,5 1 140-16</inkml:trace>
          <inkml:trace contextRef="#ctx0" brushRef="#br1" timeOffset="-313378.4554">-10794 392 80 0,'0'0'271'0,"0"0"-11"0,0 0-13 16,0 0-14-16,0 0-18 0,0 0-19 0,0 0-20 16,0 0-16-16,0 0-17 0,0 0-16 0,0 0-34 15,0 0-45-15,0 0-69 0,0 0-72 0,0 0-97 16,0 0-135-16,0 0-350 0,0 0 155 0</inkml:trace>
          <inkml:trace contextRef="#ctx0" brushRef="#br1" timeOffset="-312198.3086">-10892 163 15 0,'0'0'197'0,"0"0"-10"0,1 6-11 15,-1-6-12-15,0 6-16 0,0-6-4 0,0 7-5 16,0-7-5-16,-5 8-10 0,3-5-11 0,2-3-4 0,-5 6-17 16,2-3-10-16,3-3-10 0,-4 3-3 0,1 0-6 15,3-3-5-15,-6 3-8 0,3-1-7 16,3-2-10-16,-6 4-14 0,6-4-6 0,-5 3-16 0,5-3-6 15,-5 0-1-15,5 0-4 0,0 0-1 0,-9-2-5 16,9 2 3-16,-5-3-7 0,5 3 5 16,-5-4 1-16,5 4 1 0,-4-6 1 0,3 3 1 0,1 3 4 15,-3-6-3-15,3 6 5 0,-2-7-3 0,2 7 10 16,0-5-4-16,0 5 0 0,0 0 6 0,-2-8 3 16,2 8 8-16,0 0 0 0,0-7-1 0,0 7 0 15,0 0-2-15,0 0 1 0,0 0-2 0,1-6 0 16,-1 6-3-16,0 0 2 0,0 0-2 0,0 0-1 15,0 0 2-15,0 0 0 0,0 0-1 0,0 0-1 16,0 0-11-16,0 0 11 0,-6 15 1 0,6-15 0 16,-3 6-3-16,3-6 5 0,-3 6-13 0,-1-3 0 15,1 0-6-15,0 0-11 0,0 0 9 0,-1 0-18 16,4-3-5-16,-9 3-11 0,4 0-9 0,-1-3-2 16,1 0-3-16,5 0-16 0,-11 0 7 0,6 0 14 15,0-1-7-15,-1-1 15 0,1 0 3 0,5 2 9 0,-7-4-8 16,2 2 11-16,5 2 12 0,-5-6 13 0,3 4 3 15,2 2 4-15,-3-5 6 0,3 5 6 0,-2-6-2 16,2 6 15-16,-1-6 6 0,1 6 4 0,0 0-2 16,0 0 3-16,1-9-10 0,-1 9 15 0,0 0-9 15,0 0 5-15,0 0-8 0,0 0 5 0,0 0-2 16,0 0-3-16,0 0 2 0,0 0-1 0,0 0-2 16,0 0-3-16,0 0-7 0,0 0 3 0,0 0-3 15,0 0 4-15,0 0-3 0,0 0-1 0,0 0 2 16,0 0-6-16,-3 21 0 0,1-17-5 0,2-4-6 15,-5 5-5-15,2-4-10 0,-1 2 0 0,1 1-7 0,3-4-5 16,-7 2-4-16,3 0-14 0,-1-2 0 16,5 0-12-16,-7 2-4 0,7-2-2 0,-8 0 0 0,8 0 7 15,-8-4-4-15,3 3 11 0,5 1-2 0,-7-6 10 16,4 3-2-16,-1 0 8 0,1-1 6 16,-2-1-6-16,2-1 5 0,-1 0 0 0,1 0 6 0,1-1 6 15,0 0-3-15,-1 1 9 0,1-1-4 0,1 1 13 16,0-2 11-16,-1 2 3 0,2 6 13 0,0-10 12 15,0 10 3-15,-1-9 12 0,1 9 5 0,-1-6-5 16,1 6 7-16,0 0 0 0,0-8-7 0,0 8-4 16,0 0-2-16,0 0 4 0,0 0-3 0,0 0 1 15,0 0-1-15,0 0-5 0,0 0-3 0,0 0 2 16,0 0-4-16,0 0 1 0,6 13-3 0,-6-13 1 16,2 8 7-16,-2-8 2 0,0 9-3 0,0-4-1 15,0-5-7-15,-2 12 3 0,2-8-5 0,-3 2-1 16,1-1-4-16,-2 1-1 0,1-1-3 0,0-1-2 15,-2 0-4-15,0 1 0 0,-1-1-6 0,2-1 2 16,-1-1-2-16,-1 1-5 0,1-1-7 0,0 0-5 16,-1-2 0-16,0 1 2 0,0-2-8 0,0 1 1 0,6 0 1 15,-9-3 1-15,5 2 1 0,0-1 6 16,4 2-4-16,-8-4-2 0,5 3 10 0,-1-2 10 0,4 3-2 16,-5-4 7-16,1 3 2 0,4 1 3 0,-5-3 12 15,5 3 7-15,-4-3 4 0,4 3 5 0,0 0-6 16,-5-4-4-16,5 4-3 0,0 0-6 0,0 0 3 15,0 0-6-15,0 0 0 0,-5 7-4 0,5-7 0 16,-1 8-2-16,1-8-3 0,-2 7-2 0,2-7 1 16,0 11 2-16,0-6-2 0,-2 3-4 0,1 0-2 15,-1-1-1-15,-1 2 3 0,0-1-6 0,-1-1 2 16,-1 0 0-16,0 0 2 0,-1 0-6 0,1 2 5 16,0-3-6-16,-1 0 0 0,0 0-11 0,1-1-12 15,-1-2-9-15,1 1-8 0,1-2-14 0,0 0-21 0,4-2-22 16,-8 1-24-16,8-1-15 0,-6-2-16 15,6 2-18-15,-8-4-179 0,4 2-374 0,-1-3 166 0</inkml:trace>
          <inkml:trace contextRef="#ctx0" brushRef="#br1" timeOffset="-309637.4713">-10913-161 72 0,'0'0'203'0,"0"0"-9"16,0 0-9-16,0 0-12 0,0 0-8 0,0 0-11 0,0 0-1 15,0 0-10-15,-10 15-2 0,4-9-8 0,1 2-4 16,-4 0-9-16,1 2-5 0,-1 0-5 0,-1-1-3 15,0 0-11-15,0 0-9 0,-1 2-9 0,1-2-4 16,-5 2-10-16,4-2-5 0,0-2-4 0,0 1-6 16,0-1-21-16,-1-2-18 0,0 2-22 0,1-3-24 15,1 0-46-15,-1 0-40 0,3-3-49 0,1 1-59 16,1 0-144-16,0-2-406 0,6 0 180 0</inkml:trace>
          <inkml:trace contextRef="#ctx0" brushRef="#br1" timeOffset="-309347.624">-11058-89 71 0,'0'0'183'0,"-8"7"-15"0,4-4-16 16,1-1-10-16,-2 1-19 0,-2 2-11 0,0-2-23 0,1 1-44 15,-2-2-66-15,-2 1-157 0,1-2-192 0,2 2 86 16</inkml:trace>
          <inkml:trace contextRef="#ctx0" brushRef="#br1" timeOffset="-310059.116">-11181 120 18 0,'0'0'140'0,"0"0"1"0,0 0 1 0,0 0-12 15,0 0 11-15,0-7-2 0,0 7 1 0,0 0-7 16,0 0-6-16,-2-7-4 0,2 7-7 0,0 0-5 16,0-8-7-16,0 8-8 0,0-7-7 0,0 7-5 15,0-9-7-15,0 9-7 0,2-8-9 0,-2 8-2 16,0-7-11-16,0 7-5 0,2-8-5 0,-2 8-18 15,1-6-22-15,-1 6-33 0,0-6-52 0,0 6-51 16,0 0-217-16,0-7-384 0,0 7 169 0</inkml:trace>
          <inkml:trace contextRef="#ctx0" brushRef="#br1" timeOffset="-311955.5781">-11337 88 83 0,'0'0'240'0,"3"-5"-6"16,-3 5-20-16,3-4-18 0,-3 4-18 0,0 0-20 15,1-5-16-15,-1 5-32 0,0 0-30 0,0 0-53 0,0 0-46 16,0 0-60-16,0 0-53 0,0 0-107 0,-5-7-259 15,5 7 115-15</inkml:trace>
          <inkml:trace contextRef="#ctx0" brushRef="#br1" timeOffset="-311679.1853">-11454 22 197 0,'0'0'212'0,"0"0"-17"0,0 0-10 0,0 0-9 16,0 0-4-16,0 0-9 0,0 0-4 0,0 0-5 16,0 0-13-16,0 0-4 0,2 19-13 0,-1-15-5 15,0 4-8-15,0 0-6 0,-1-1-12 0,-1 1-8 0,1 2-8 16,-1-1-9-16,0 0-7 0,-1 0-6 15,2 0-15-15,-1 0-24 0,-1-1-34 0,1-1-44 0,-2 1-54 16,1-5-52-16,0 2-246 0,-2-1-448 0,3 0 199 16</inkml:trace>
          <inkml:trace contextRef="#ctx0" brushRef="#br1" timeOffset="-311447.1855">-11519 160 208 0,'3'18'217'15,"-3"-12"2"-15,0-6 3 0,-2 12-19 0,1-3-2 0,-1-1-10 16,1 2-11-16,-1-2-12 0,-2 4-15 16,0 0-8-16,0 0-20 0,-1-1-12 0,0 0-9 15,0-3-10-15,0 3-9 0,-1-4-11 0,2 0-26 0,-1 0-31 16,1-2-45-16,-1 0-48 0,1-1-50 0,0-2-70 15,0-1-195-15,4-1-422 0,-6 3 187 0</inkml:trace>
          <inkml:trace contextRef="#ctx0" brushRef="#br1" timeOffset="-310935.3799">-11645 163 9 0,'0'0'161'15,"2"-8"-13"-15,-1 4-8 0,-1 4-7 0,4-9-11 16,-3 6-7-16,2-2-7 0,-3 5-11 0,4-6-7 16,-4 6-6-16,4-4-8 0,-1 2-5 0,-3 2-7 15,0 0-16-15,5-5 2 0,-5 5-11 0,5 0 10 16,-5 0 5-16,0 0-17 0,0 0 11 0,7 2-4 0,-7-2-1 15,0 0 2-15,5 3-3 0,-5-3-7 16,3 4-2-16,-3-4-2 0,2 7-6 0,-1-4-1 16,-1-3-1-16,2 6-5 0,-2-6 2 0,0 7-1 0,0-7-2 15,0 8 0-15,0-8 0 0,-2 6-3 0,2-6 2 16,-2 6 1-16,2-6-2 0,-4 5-2 0,1-2 2 16,3-3-2-16,-5 4 2 0,1-1-2 15,0-2-1-15,-1 2 0 0,1-1-1 0,-1 0 0 16,0-1-3-16,-1 2 1 0,1-1-5 0,-1 1 6 0,0 0-3 15,-1-1 3-15,1 0-2 0,0 2 1 0,0-1-1 16,1 0 5-16,1-1-5 0,0 1 1 0,0-1-1 16,1 2 2-16,3-4-2 0,-6 6 1 0,4-3 5 15,0 0 0-15,0 3 3 0,0 0 5 0,-1 0-1 16,2 2 3-16,0 1-1 0,0-2 1 0,1 1 0 16,0-1 1-16,-1 1-5 0,1 1 2 0,0 0-4 15,2-1-1-15,-1 2-1 0,0-3-3 0,-1 2 0 16,0 0-1-16,0-1-13 0,2-1-13 0,-2 0-20 0,0 0-33 15,0-2-44-15,0-5-49 0,1 9-67 0,-1-9-146 16,1 6-404-16,-1-6 179 0</inkml:trace>
          <inkml:trace contextRef="#ctx0" brushRef="#br1" timeOffset="-308615.5218">-11842 210 206 0,'0'0'309'16,"0"0"-19"-16,0 0-20 0,0 0-12 0,0 0-23 15,0 0-21-15,0 0-23 0,0 0-14 0,0 0-20 0,0 0-16 16,0 0-24-16,0 0-41 0,0 0-54 16,0 0-86-16,0 0-114 0,0 0-226 0,0 0-437 0,0 0 194 15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19T01:42:37.99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7E11F1B8-1259-435E-8808-E26848A45215}" emma:medium="tactile" emma:mode="ink">
          <msink:context xmlns:msink="http://schemas.microsoft.com/ink/2010/main" type="writingRegion" rotatedBoundingBox="14799,20393 4423,20415 4415,16416 14790,16394"/>
        </emma:interpretation>
      </emma:emma>
    </inkml:annotationXML>
    <inkml:traceGroup>
      <inkml:annotationXML>
        <emma:emma xmlns:emma="http://www.w3.org/2003/04/emma" version="1.0">
          <emma:interpretation id="{152CD711-43BC-4D67-A78C-A403703B6392}" emma:medium="tactile" emma:mode="ink">
            <msink:context xmlns:msink="http://schemas.microsoft.com/ink/2010/main" type="paragraph" rotatedBoundingBox="14779,20367 9065,20415 9059,19754 14773,197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E10EA1B-E23B-4D9E-B681-CD74EBE1FCD9}" emma:medium="tactile" emma:mode="ink">
              <msink:context xmlns:msink="http://schemas.microsoft.com/ink/2010/main" type="inkBullet" rotatedBoundingBox="14777,20121 14656,20122 14654,19945 14776,19944"/>
            </emma:interpretation>
            <emma:one-of disjunction-type="recognition" id="oneOf0">
              <emma:interpretation id="interp0" emma:lang="" emma:confidence="0">
                <emma:literal>•</emma:literal>
              </emma:interpretation>
            </emma:one-of>
          </emma:emma>
        </inkml:annotationXML>
        <inkml:trace contextRef="#ctx0" brushRef="#br0">97 3302 118 0,'0'0'186'0,"0"0"-24"0,0 0-3 16,0 0-18-16,0 0-6 0,0 0-11 0,-13 7-12 15,13-7-8-15,-6 3-7 0,4-1-11 0,2-2-7 0,-6 4-1 16,3-1-12-16,-1 0-7 0,1 2 1 0,1-1-6 16,2-4-8-16,-4 5-6 0,1-2-4 15,3-3-4-15,-3 6-2 0,3-6-9 0,-1 5 3 16,1-5 0-16,-2 6-4 0,2-6 1 0,4 6-4 0,-4-6-7 15,4 4-4-15,0-3-3 0,-4-1-4 0,7 2-4 16,-2 0-1-16,-5-2 3 0,6 1-5 0,-3 1 1 16,-3-2-3-16,6 0 9 0,-6 0 1 0,4 1-3 15,-4-1-3-15,0 0 0 0,0 0 7 0,0 0-2 16,0 0 1-16,0 0-4 0,0 0-7 0,0 0-10 16,0 0-4-16,-16-6-6 0,10 4-20 0,-2-2 0 15,2 3 1-15,1 1 5 0,-2-4-12 0,0 3 7 16,3 1 7-16,-3-2 7 0,1 1 8 0,1 0 11 15,-1-1-1-15,2 0 9 0,4 2-1 0,-9-2 18 16,9 2 8-16,-6 0 3 0,6 0-2 0,-5-2 7 16,5 2 0-16,0 0 9 0,0 0 0 0,0 0-2 15,-5 4 3-15,5-4 3 0,0 0-3 0,2 10-1 16,-2-10-8-16,5 9 1 0,-4-5-1 0,1 1-2 16,1 1-5-16,-2 0 3 0,3 1-1 0,0 0-6 15,-1 0 4-15,1-1-5 0,-2 1 4 0,2-1-7 16,-1-1-3-16,-1 1 3 0,2 0-6 0,-2 0-16 15,1 1-29-15,-1-2-38 0,0 0-41 0,1-3-49 16,-3-2-116-16,2 7-309 0,-2-7 136 0</inkml:trace>
      </inkml:traceGroup>
      <inkml:traceGroup>
        <inkml:annotationXML>
          <emma:emma xmlns:emma="http://www.w3.org/2003/04/emma" version="1.0">
            <emma:interpretation id="{220A1AF3-0CC3-4E6F-B481-5A017ECB8A5A}" emma:medium="tactile" emma:mode="ink">
              <msink:context xmlns:msink="http://schemas.microsoft.com/ink/2010/main" type="line" rotatedBoundingBox="14608,20368 9065,20415 9059,19754 14602,19707"/>
            </emma:interpretation>
          </emma:emma>
        </inkml:annotationXML>
        <inkml:traceGroup>
          <inkml:annotationXML>
            <emma:emma xmlns:emma="http://www.w3.org/2003/04/emma" version="1.0">
              <emma:interpretation id="{45B092FD-C8A7-4ECA-A1B8-A8614EAA63E9}" emma:medium="tactile" emma:mode="ink">
                <msink:context xmlns:msink="http://schemas.microsoft.com/ink/2010/main" type="inkWord" rotatedBoundingBox="14606,20128 14573,20129 14571,19965 14604,1996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28.0881">-107 3323 132 0,'0'0'233'16,"0"0"-11"-16,0 0-11 0,0 0-16 0,0 0-10 16,13 9-6-16,-13-5-11 0,3 0-7 0,-2 4-23 15,1-3-7-15,-2 2-12 0,3 2-9 0,-2-1-11 16,-1 3-6-16,3 1-17 0,-3-3-2 0,2 1-9 16,-2 0-10-16,2 2-32 0,0-3-43 0,-2 0-56 15,2 0-69-15,-2-2-70 0,0 1-155 16,0-4-399-16,0-4 177 0</inkml:trace>
        </inkml:traceGroup>
        <inkml:traceGroup>
          <inkml:annotationXML>
            <emma:emma xmlns:emma="http://www.w3.org/2003/04/emma" version="1.0">
              <emma:interpretation id="{2F1C7ABF-13AB-47CF-B563-555FE47D772E}" emma:medium="tactile" emma:mode="ink">
                <msink:context xmlns:msink="http://schemas.microsoft.com/ink/2010/main" type="inkWord" rotatedBoundingBox="14527,20223 14466,20224 14463,19902 14525,19901"/>
              </emma:interpretation>
              <emma:one-of disjunction-type="recognition" id="oneOf2">
                <emma:interpretation id="interp2" emma:lang="" emma:confidence="1">
                  <emma:literal>.</emma:literal>
                </emma:interpretation>
                <emma:interpretation id="interp3" emma:lang="" emma:confidence="0">
                  <emma:literal>)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\</emma:literal>
                </emma:interpretation>
                <emma:interpretation id="interp6" emma:lang="" emma:confidence="0">
                  <emma:literal>$</emma:literal>
                </emma:interpretation>
              </emma:one-of>
            </emma:emma>
          </inkml:annotationXML>
          <inkml:trace contextRef="#ctx0" brushRef="#br0" timeOffset="843.6742">-154 3260 135 0,'0'0'205'0,"0"0"-15"0,0 0-16 16,0 0-8-16,0 0-6 0,0 0-15 0,0 0 5 15,0 0-9-15,0 0-9 0,0 0-2 0,-8 15-6 0,5-9-3 16,1-1 1-16,-1 1-6 0,-1 0-2 16,1 1-6-16,0 0-7 0,-2 1-7 0,2 1-3 15,0-1-6-15,-1 4-1 0,1 0-4 0,0 1-4 16,1 1-11-16,-2 6-1 0,2-7-8 0,1 2-5 0,0-2-4 16,0 3-6-16,0 2-6 0,1-5-9 0,2 1-23 15,-2 0-26-15,1-2-56 0,1 0-65 16,-1-4-76-16,2 0-71 0,0-2-156 0,0 2-482 15,3-4 213-15</inkml:trace>
        </inkml:traceGroup>
        <inkml:traceGroup>
          <inkml:annotationXML>
            <emma:emma xmlns:emma="http://www.w3.org/2003/04/emma" version="1.0">
              <emma:interpretation id="{4ED12413-0AB9-4D11-BEBF-CE7875B14B49}" emma:medium="tactile" emma:mode="ink">
                <msink:context xmlns:msink="http://schemas.microsoft.com/ink/2010/main" type="inkWord" rotatedBoundingBox="14322,20331 12868,20344 12864,19915 14318,19903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1" timeOffset="-120710.0183">-684 3330 51 0,'0'0'227'16,"0"0"-3"-16,0-9-14 0,0 9-2 0,0 0-10 0,0 0-7 15,3-7-6-15,-3 7-10 0,0 0-13 0,0 0-7 16,0 0-15-16,1-4-11 0,-1 4-17 0,0 0-10 16,0 0-8-16,0 0-4 0,0 0-2 0,0 0 3 15,0 0-17-15,0 20-6 0,0-14-4 0,0-6-8 16,-2 13-5-16,2-4-3 0,0 4-5 0,-2 0-5 15,2-1 2-15,0 0-10 0,-1 1 1 0,0 0-7 16,0-4-10-16,-1 3-18 0,1-1-24 0,0 2-24 16,-1-4-39-16,0-2-44 0,0 1-57 0,2-3-45 15,-4-2-209-15,2 2-483 0,-1-1 213 0</inkml:trace>
          <inkml:trace contextRef="#ctx0" brushRef="#br1" timeOffset="-120053.8151">-788 3607 53 0,'0'0'223'16,"0"0"-14"-16,0 0-10 0,0 0-16 0,0 0-17 15,0 0-17-15,0 0-14 0,-17-2-11 0,11 2-19 0,-1 0-6 16,-1 0-13-16,-3 0-28 0,3-1-43 0,0 1-48 16,1-3-65-16,0 3-182 0,1-1-301 15,1-1 134-15</inkml:trace>
          <inkml:trace contextRef="#ctx0" brushRef="#br1" timeOffset="-120272.5492">-809 3459 6 0,'0'0'210'0,"0"0"-22"0,0 0-30 0,0 0-5 15,0 0-13-15,0 0-10 0,0 0-12 16,0 0-7-16,0 0-10 0,0 0-15 0,0 0-7 15,0 0-4-15,2 21-5 0,-2-21-9 0,-1 7-12 0,0-1-2 16,1-6 2-16,-2 7-6 0,1-2-9 0,-1-1 1 16,2-4-7-16,-5 6-5 0,2-3-3 0,0 0 0 15,-1 0-1-15,0 1-5 0,0-2 1 0,4-2-3 16,-8 3-9-16,8-3 0 0,-8 0-2 0,5 0 3 16,3 0-4-16,-7-3 8 0,3 0-7 0,4 3 2 15,-4-4-3-15,4 4 3 0,-2-9 0 0,2 2 18 16,0-1 8-16,0 0 3 0,1-1 6 0,2-3 1 15,-1-2-1-15,0-1 1 0,2 2 2 0,-2 0 3 16,1-2 0-16,0 3 1 0,1 4 4 0,-2-1-8 16,0 1-3-16,1 1-2 0,-2 2-4 0,1 2-5 15,-2 3-3-15,2-9-14 0,-2 9-11 0,3-3-32 16,-3 3-20-16,0 0-43 0,0 0-51 0,0 0-42 16,0 0-190-16,0 0-410 0,0 0 181 0</inkml:trace>
          <inkml:trace contextRef="#ctx0" brushRef="#br1" timeOffset="-119428.8602">-1085 3622 170 0,'0'0'324'16,"0"0"-13"-16,0 0-16 0,5-7-23 0,-5 7-29 15,2-5-25-15,-2 5-21 0,0 0-24 0,3-3-37 16,-3 3-48-16,0 0-74 0,0 0-99 0,0 0-116 16,0 0-159-16,0 0-389 0,0 0 173 0</inkml:trace>
          <inkml:trace contextRef="#ctx0" brushRef="#br1" timeOffset="-119600.7221">-997 3463 186 0,'0'0'177'16,"0"0"-14"-16,0 0-17 0,0 0-8 0,-4 14-8 15,4-14-11-15,-1 8-10 0,-2-2-6 0,2-2 0 16,-2 0-7-16,1 2 0 0,-1-2-3 0,1 0 2 15,2-4-9-15,-6 7-3 0,3-4-9 0,0 0-5 16,3-3-4-16,-5 3-7 0,5-3-9 0,-5 1-3 0,5-1-6 16,-6 0 1-16,6 0-7 0,0 0-1 0,-6-6-7 15,2 0 1-15,1-1-2 0,-1 5-3 16,2-3-6-16,-1 0 4 0,0 0-6 0,-2-1 2 16,4 2-4-16,-2 0 1 0,3 4 2 0,-6-7-1 0,5 4-2 15,1 3 1-15,-5-4-5 0,5 4 1 0,-6-1-1 16,6 1 2-16,-7 1-8 0,7-1 4 0,-8 4-19 15,5-2-8-15,-2-2-13 0,-1 4-22 0,1-1-25 16,2 0-38-16,-1-1-26 0,4-2-37 0,-5 6-164 16,2-3-373-16,1 1 166 0</inkml:trace>
          <inkml:trace contextRef="#ctx0" brushRef="#br1" timeOffset="-121084.977">-408 3297 227 0,'3'-5'274'0,"-3"5"-18"15,3-4-25-15,-3 4-12 0,3-5-15 0,-3 5-15 16,2-4-19-16,-2 4-18 0,0 0-16 0,2-3-18 16,-2 3-25-16,0 0-33 0,0 0-49 0,0 0-61 15,0 0-56-15,0 0-71 0,0 0-158 0,0 0-362 16,0 0 160-16</inkml:trace>
          <inkml:trace contextRef="#ctx0" brushRef="#br1" timeOffset="-121334.9689">-426 3440 151 0,'0'0'153'16,"0"0"3"-16,0 0-3 0,0 0 1 0,0 0-4 15,0 0-3-15,0 0-5 0,0 0 1 0,0 0-5 16,0 0-7-16,0 0-4 0,0 0-7 0,0 0-7 16,-6-4-3-16,6 4-7 0,0 0-5 0,0 0-5 15,0 0-12-15,0 0-5 0,0 0-8 0,0 0-5 16,0 0-7-16,0 0-6 0,0 0-4 0,0 0-4 15,10-8-6-15,-10 8-2 0,0 0-4 0,7-1-4 16,-7 1-2-16,5-1-3 0,-5 1-4 0,4-2-4 16,-4 2-1-16,0 0 2 0,0 0-3 0,7 3-2 15,-7-3-6-15,4 1-4 0,-4-1-3 0,5 5-8 0,-3-3-8 16,-2-2-5-16,4 4-3 0,-4-4-2 16,2 6 1-16,-2-6-4 0,3 5 3 0,-3-5 0 15,0 6 1-15,0-6 0 0,0 7 3 0,0-7-2 0,-1 7 3 16,1-7 1-16,-2 8 2 0,1-4 1 0,1-4 2 15,-1 8 2-15,0-4-2 0,1-4-1 0,-1 6-1 16,1-6 0-16,0 0-8 0,0 9-2 0,0-9 6 16,0 0-1-16,0 5 1 0,0-5 2 0,0 0 4 15,0 0-5-15,4 4 3 0,-4-4 1 0,5 2 5 16,-5-2-4-16,3 1 4 0,-3-1-3 0,0 0 1 16,6 2-2-16,-6-2 1 0,0 0 1 0,6 0 6 15,-6 0 3-15,0 0 0 0,0 0-1 0,0 0 0 16,0 0 5-16,4-3-3 0,-4 3-2 0,0 0 1 15,0 0 2-15,0 0 4 0,0 0-4 0,0 0 1 16,0 0 1-16,-13-5-2 0,13 5 3 0,-8-3 3 16,3 2-4-16,-2 1 3 0,3-2-4 0,-4 2 5 15,-1-2-6-15,1 2 7 0,0-1-6 0,0 0 4 0,-1-1-6 16,1 0 2-16,0 0 2 0,1 1-2 0,0-2-1 16,1 2 3-16,-1-1 1 0,3-1 2 15,0 0 0-15,0 1 3 0,-1-2 0 0,1 2 5 0,1-3 2 16,1 0 9-16,-2 1 5 0,4 4 4 0,-4-8 6 15,1 4 4-15,3 4 10 0,-3-7 7 0,1 2 4 16,2 5 3-16,-2-5 3 0,2 5 4 0,0 0-3 16,-4-4-9-16,4 4-1 0,0 0-8 0,-3-3-6 15,3 3-4-15,0 0-6 0,0 0-3 0,0 0-1 16,0 0-1-16,0 0-5 0,0 0-1 0,0 0-1 16,0 0-6-16,0 0 0 0,5 14-3 0,-3-8 3 15,-2-6-4-15,2 10-1 0,1-4 2 0,-3 0 1 16,0 1-2-16,2 0-5 0,-2 0 5 0,0-7-11 15,-2 8-2-15,0-3-4 0,0-1-3 0,-1 0-9 16,-1 1-7-16,1-2-11 0,-4 2-17 0,2-2-20 16,-1 1-21-16,1-1-29 0,-1-2-31 0,2-1-38 15,4 0-198-15,-8 2-425 0,1-4 188 0</inkml:trace>
          <inkml:trace contextRef="#ctx0" brushRef="#br1" timeOffset="-118397.6794">-1383 3439 130 0,'0'0'181'0,"4"-3"-7"0,-4 3-16 15,5-4-7-15,-5 4-8 0,4-4-5 16,-4 4-8-16,0 0-11 0,6 0-5 0,-6 0-11 16,4-4-5-16,-4 4-6 0,0 0-6 0,7 0-12 0,-7 0-3 15,5-1-8-15,-5 1-6 0,7 1-4 0,-7-1-6 16,7 0-8-16,-3 2 1 0,-4-2-4 0,5 2-9 16,-5-2-2-16,6 3-3 0,-3 0-4 0,-3-3-3 15,4 5-6-15,-2-3 2 0,-2-2-5 0,2 7-2 16,0-2-5-16,-2-5 1 0,1 8-4 0,0-4-6 15,-1-4 0-15,0 8-3 0,0-8-6 0,1 6 0 16,-1-6 0-16,0 6-1 0,0-6-1 0,0 0 2 16,0 9-2-16,0-9 2 0,1 5 2 0,-1-5-5 15,2 5 9-15,-2-5-5 0,0 0 3 0,3 4-1 16,-3-4 6-16,0 0-4 0,4 3 0 0,-4-3-7 16,3 4 11-16,-3-4-7 0,0 0 0 0,6 2 0 15,-6-2-5-15,4-1-11 0,-4 1 10 0,6 0 3 0,-6 0-2 16,0 0 2-16,6-1 8 0,-6 1 1 0,0 0-5 15,0 0-5-15,0 0 6 0,6-1 0 0,-6 1 3 16,0 0-2-16,0 0-4 0,0 0 0 0,0 0 1 16,0 0-8-16,0 0 5 0,-20 2-10 0,14-2-5 15,0 0-5-15,0 0 1 0,-2 0-17 0,1 1 20 16,-3-2-8-16,1 1-1 0,-2 1 7 0,4-1 2 16,-4 0 1-16,0 1 10 0,3-1-12 0,1 0 20 15,-1 1 15-15,1-1-4 0,-1-1 3 0,1-1 20 16,0 1-6-16,1-2 7 0,0 2 3 0,2-1 5 15,4 2 6-15,-7-5 3 0,5 1 1 0,-1 1 14 16,3 3 5-16,-2-10 6 0,1 5 7 0,1-3-3 16,0 0 3-16,0 8 1 0,1-14 8 0,1 4-6 15,-1 1-9-15,4-3-6 0,-2-1 0 0,0 1-10 16,-1 0-3-16,2 0-3 0,-2 3-5 0,1 1-7 16,0 1 0-16,0-1-8 0,0 2-6 0,-1 0-20 0,0 2-25 15,-2 4-34-15,2-6-39 0,1 1-48 0,-3 5-180 16,2-4-360-16,-2 4 160 0</inkml:trace>
          <inkml:trace contextRef="#ctx0" brushRef="#br1" timeOffset="-118194.5749">-1293 3288 248 0,'2'-2'284'0,"-2"2"-22"0,5-8-23 16,-3 7-25-16,-2 1-21 0,3-6-24 0,-3 6-18 15,0 0-36-15,4-2-26 0,-4 2-43 0,0 0-53 0,0 0-43 16,0 0-58-16,0 0-72 0,0 0-98 16,-16 8-301-16,12-4 134 0</inkml:trace>
          <inkml:trace contextRef="#ctx0" brushRef="#br1" timeOffset="-117522.7353">-1628 3508 55 0,'0'0'142'0,"0"0"-16"0,2-9-2 15,-2 9-2-15,0 0 0 0,3-9-10 0,-3 9-6 16,2-8-4-16,0 5-19 0,-2 3-1 0,5-9 6 0,-3 5-2 15,0 1-4-15,0-2-7 0,2 0-6 0,-1 3-4 16,-3 2-3-16,5-7-2 0,-3 4 0 16,-2 3-4-16,4-4-6 0,-4 4 6 0,5-3-5 0,-5 3-4 15,6-2-12-15,-3 1 3 0,-3 1 1 0,7 0-2 16,-7 0-6-16,8 3 1 0,-5-1-5 0,-3-2-1 16,6 3-2-16,-3-1 0 0,-3-2-7 0,4 6 8 15,-2-2-1-15,-2-4 1 0,1 7-3 0,-1-1 0 16,0-6-1-16,-4 8-3 0,2-4 5 0,-1 2-4 15,-1-2-2-15,-2 1 0 0,0-2-3 0,-1 2-1 16,0-1-3-16,-3 2-2 0,3-3 2 0,-3 1 1 16,-1-1-1-16,-1-1-6 0,4 1 1 0,-1-1-2 15,1 0-3-15,-1-1 0 0,2 1-1 0,-1-1-1 16,1-1 2-16,0 0 0 0,1 0-3 0,0-1 6 16,6 1-6-16,-8 0 3 0,4-1-2 0,4 1 3 15,-7-1 3-15,7 1-1 0,0 0 4 0,-8-2-1 16,8 2-1-16,0 0 2 0,-4 0-2 0,4 0-2 0,0 0-7 15,0 0 6-15,0 0 0 0,0 0 3 16,-3 7-3-16,3-7 3 0,0 0-6 0,4 10 4 16,-2-6-2-16,-1 1 2 0,1 1-3 0,-1 0 2 0,0 0-2 15,-1 1 2-15,-1 1 1 0,1 0 2 0,-3-1-4 16,2 2 3-16,-2-1-3 0,-1-1-2 16,0 0-2-16,1-1-8 0,-1 0-10 0,1-1-12 0,0 0-25 15,0-1-21-15,-1-1-32 0,4-3-32 0,-5 3-45 16,5-3-172-16,-6 2-389 0,6-2 173 0</inkml:trace>
          <inkml:trace contextRef="#ctx0" brushRef="#br1" timeOffset="-117163.3999">-1633 3509 2 0,'1'-6'225'16,"0"2"-1"-16,-1 4 1 0,2-11-11 0,0 2-14 16,-1 0-9-16,-1-1-10 0,2-3-16 0,0-2-10 15,-1 0-12-15,3-3-13 0,0 3-10 0,-2 3-6 16,1-2-14-16,-3 6-4 0,2 0-12 0,0 0-10 16,0 1-9-16,-2 3-1 0,1-1-21 0,-1 5-32 15,3-5-44-15,-3 5-68 0,0 0-63 0,0 0-258 16,0 0-456-16,0 0 202 0</inkml:trace>
          <inkml:trace contextRef="#ctx0" brushRef="#br1" timeOffset="-116288.4623">-1811 3702 38 0,'0'0'147'0,"0"0"5"0,0 0-20 16,0 0-6-16,0 0-10 0,0 0-11 0,15-9-6 15,-15 9-4-15,7-5-13 0,-4 4-8 0,0-2-8 16,1 0-8-16,-1 1-20 0,2-2-27 0,-1-1-27 0,2-1-55 16,0 1-138-16,-1 0-227 0,-1-2 101 15</inkml:trace>
        </inkml:traceGroup>
        <inkml:traceGroup>
          <inkml:annotationXML>
            <emma:emma xmlns:emma="http://www.w3.org/2003/04/emma" version="1.0">
              <emma:interpretation id="{9222D805-7B37-4170-973F-F3110F7F0A5E}" emma:medium="tactile" emma:mode="ink">
                <msink:context xmlns:msink="http://schemas.microsoft.com/ink/2010/main" type="inkWord" rotatedBoundingBox="12739,20384 10673,20402 10667,19740 12733,19723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1" timeOffset="-110570.1274">-2615 3091 47 0,'0'0'203'0,"0"0"-18"0,-4-4-7 0,4 4-4 15,0 0-10-15,-13 14-8 0,9-5-10 16,-5 1-14-16,-3 2-5 0,1 2-13 0,-2 1-2 16,-2-1-10-16,1 0-8 0,-1 1-12 0,-2 1-5 0,1-1-8 15,-2-2-15-15,3 1-27 0,-2-4-32 0,1 1-52 16,4-3-70-16,-2 1-216 0,4-4-371 0,2-1 165 16</inkml:trace>
          <inkml:trace contextRef="#ctx0" brushRef="#br1" timeOffset="-111195.0818">-2699 3452 139 0,'0'0'138'0,"4"15"-9"0,-4-15-6 16,-1 8-12-16,1-8-4 0,-3 7-15 0,2-3-5 0,-2 1-5 15,1-2-10-15,2-3-11 0,-5 7-3 0,1-4-9 16,0 1 4-16,1-3-14 0,-1 2-5 0,4-3-10 16,-6 2-3-16,2-1-5 0,4-1-7 0,0 0-4 15,-11-2-3-15,8 0 3 0,-2 0-2 0,5 2 0 16,-6-7-1-16,2 4-2 0,1-3 1 0,0-2-4 16,0 2 7-16,0-1-6 0,-1-1 10 0,3-1-3 15,0 1 13-15,-2 0-27 0,3-3 28 0,-1 2-1 16,-2 1 10-16,3 0 10 0,-1-2 8 0,1 3 7 15,0 0 7-15,0 7 1 0,-1-8 0 0,1 8-3 16,-1-9-1-16,1 9-1 0,0-5-8 0,0 5-7 16,0 0-4-16,0 0-5 0,0 0-1 0,-2-6 3 15,2 6 2-15,0 0-7 0,0 0-3 0,0 0 1 0,0 0-3 16,0 0 1-16,0 0 0 0,-3 21-4 0,3-17-4 16,-1 2-3-16,0 0-3 0,-1 0 1 15,0-1 2-15,0 4 1 0,-2-1-7 0,0 0 3 0,0 0-3 16,0-1 1-16,-1 0-1 0,-2 0-9 0,0 3 5 15,0-5 4-15,0 5-1 0,0-2-5 0,0-2 3 16,-2 1-2-16,3-1 3 0,-1-2-6 0,2 1 1 16,-2 0 0-16,3 0-1 0,0-2 3 0,-1 1-1 15,2 0-1-15,0-3-1 0,3-1-1 0,-3 8 2 16,1-6-6-16,2-2 5 0,-1 6-1 0,1-6 1 16,-2 5-2-16,2-5 4 0,0 0-6 0,2 8 2 15,-2-8 0-15,3 3 2 0,-3-3 1 0,3 6-3 16,-3-6 3-16,4 4-4 0,-4-4 4 0,5 2 0 15,-3 1-2-15,-2-3 6 0,4 4-1 0,-4-4 0 16,6 3 4-16,-3 1-6 0,-3-4 1 0,3 2 1 16,-3-2-1-16,1 4 2 0,-1-4 8 0,0 0 7 15,0 7 5-15,0-7-3 0,0 0-3 0,-6 6-1 0,3-2 1 16,-1-2 3-16,0 0-2 0,-1 2-3 16,-1-2 4-16,1 2-2 0,-2-1 1 0,0-1-2 15,-2 1-2-15,2-1-3 0,-4 1 1 0,3-1-4 0,-2-2 1 16,0 0-4-16,0 0 2 0,2 0-1 0,0-2 0 15,-3 1-4-15,0-1 2 0,1-1-1 0,0-1 2 16,3 2-3-16,1-3 2 0,-1-1-4 0,3 1-2 16,-2-1-2-16,3-2-9 0,1 1 0 0,0 0-18 15,2-2-15-15,0-1-18 0,2 1-34 0,2-3-36 16,0 0-41-16,1 1-77 0,-1 2-128 0,2-2-408 16,-1 0 182-16</inkml:trace>
          <inkml:trace contextRef="#ctx0" brushRef="#br1" timeOffset="-110820.1091">-2708 3332 168 0,'0'0'280'0,"0"0"-13"0,0 0-15 16,3-9-12-16,-3 9-17 0,0 0-15 0,0 0-22 16,0 0-14-16,0 0-20 0,2-7-11 0,-2 7-22 0,0 0-22 15,0 0-32-15,0 0-42 0,0 0-52 0,0 0-68 16,-4-9-62-16,4 9-226 0,0 0-417 0,-3-5 185 16</inkml:trace>
          <inkml:trace contextRef="#ctx0" brushRef="#br1" timeOffset="-113882.3864">-1942 3449 68 0,'0'0'147'0,"0"0"-8"16,0 0-9-16,0 0-15 0,0 0-4 0,0 0-6 15,0 0-8-15,0 0-1 0,0 0-9 0,-2 12-13 16,2-12 15-16,0 0-9 0,-1 7-5 0,1-7-2 15,-1 6-2-15,1-6-1 0,-2 4-8 0,2-4-6 16,0 0 0-16,-4 4-4 0,4-4-9 0,-3 5-5 16,3-5-4-16,-4 4-3 0,4-4 0 0,-3 6-6 15,1-4 2-15,2-2-6 0,-4 4-6 0,4-4 4 0,-4 4 0 16,4-4-5-16,-5 4 5 0,5-4-4 0,-6 2-6 16,6-2 0-16,-5 3-2 0,5-3 3 15,-4 2-4-15,4-2-3 0,0 0 3 0,0 0-11 0,-9-2 4 16,9 2-1-16,-5-4-5 0,5 4 5 0,-5-3-1 15,5 3 2-15,-5-4 0 0,5 4-1 0,-4-6-1 16,4 6-1-16,-2-6 0 0,1 1 5 0,0-1-2 16,1 6 2-16,-2-12 1 0,2 5-5 0,0-2 11 15,0 0 3-15,1 0 0 0,1-3 12 0,1-1 1 16,-3 2 9-16,3 4 0 0,-2-4 0 0,1 2-4 16,0 0-2-16,0 2 0 0,0 0 0 0,-2 2-6 15,0 5-1-15,3-7-1 0,-2 3-9 0,-1 4-9 16,0 0-12-16,2-6-22 0,-2 6-22 0,0 0-31 15,3-3-42-15,-3 3-41 0,0 0-180 0,0 0-379 16,0 0 168-16</inkml:trace>
          <inkml:trace contextRef="#ctx0" brushRef="#br1" timeOffset="-113585.5336">-1968 3569 68 0,'0'0'182'0,"0"0"-7"15,0 0-1-15,0 0-3 0,0 0-17 0,0 0-11 16,0 0-12-16,0 0-12 0,0 0-12 0,0 0-6 0,0 0-10 15,-17 0-9-15,17 0-7 0,-7 0-7 16,7 0-6-16,-9 0-16 0,5 0-18 0,4 0-28 16,-6 2-22-16,6-2-44 0,-6 0-38 0,6 0-51 0,-6 0-117 15,6 0-295-15,0 0 131 0</inkml:trace>
          <inkml:trace contextRef="#ctx0" brushRef="#br1" timeOffset="-113365.7855">-2032 3625 29 0,'0'0'240'0,"3"-4"-10"0,-3 4-22 0,2-4-20 16,-2 4-19-16,0 0-28 0,1-6-20 0,-1 6-36 16,0 0-36-16,2-7-51 0,-2 7-51 0,0 0-74 15,-2-9-86-15,2 9-231 0,-3-6 102 0</inkml:trace>
          <inkml:trace contextRef="#ctx0" brushRef="#br1" timeOffset="-112991.8266">-2140 3502 185 0,'0'0'178'0,"0"0"-12"0,0 0-23 0,0 0-11 16,-9-3-11-16,9 3-15 0,0 0-10 0,-6 0-9 15,6 0-7-15,0 0-11 0,-7-1-5 0,7 1-5 16,-6-1-3-16,6 1-13 0,-6-3-4 0,6 3-5 16,-5-3-6-16,5 3-6 0,-5-3-5 0,5 3-3 15,0 0-10-15,-5-4 3 0,5 4-3 0,0-5 1 16,0 5-5-16,0 0 3 0,0 0-2 0,0 0-2 0,2-11 4 15,-2 11-3-15,0 0 0 0,5-3 1 16,-5 3 3-16,5-2-1 0,-5 2-8 0,4-3 13 16,-4 3 2-16,6-2 8 0,-6 2 2 0,0 0 3 0,9 2 0 15,-9-2 6-15,3 4-2 0,-3-4 7 0,4 4-1 16,-2 0 0-16,0 0 2 0,-2-4 3 0,1 9 1 16,0-4 1-16,-1-5 3 0,-3 11-6 0,2-5-1 15,-3 1-3-15,2 0 0 0,-3 1-5 0,2-1-1 16,-2 1-1-16,-1-1-6 0,1-1-2 0,-1 0-13 15,-1-1-16-15,1 0-22 0,-1 1-33 0,0-2-36 16,2-1-44-16,-1-1-209 0,-1 2-384 0,2-1 171 16</inkml:trace>
          <inkml:trace contextRef="#ctx0" brushRef="#br1" timeOffset="-112694.9736">-2310 3494 25 0,'0'0'196'0,"0"0"-12"0,0 0-9 16,0 0-7-16,0 0-7 0,0 0-4 16,0 0-10-16,4 22-4 0,-4-14-10 0,0-1-9 0,0 1-10 15,0 0-6-15,-4 0-1 0,2 2-6 0,-2-1-7 16,-1 1-13-16,1-2-5 0,-3 4-8 0,0-3-5 15,1-1-9-15,-4 2-9 0,2-3-28 0,0 1-29 16,0-4-34-16,1 2-53 0,0-2-55 0,1 0-218 16,-2-2-403-16,2 0 178 0</inkml:trace>
          <inkml:trace contextRef="#ctx0" brushRef="#br1" timeOffset="-112226.232">-2498 3489 57 0,'0'0'160'16,"0"0"-12"-16,1 10-12 0,-1-10-12 0,0 0-10 16,0 0-1-16,-1 10-14 0,1-10-3 0,0 0-8 15,-2 8-13-15,2-8-3 0,-4 7-6 0,4-4-9 16,0-3-1-16,-4 5-2 0,4-5-8 0,-3 4-6 15,3-4 0-15,-4 5-7 0,4-5-5 0,-5 3-4 16,1-2-5-16,4-1 1 0,-7 2-1 0,7-2-4 16,-6 1-1-16,6-1-1 0,-5-3 3 0,5 3 1 15,-6-3-7-15,6 3 3 0,-4-3-8 0,1-1 7 0,3 4-4 16,-2-9 7-16,2 9 2 0,0-9-2 0,0 1 1 16,-1 1 1-16,2-1 0 0,2-4 6 15,-1 2-1-15,1-2-4 0,-1-2-2 0,2 1 1 0,-1 0-2 16,-1 1 4-16,0 0 0 0,1 2 1 15,-1 2 2-15,0 2-2 0,-1 1-4 0,1 0-6 16,-2 5 0-16,0 0-15 0,1-7-28 0,-1 7-29 0,0 0-48 16,0 0-231-16,0 0-368 0,0 0 163 0</inkml:trace>
          <inkml:trace contextRef="#ctx0" brushRef="#br1" timeOffset="-111991.899">-2589 3636 47 0,'0'0'272'0,"0"0"-14"0,0 0-17 0,0 0-16 15,0 0-16-15,0 0-11 0,0 0-16 0,0 0-14 16,7-15-23-16,-7 15-9 0,0 0-24 0,0-6-31 0,0 6-44 15,0 0-60-15,0-8-75 0,0 8-71 0,0 0-169 16,-4-8-364-16,4 8 162 0</inkml:trace>
          <inkml:trace contextRef="#ctx0" brushRef="#br1" timeOffset="-109320.2182">-3024 3186 135 0,'0'0'213'15,"0"0"-14"-15,0 0-7 0,-10 14-8 0,3-7-9 0,1 0-6 16,-1 3-14-16,-2-1-14 0,-1 1-8 0,0 1-13 16,0-1-5-16,-2 3-14 0,-1-2-16 0,3-1-12 15,-1-1-35-15,1-1-36 0,1 0-66 0,0-1-75 16,2 0-200-16,-1-1-365 0,0-1 162 0</inkml:trace>
          <inkml:trace contextRef="#ctx0" brushRef="#br1" timeOffset="-109601.4334">-3224 3384 159 0,'0'0'172'0,"0"0"-8"0,0 0-9 16,0 0-1-16,0 0-6 0,0 0-6 0,0 0-11 15,0 0-2-15,4 19-7 0,-4-14-3 0,1 1-6 0,-1-6-11 16,-1 13 2-16,1-8-9 0,-3 4-5 0,1-1-8 16,2-3-8-16,-1 1-9 0,-3 0-2 0,1 1-9 15,1 0-3-15,0 0-6 0,0-1-5 0,0-2-2 16,0 0-4-16,-1 0-2 0,3-4-4 0,-7 6-2 15,5-4-4-15,-1 1-4 0,-2-1-2 0,5-2-1 16,-5 1-3-16,5-1-3 0,-8-1-1 0,8 1 2 16,-5-3-1-16,5 3-2 0,-7-4 1 0,7 4-1 15,-4-6-1-15,2 3 1 0,2 3-3 0,-3-8 1 16,3 8 1-16,-2-8-3 0,2 8 4 0,-2-6 0 16,2 6 1-16,-2-4 5 0,2 4 1 0,0 0-1 15,-2-6 3-15,2 6-8 0,-3-5-2 0,3 5 1 0,0 0 0 16,0 0-1-16,0 0-1 0,0 0-4 15,-8 10-10-15,5-6-4 0,-2 1-19 0,2 0-17 16,-2-1-23-16,1 2-23 0,-1 0-22 0,1-2-48 0,2-1-36 16,-1 1-177-16,-1 0-410 0,4-4 181 0</inkml:trace>
          <inkml:trace contextRef="#ctx0" brushRef="#br1" timeOffset="-108694.253">-3516 3455 25 0,'0'0'239'0,"0"0"-21"15,0 0-19-15,0 0-18 0,0 0-14 0,0 0-17 16,0 0-12-16,0 0-11 0,0 0-5 0,0 0-11 15,0 0-9-15,16 9-5 0,-13-7-8 0,2 2-7 0,-1-1-2 16,-1 0-9-16,0 1-6 0,1 0 0 0,-1-1-11 16,0 0 2-16,0 1-12 0,-1 0-2 15,2-1-5-15,-4-3-2 0,2 6-2 0,-2-6-2 0,2 4-1 16,-2-4-2-16,0 0-6 0,-4 9 3 0,-2-6-6 16,1-2-2-16,-1 3-11 0,-1-2-10 15,1 0-21-15,-3 0-24 0,2 0-27 0,-4-2-37 0,3 0-46 16,0 0-69-16,1-1-132 0,-1 0-388 0,1-2 173 15</inkml:trace>
          <inkml:trace contextRef="#ctx0" brushRef="#br1" timeOffset="-108601.5202">-3605 3316 176 0,'0'0'233'0,"0"0"-12"0,0 0-9 0,0 0-7 15,-7 16-8-15,6-9-12 0,-1-1-9 0,0 3-4 16,1-1-8-16,0-1-10 0,-1 3-16 0,1-1-9 16,0 3-14-16,-1 2-13 0,0-1-2 0,0-4-15 15,1 3-10-15,0 0-5 0,-1-2-2 0,2-1-16 16,-3 1-20-16,2-1-29 0,-1-2-37 0,-1 1-68 15,0-1-76-15,0 0-281 0,-2 0-497 0,2-2 221 16</inkml:trace>
          <inkml:trace contextRef="#ctx0" brushRef="#br1" timeOffset="-108304.6441">-3768 3518 180 0,'0'0'246'0,"0"0"-10"0,1 15-16 0,-1-15-7 16,0 8-3-16,0-8-5 0,0 12-13 0,0-6-10 16,0 1-6-16,0 1-6 0,0 1-10 0,-1 0-8 15,0-1-5-15,0-1-15 0,-2 2-12 0,0 0-12 0,0 0-7 16,-1-2-12-16,2 1-3 0,-2-1-13 15,0 1-14-15,-1-2-8 0,1 0-18 0,1-1-27 16,1-1-27-16,-1-1-39 0,0 1-55 0,3-4-67 0,-4 4-66 16,4-4-240-16,-6 1-526 0,6-1 232 0</inkml:trace>
          <inkml:trace contextRef="#ctx0" brushRef="#br1" timeOffset="-107820.3109">-3912 3460 43 0,'0'0'153'0,"1"-7"-6"0,-1 7-4 16,3-6-13-16,-3 6-8 0,2-6-3 15,-2 6-9-15,3-5-10 0,-3 5-5 0,3-4-9 16,-3 4-4-16,4-3-10 0,-4 3 2 0,4-3-9 0,-4 3-1 16,6-2-5-16,-6 2-3 0,7-1-3 0,-7 1-3 15,5-1-8-15,-5 1 0 0,5 2-4 0,-5-2-5 16,6 4 0-16,-3-3-5 0,-3-1-1 0,3 4-5 16,-3-4 1-16,3 6-2 0,-3-6 0 0,3 4-4 15,-3-4 5-15,0 5-5 0,0-5 4 0,0 0-2 16,0 7 1-16,0-7-1 0,0 0-1 0,-5 8-2 15,5-8 1-15,-6 2 2 0,0 1-4 0,1 1-2 16,1-2 0-16,-1 0-2 0,-1 2-1 0,-1-2-3 16,0 0 1-16,1-1-3 0,1 0 1 0,-1 2 3 15,1 0-4-15,-1-1-1 0,3 1 2 0,-1-1-3 16,-1-1 0-16,5-1 2 0,-6 5-1 0,2-2 2 16,1 0 5-16,1 1 0 0,-1 1 1 0,1 1 10 0,0 2 0 15,-1-1 0-15,3 0 2 0,-1 2 2 16,1-1 1-16,-2 2-4 0,2-1 6 0,0 3-1 15,0-2-3-15,2 0 3 0,-2 2-2 0,0-2-4 0,1-1-3 16,-1 0-1-16,-1 5 1 0,1-5-3 0,0-1-2 16,0 0-15-16,-2 0-14 0,0-2-19 0,-2 2-20 15,3-1-29-15,-4 1-36 0,1-3-28 0,0 0-53 16,-1 2-181-16,-1-1-412 0,1-1 183 0</inkml:trace>
        </inkml:traceGroup>
        <inkml:traceGroup>
          <inkml:annotationXML>
            <emma:emma xmlns:emma="http://www.w3.org/2003/04/emma" version="1.0">
              <emma:interpretation id="{54CD160F-97BD-4EFA-BDEA-68890FA3AF42}" emma:medium="tactile" emma:mode="ink">
                <msink:context xmlns:msink="http://schemas.microsoft.com/ink/2010/main" type="inkWord" rotatedBoundingBox="10506,20370 9065,20383 9059,19773 10501,19761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1" timeOffset="-99930.2738">-5090 3382 198 0,'2'-3'268'0,"-2"3"-16"0,2-6-18 15,-2 6-21-15,2-5-16 0,-2 5-16 0,2-5-18 16,-2 5-18-16,0 0-27 0,0-6-47 0,0 6-62 16,0 0-86-16,0 0-100 0,0 0-123 0,0 0-324 15,-3-7 144-15</inkml:trace>
          <inkml:trace contextRef="#ctx0" brushRef="#br1" timeOffset="-99430.3098">-4928 3218 96 0,'0'0'188'16,"0"0"-14"-16,0 0-14 0,0 0-8 0,0 0-13 15,0 0-15-15,-14 9-8 0,12-6-13 0,-1 0-6 16,0 2-13-16,0-1-9 0,-2 1-26 0,3 0-33 16,-3 0-43-16,2-2-45 0,-2 1-174 0,1 1-266 15,-1-2 118-15</inkml:trace>
          <inkml:trace contextRef="#ctx0" brushRef="#br1" timeOffset="-99617.7962">-4814 3129 141 0,'0'0'195'0,"3"-4"-17"0,-3 4-20 0,0 0-10 15,0 0-10-15,0 0-5 0,0 0-5 0,0 0-3 16,0 0-5-16,0 0-10 0,-9 21-3 0,5-14-17 16,-1 1-2-16,0-1-8 0,-1 2-6 0,0 2-7 15,-1-1-7-15,-1-1-10 0,0 2-1 0,1-1-8 16,-1 0-8-16,1-1-15 0,0 1-19 0,0-4-30 15,3 0-21-15,-1-1-27 0,-1 0-23 0,2-1-32 16,1 1-41-16,-2-2-119 0,1-1-317 0,1 1 142 0</inkml:trace>
          <inkml:trace contextRef="#ctx0" brushRef="#br1" timeOffset="-100180.2557">-4698 3461 76 0,'0'0'157'15,"0"0"-8"-15,0 0-6 0,0 0-20 0,0 0 3 16,0 0-13-16,0 0-6 0,0 0-8 0,0 0-18 0,0 0-3 15,0 0-6-15,-1 19-6 0,1-19-10 0,-1 5 1 16,1-5-8-16,-3 6-5 0,3-6-7 0,-2 6-2 16,2-6 1-16,-4 5-8 0,2-3-7 0,2-2-5 15,-5 3-6-15,5-3 1 0,-4 4-6 0,4-4-9 16,-7 2-4-16,3-2-2 0,4 0 0 0,0 0 0 16,-9-2 0-16,9 2 5 0,-6-2-9 0,6 2 2 15,-3-2 2-15,3 2-1 0,-4-7 0 0,4 7 6 16,-2-6 0-16,2 6 5 0,-1-7-4 0,-1 2 5 15,2 5 1-15,0 0 3 0,0-10 7 0,0 10 4 16,0 0 1-16,0-8 3 0,0 8 2 0,0 0 0 16,0 0-2-16,0-6-5 0,0 6 2 0,0 0-4 15,0 0-3-15,0 0-2 0,0 0 4 0,0 0-3 0,0 0 2 16,0 0-3-16,0 0-6 0,0 0 4 16,0 0 0-16,5 14-2 0,-5-14 0 0,0 0-3 15,0 0 3-15,-3 10 0 0,1-6-5 0,2-4 5 0,-7 6-2 16,4-4-3-16,1 2-4 0,2-4-9 0,-7 3-3 15,2-1-6-15,5-2-9 0,-6 3-2 0,2-1-1 16,4-2-8-16,-8 1 7 0,8-1-5 0,-8 0-5 16,8 0 12-16,-6-1 1 0,6 1 9 0,-6-3-5 15,3 0 11-15,3 3-1 0,-5-5 8 0,3 0 7 16,2 5 6-16,-4-6 0 0,3 2 9 0,1 4 3 16,-3-7 8-16,1 4 7 0,2 3 3 0,-2-8-5 15,2 8 8-15,-1-8 3 0,1 8 1 0,0-6-2 16,0 6-4-16,0 0 2 0,0 0-4 0,-1-6-6 15,1 6-3-15,0 0 1 0,0 0-6 0,0 0 0 16,0 0 1-16,0 0-5 0,0 0-1 0,0 0 8 16,0 0-10-16,-2 17 1 0,2-17-5 0,-2 9 7 0,1-5-5 15,1-4-5-15,-2 10 4 0,0-6-5 0,1 1 0 16,1-5 1-16,-5 6-10 0,2-2 0 16,1 1-3-16,2-5-3 0,-5 5 0 0,2-2-19 0,3-3 6 15,-6 4 1-15,3-4-5 0,3 0 0 0,-7 1-1 16,7-1 0-16,-6-1-4 0,6 1-16 0,-9-2 4 15,5 1 1-15,-1-4 3 0,0 2 1 0,1-1 5 16,0 0 1-16,1 0 2 0,-1-2 0 0,0-1 0 16,1 1 9-16,0 1 2 0,1-3 6 0,0-1 12 15,0 1-4-15,2-1 10 0,-2 1 0 0,1 0 15 16,0 0 1-16,0 0 2 0,-1 1 11 0,1 0 8 16,1 1 4-16,0 6 11 0,-2-10 8 0,2 10 2 15,0-6-1-15,0 6-4 0,-2-7 5 0,2 7-8 0,0 0-4 16,-1-7-5-16,1 7-2 0,0 0-9 15,0 0 1-15,0 0-2 0,0 0 0 0,0 0-3 16,0 0 1-16,0 0-5 0,0 0 1 0,-3 21-4 0,2-15 0 16,0-1-4-16,1-5-3 0,-1 10 0 0,1-3 0 15,0 1 1-15,-1-1-3 0,0 1-6 0,-1 0 0 16,2-1-1-16,-3 0 4 0,1 0-2 0,-1-1-1 16,0 0-3-16,0-2 2 0,-1 2-3 0,-1-2 1 15,1-1 0-15,-1 1-2 0,-1 0-4 0,1 0-4 16,-1-1-8-16,0 0 1 0,0-1 0 0,0 0-2 15,0-2 3-15,1 2-2 0,5-2 5 0,-11 0-1 16,6 0 4-16,5 0-2 0,-9-2-3 0,5 2 7 16,4 0 5-16,-7-2-3 0,7 2 11 0,-6-2 1 15,6 2 2-15,-5-1 0 0,5 1 6 0,0 0-1 16,0 0 4-16,-4-3-6 0,4 3 1 0,0 0 2 16,0 0-6-16,0 0 1 0,0 0-1 0,0 0 0 0,0 0-4 15,0 0 1-15,0 0-1 0,0 0 0 0,0 0-1 16,7 14 1-16,-5-9-4 0,-1-1 2 0,1 1-3 15,-1 1 1-15,0-1-3 0,-1-5 2 0,1 13-1 16,-1-7 1-16,-1 0 0 0,0 3 0 0,-2-3-6 16,1 3-2-16,-1 0 5 0,-1-3 2 0,0 1-6 15,-1 1 0-15,-1-2-8 0,1 0-2 0,-2 0-7 16,0-1-7-16,0-1-15 0,0 1-17 0,0-2-23 16,0-1-28-16,0-2-33 0,1 0-31 0,6 0-172 15,-11-4-374-15,10 2 166 0</inkml:trace>
          <inkml:trace contextRef="#ctx0" brushRef="#br1" timeOffset="-101820.7605">-4175 3434 33 0,'0'0'185'0,"0"0"-8"0,0 0-20 16,0 0-15-16,0 0-11 0,0 0-17 0,0 0-10 15,0 0-5-15,0 0-5 0,0 0-14 0,0 0-6 16,0 0-6-16,0 0-3 0,0 0-10 0,0 0 1 16,0 0-4-16,0 21-4 0,0-21-6 0,-2 8-5 15,2-8-2-15,0 7 3 0,-1-2-23 0,1-5 1 16,-2 7-4-16,0-3 2 0,2-4-3 0,-4 6-2 15,4-6-4-15,-4 7 5 0,1-4-3 0,3-3-5 16,-4 4-2-16,0-2-5 0,1-1-9 0,3-1-3 16,-6 2 0-16,6-2-11 0,-6 0 2 0,6 0 4 0,-7-2-10 15,7 2 5-15,-9-3 1 0,6 1 8 0,3 2 0 16,-9-4-1-16,7 2 4 0,2 2 1 0,-7-4-2 16,5 1 1-16,2 3 6 0,-4-5-3 0,4 5 6 15,0 0 3-15,-2-6 5 0,2 6-2 0,0 0 3 16,-2-5 4-16,2 5 6 0,0 0 3 0,0 0-1 15,0 0-4-15,0 0-2 0,0-8-3 0,0 8-1 16,0 0 3-16,0 0 0 0,0 0-2 0,0 0 0 16,0 0 2-16,0 0 0 0,0 0 1 0,0 0-5 15,0 0 2-15,0 0 1 0,0 0 0 0,0 0-3 16,0 0-1-16,0 0 0 0,0 0 3 0,0 21-1 0,0-21 0 16,0 0-7-16,-3 6 8 0,3-6-9 15,-2 4 0-15,2-4-5 0,-4 2-1 0,4-2-9 0,-6 2-1 16,6-2-5-16,-5 2 1 0,5-2-17 0,-8 0-1 15,8 0 0-15,-8-1 6 0,4 1-9 16,4 0 5-16,-9-4 12 0,5 4 2 0,4 0 3 0,-6-4-4 16,3 2 5-16,3 2 5 0,-5-5 3 0,5 5 14 15,-2-4 13-15,2 4 9 0,-4-7-11 0,4 7 12 16,0-7 7-16,0 7 4 0,-2-5 6 0,2 5 3 16,0 0 2-16,0 0 2 0,-1-7 0 0,1 7 0 15,0 0-5-15,0 0-6 0,-1-7-6 0,1 7-6 0,0 0 1 16,0 0-3-16,0 0-1 0,0 0-5 15,0 0 1-15,0 0 1 0,0 0-4 0,0 0-4 16,-5 14 0-16,5-14 0 0,-2 7-1 0,2-7-4 0,-2 7-3 16,0-4-2-16,2-3-9 0,-3 6 1 0,3-6-5 15,-4 6 4-15,0-3-8 0,1-1-5 0,3-2-10 16,-7 3 4-16,3-1-7 0,4-2 1 0,-9 1-4 16,5 0-6-16,4-1 0 0,-8 0 9 0,8 0-1 15,-7-2 2-15,7 2 2 0,-7-4 2 0,4 2 4 16,3 2 3-16,-5-5 2 0,2 1 5 0,3 4 7 15,-3-5 9-15,3 5 6 0,-2-5 9 0,2 5 6 16,-2-6 8-16,2 6 1 0,0 0 8 0,-2-7 5 16,2 7 0-16,0 0 1 0,0 0 6 0,-1-5-9 15,1 5-3-15,0 0-5 0,0 0-4 0,0 0-2 16,0 0-5-16,0 0-2 0,0 0-2 0,0 0 1 0,0 0-3 16,0 0-2-16,0 0-2 0,0 0-4 0,0 0 1 15,0 0-1-15,0 0 2 0,0 0-2 0,-4 18-3 16,2-15 2-16,2-3-3 0,-2 6 0 0,2-6 3 15,-4 7-3-15,2-2-3 0,0-2 0 0,-1 1-9 16,0-2-2-16,-2 1 1 0,2 0-1 0,-1-1 0 16,-1 1-2-16,1-2 1 0,-3 2-1 0,1-3 2 15,1 0-2-15,-2 0 5 0,7 0-5 0,-9 0 7 16,4-1-2-16,1-2 2 0,4 3 1 0,-7-4 2 16,4 1 3-16,0-1 2 0,3 4-3 0,-3-7 9 0,2 3-1 15,1 4 5-15,-2-12 3 0,2 4 4 16,1 0-1-16,-1-3 4 0,2 3 0 0,1-4 2 0,0-1 0 15,1-1-4-15,-1 1 3 0,1 0-3 0,0 1-4 16,-2 4 3-16,0-1-2 0,1 1-6 0,-2 2 1 16,1 1-2-16,-2 5-1 0,3-8-15 0,-3 8-11 15,1-6-17-15,-1 6-19 0,0 0-44 0,0 0-36 16,0 0-58-16,0 0-136 0,0 0-351 0,0 0 156 16</inkml:trace>
          <inkml:trace contextRef="#ctx0" brushRef="#br1" timeOffset="-101539.5054">-4500 3596 102 0,'0'0'189'0,"0"0"-10"0,0 0-10 16,0 0-14-16,0 0-15 0,0 0-15 0,0 0-1 15,0 0-11-15,0 0-13 0,-12 2-8 0,12-2-11 16,-9 1-7-16,3-1-6 0,2 1-9 0,4-1-16 16,-10 1-18-16,6-1-26 0,-1 1-33 0,5-1-47 15,-7-1-45-15,7 1-140 0,-7 1-289 0,7-1 128 16</inkml:trace>
          <inkml:trace contextRef="#ctx0" brushRef="#br1" timeOffset="-101336.4217">-4612 3682 178 0,'0'0'213'0,"0"0"-10"0,0 0-23 0,0 0-19 15,10-14-16-15,-10 14-20 0,2-7-27 0,-2 7-36 16,0-7-49-16,0 7-52 0,1-8-43 16,-1 8-128-16,-2-9-227 0,2 9 101 0</inkml:trace>
          <inkml:trace contextRef="#ctx0" brushRef="#br1" timeOffset="-98961.5941">-5276 3338 207 0,'0'0'245'16,"0"0"-16"-16,1-6-16 0,-1 6-18 0,0 0-15 0,0 0-6 15,0 0-4-15,0 0-7 0,0 0-7 0,3 16-10 16,-1-12-9-16,-1 3-6 0,-1 1-19 0,1 0-9 15,-1 1-10-15,2 1-12 0,-1-1-5 0,1 4-7 16,-2-2-11-16,1-1-14 0,-1 0-30 0,-1 2-34 16,1-3-34-16,-4 3-50 0,0 0-59 0,1-4-62 15,-3 1-180-15,2 2-439 0,0-2 194 0</inkml:trace>
          <inkml:trace contextRef="#ctx0" brushRef="#br1" timeOffset="-98711.6122">-5364 3527 77 0,'1'-7'209'0,"-1"7"-16"0,0 0-12 16,0 0-16-16,0 0-2 0,0 0-5 0,0 0-7 15,0 0-12-15,0 0-10 0,5 16-8 0,-5-16-6 16,0 12-7-16,0-5-2 0,-2 1-1 0,1 0-8 15,-1 0-7-15,0 0-7 0,-2 3-10 0,2-2-2 16,-3-1-10-16,1 3-7 0,-1-4-4 0,1 0-13 16,-1 1-26-16,1 0-35 0,-2-2-39 0,1 1-58 15,0-1-59-15,-1-2-214 0,0 0-425 0,1 0 188 0</inkml:trace>
          <inkml:trace contextRef="#ctx0" brushRef="#br1" timeOffset="-98086.6545">-5517 3441 106 0,'0'0'158'0,"2"-7"-9"0,1 2-6 0,-2 2-6 16,2-1-19-16,-3 4-2 0,5-8-5 0,-4 4-6 16,2 1-6-16,-3 3-4 0,4-5-12 15,-2 2-3-15,-2 3-1 0,4-5-8 0,-4 5-5 0,4-2-4 16,-4 2-6-16,0 0 2 0,4-1-8 0,-4 1-1 15,0 0-5-15,0 0-4 0,6 0-3 0,-6 0-3 16,0 0-4-16,0 0-3 0,7 3-1 0,-7-3-6 16,0 0 3-16,2 4-3 0,-2-4-8 0,4 5 4 15,-4-5-2-15,2 4 0 0,-2-4 0 0,1 5 3 16,-1-5 3-16,0 0 3 0,-2 9-1 0,2-9-3 16,-3 7 1-16,1-6-4 0,2-1-4 0,-6 4 5 15,3-1 1-15,-1 0-5 0,1-1-3 0,-1 1 5 16,0-1-5-16,0 1 0 0,4-3-4 0,-11 4 0 15,8-2 3-15,-3 1-2 0,1-2-1 0,0 0 2 16,1 2-1-16,0-1-6 0,0 0 1 0,0 1 1 16,-1-1-1-16,1 0 3 0,-1 0-4 0,1 0-5 0,4-2 4 15,-5 4 3-15,1-1-5 0,3 1 4 16,1-4 3-16,-6 8-1 0,4-5-1 0,2-3 3 16,-3 11-1-16,1-7 2 0,0 4-3 0,0-3 2 0,1 3-1 15,0 0 1-15,-1 0 3 0,2-1 11 0,0 2 1 16,-1-1-5-16,1 0 1 0,1 2-1 0,-2-2-3 15,2 2 2-15,-1 3-2 0,0-4-8 0,-1 3 7 16,0-2-3-16,0 0-8 0,0 2-9 0,-1-2-22 16,1-2-16-16,-1 1-30 0,-2 0-45 0,2-3-45 15,-1 1-241-15,-1 1-440 0,1-2 195 0</inkml:trace>
        </inkml:traceGroup>
      </inkml:traceGroup>
    </inkml:traceGroup>
    <inkml:traceGroup>
      <inkml:annotationXML>
        <emma:emma xmlns:emma="http://www.w3.org/2003/04/emma" version="1.0">
          <emma:interpretation id="{879F23DA-E540-4662-A84B-371EFEC2CC43}" emma:medium="tactile" emma:mode="ink">
            <msink:context xmlns:msink="http://schemas.microsoft.com/ink/2010/main" type="paragraph" rotatedBoundingBox="14798,19303 4423,19367 4418,18616 14794,185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FD52C4D-E95B-4527-85B7-955A47320C98}" emma:medium="tactile" emma:mode="ink">
              <msink:context xmlns:msink="http://schemas.microsoft.com/ink/2010/main" type="line" rotatedBoundingBox="14798,19303 4423,19367 4418,18616 14794,18552"/>
            </emma:interpretation>
          </emma:emma>
        </inkml:annotationXML>
        <inkml:traceGroup>
          <inkml:annotationXML>
            <emma:emma xmlns:emma="http://www.w3.org/2003/04/emma" version="1.0">
              <emma:interpretation id="{7ABC569D-92AF-4AE6-B153-B8DE4004969A}" emma:medium="tactile" emma:mode="ink">
                <msink:context xmlns:msink="http://schemas.microsoft.com/ink/2010/main" type="inkWord" rotatedBoundingBox="14797,19174 12091,19191 12088,18746 14795,18729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1" timeOffset="-186939.5827">-692 2181 32 0,'0'0'263'15,"0"0"-11"-15,0 0-10 0,2-3-16 0,-2 3-15 16,0 0-16-16,0 0-6 0,0 0-14 0,0 0 6 0,0 0-17 15,0 0-8-15,0 0-13 0,0 0-15 0,-5 16-8 16,5-16-10-16,-2 11-11 0,2-4-7 16,-2-1-11-16,2 2-9 0,-1 1-4 0,0 0-8 0,1 0-5 15,-1 0-5-15,0 0-3 0,0-1-8 0,-1 2-2 16,0-1-4-16,1-1-24 0,-1 2-42 0,0-2-45 16,0 0-74-16,-1-1-80 0,0 0-274 0,-2-2-548 15,0-1 242-15</inkml:trace>
          <inkml:trace contextRef="#ctx0" brushRef="#br1" timeOffset="-186502.122">-816 2323 169 0,'0'0'182'0,"0"0"-5"0,0 0-11 0,0 0-19 16,5 10-9-16,-5-10-16 0,1 6-2 0,-1-6-9 15,0 7-7-15,0-7-12 0,0 6-7 0,0-6-8 16,0 0-5-16,-2 10-15 0,2-10-1 0,-2 7-4 0,2-7-6 16,0 5-6-16,0-5-2 0,-6 4-6 0,6-4-1 15,-5 4-1-15,1-2-6 0,4-2-1 16,-9 1-5-16,9-1 1 0,-9-3-5 0,5 3-2 0,4 0-3 15,-9-1 1-15,4-1 3 0,1 1-6 0,4 1-1 16,-9-4 1-16,7 1 2 0,-2 1-1 16,4 2 0-16,-5-8-1 0,3 4-3 0,0-1 4 15,1-4 11-15,1 4 4 0,0-2 4 0,1-3-1 0,-1-5 1 16,3 1-3-16,0-1-3 0,0-3-2 0,0 4 6 16,0 2 4-16,0 0-2 0,-1 4-3 0,-1 1-4 15,1 2-4-15,-1 2-5 0,-1 3-11 0,0 0-22 16,0 0-45-16,0 0-53 0,0 0-64 0,0 0-199 15,0 0-414-15,0 0 183 0</inkml:trace>
          <inkml:trace contextRef="#ctx0" brushRef="#br1" timeOffset="-186267.7658">-834 2451 153 0,'0'0'230'0,"0"0"-16"0,0 0-17 16,-5 6-16-16,5-6-6 0,-6 1-10 0,6-1-20 15,-8 1-12-15,4 0-14 0,-1 0-10 0,-2 0-12 16,0-1-13-16,-1 0-21 0,1 0-61 0,-2 1-64 15,3-3-80-15,-2 0-169 0,4 1-336 0,-2-1 149 16</inkml:trace>
          <inkml:trace contextRef="#ctx0" brushRef="#br1" timeOffset="-185830.2936">-1041 2331 76 0,'0'0'188'15,"0"0"-3"-15,0 0-15 0,0 0-10 0,0 0-16 0,0 0-3 16,-3 20-12-16,2-16-8 0,1-4-11 0,-3 9-4 15,1-4-6-15,1-1-9 0,-1 0 1 16,-1-2-17-16,3-2-8 0,-4 6-4 0,2-3-6 0,2-3-7 16,-4 3-4-16,4-3-2 0,-5 3-7 0,5-3-6 15,-5 2 3-15,5-2-4 0,0 0 1 0,0 0 1 16,-9-6-2-16,9 6 5 0,-4-4-3 0,2 0 3 16,2 4-2-16,-3-7 1 0,1 2-2 0,2 5-3 15,-3-6-2-15,3 1-2 0,0 5 7 0,-2-7 0 16,2 7-3-16,-2-5-1 0,2 5-2 0,-3-4-6 15,3 4 3-15,0 0-5 0,0 0-6 0,-10 1 0 16,10-1 1-16,-6 4-2 0,1 0 1 0,-1 1-4 16,0-1 1-16,0 0-9 0,1 1-10 0,0-1-15 15,1 0-19-15,-2 0-29 0,0 1-40 0,3-1-37 16,-1-1-43-16,2 1-208 0,2-4-432 0,-3 7 192 16</inkml:trace>
          <inkml:trace contextRef="#ctx0" brushRef="#br1" timeOffset="-185642.8121">-1124 2530 7 0,'0'0'347'0,"0"0"-23"0,0 0-32 15,6-9-26-15,-6 9-30 0,0 0-21 0,2-6-27 16,-2 6-25-16,1-5-60 0,-1 5-75 0,2-5-85 15,-2 5-88-15,1-5-184 0,-1 5-354 0,0 0 157 16</inkml:trace>
          <inkml:trace contextRef="#ctx0" brushRef="#br1" timeOffset="-187595.7952">-450 2302 67 0,'0'0'185'16,"0"0"-5"-16,5-3-16 0,-5 3-12 0,4-2-5 16,-4 2-13-16,0 0-10 0,9-1-4 0,-7-1-12 15,-2 2-8-15,0 0-3 0,5-2-2 0,-5 2-13 0,4 0-9 16,-4 0-7-16,0 0-7 0,4-3-5 16,-4 3-5-16,0 0-5 0,0 0-4 0,7 3-6 15,-7-3-1-15,0 0-2 0,4 2-6 0,-4-2-2 0,0 0-4 16,3 5-2-16,-3-5-3 0,2 5-2 0,-2-5-4 15,0 0 4-15,2 7-2 0,-2-7-3 0,0 0-1 16,-2 8-1-16,2-8 2 0,0 0-1 0,-1 7-1 16,1-7 2-16,-1 6-6 0,1-6 1 0,-1 6 0 15,1-6-1-15,0 8-4 0,0-8 0 0,0 0 0 16,3 5 4-16,-3-5-2 0,0 0 2 0,3 3-2 16,-3-3 1-16,5 3 0 0,-5-3-2 0,5 2-5 15,-5-2-2-15,5 1 5 0,-5-1-2 0,7 1 0 16,-7-1 1-16,5 4-1 0,-5-4 4 0,3 2 3 15,-3-2-8-15,0 0 4 0,4 3-2 0,-4-3-1 16,0 0 1-16,0 0 2 0,0 0-5 0,0 0 4 16,-10 4-7-16,10-4-2 0,-9 3-1 0,3-2 1 15,0 2-1-15,-1-3-3 0,-1 1-2 0,1-1 2 16,0 0 0-16,-1 0-2 0,0 0 3 0,-3-1-1 16,0-2 4-16,0 0-1 0,0 1 3 0,-1-2-1 15,3-1 6-15,-2 0-4 0,0 3 4 0,4-1-3 16,1 0 2-16,-1-1 2 0,2 1 1 0,1-1 3 0,-3 2 7 15,4-2 4-15,3 4 0 0,-5-4 8 0,1 0 7 16,4 4 7-16,-4-2 7 0,4 2 7 16,-4-3 2-16,4 3 2 0,0 0 0 0,-3-5-5 15,3 5 2-15,0 0-8 0,0 0-4 0,0 0-5 0,0 0 1 16,0 0-2-16,0 0-1 0,0 0-4 0,0 0-3 16,0 0-4-16,0 0 2 0,7 15-2 0,-4-10-1 15,-1-1-3-15,-1 2 5 0,1 0-8 0,0 0 2 16,-1-1-3-16,-1-5 0 0,0 10 0 0,-2-4-1 15,1 0 3-15,-1 0 0 0,-1-1-2 0,-1 1 1 16,0-2-12-16,0 1-6 0,-2 0-24 0,1-1-23 16,-1 0-33-16,0-2-38 0,1 1-32 0,5-3-29 15,-7 1-189-15,1 0-406 0,1-1 180 0</inkml:trace>
          <inkml:trace contextRef="#ctx0" brushRef="#br1" timeOffset="-187330.189">-404 2162 235 0,'0'0'271'0,"6"-5"-16"0,-6 5-17 0,4-3-23 16,-4 3-16-16,3-3-9 0,-3 3-28 0,0 0-18 0,0 0-14 15,0 0-16-15,0 0-22 0,0 0-47 0,0 0-63 16,0 0-67-16,0 0-70 0,0 0-184 16,0 0-367-16,0 0 162 0</inkml:trace>
          <inkml:trace contextRef="#ctx0" brushRef="#br1" timeOffset="-177236.171">-1276 2132 295 0,'2'-7'324'0,"1"3"-2"16,-1-2-19-16,-1 2-20 0,2 1-28 0,-3 3-24 15,3-8-17-15,-3 8-23 0,2-4-16 0,-2 4-28 16,0 0-32-16,0 0-34 0,0 0-38 0,0 0-52 16,0 0-56-16,0 0-74 0,0 0-65 0,-17 10-223 15,11-5-464-15,1 1 206 0</inkml:trace>
          <inkml:trace contextRef="#ctx0" brushRef="#br1" timeOffset="-177455.8911">-1367 2335 71 0,'0'0'175'0,"0"0"-10"0,0 0-15 0,0 0-5 16,0 0-8-16,7-16-1 0,-7 16-12 0,6-3-13 15,-6 3 1-15,6-4-10 0,-6 4-9 0,5-1-3 16,-5 1-6-16,7-4-8 0,-4 3-6 0,1-1-5 16,-4 2-9-16,7 0-7 0,-7 0-5 0,6 0-3 15,-6 0-6-15,5 0-5 0,-5 0-2 0,5 1 1 16,-5-1-2-16,4 3-6 0,-4-3-1 0,2 5 0 16,-2-5-6-16,1 6-3 0,1-2-2 0,-2-4-1 0,0 7-5 15,0-7 8-15,0 0-3 0,0 10-3 0,0-10-1 16,-2 7 1-16,2-7 1 0,0 5-6 15,0-5-5-15,-1 7 3 0,1-7-5 0,0 6 1 0,0-6-4 16,0 0 2-16,1 8 3 0,-1-8 2 0,0 5-2 16,0-5 3-16,0 0-4 0,2 7-2 0,-2-7 4 15,3 2-6-15,-3-2-2 0,3 3 2 0,-3-3 1 16,0 0 1-16,5 1-4 0,-5-1 3 0,5 3 1 16,-5-3 2-16,6 2 0 0,-6-2-4 0,4 1 0 15,-4-1 2-15,0 0 2 0,0 0 5 0,3 3-3 16,-3-3 1-16,0 0 2 0,0 0-4 0,0 0 0 15,0 0 2-15,-9 8 4 0,4-7 1 0,5-1-1 16,-11 1-2-16,2-1 5 0,-1 2-3 0,0-2-3 0,-2 0 8 16,0 0 2-16,1 2-8 0,-2-4 3 15,1 2 0-15,2 0 1 0,0 0 4 0,2 0-4 16,-1-1 6-16,3-2-2 0,1 1 3 0,-1 1 3 0,2-2 3 16,-1 0 3-16,2 0 3 0,1-2 4 0,2 5-2 15,-3-7 6-15,3 7-1 0,0-11 2 0,1 4 8 16,0-1-4-16,1-2 7 0,2 2-1 0,1-6-4 15,-1 1-6-15,1-1-2 0,1-6 0 0,1 3-3 16,-2 2-10-16,1 3 3 0,-2-1-3 0,0 2-2 16,-2 3 1-16,1 1-7 0,-1 2-12 0,1 1-19 15,-2 1-27-15,-1 3-31 0,2-6-43 0,-2 6-33 16,0 0-41-16,2-4-178 0,-2 4-405 0,0 0 180 16</inkml:trace>
          <inkml:trace contextRef="#ctx0" brushRef="#br1" timeOffset="-176643.4634">-1653 2370 73 0,'-3'-6'188'15,"3"6"7"-15,-3-6-11 0,3 6-11 0,0-8-16 16,0 8-9-16,0-10-11 0,0 10-10 0,2-8-2 16,-1 4-8-16,3-1-13 0,-2-2-5 0,0 3-8 15,0-1-8-15,2-1-2 0,-1 1-8 0,0 1-3 16,1-1-7-16,-1 1-4 0,0 0-8 0,1 1 0 0,-1-2-4 16,1 2 2-16,0 0-7 0,-4 3 0 15,7-3-5-15,-4 1 5 0,2 1-5 0,-5 1-3 16,7 0-1-16,-7 0-2 0,7 6-2 0,-4-4 2 0,1 2-1 15,-2 1-1-15,1-1-7 0,0 1 0 0,-1 2-1 16,-1-2-1-16,1 0-1 0,-2 3-5 0,0-8-1 16,-2 12 5-16,0-6-4 0,-1 1-3 0,-2 0 3 15,-1-2-1-15,0 0-3 0,-4 0-1 0,3-2-4 16,-3 2 3-16,0-1-4 0,-2-3 1 0,1 2-8 16,1-3 0-16,0 1-7 0,1-1-2 0,1 0 3 15,1-1-1-15,0 1-1 0,0 0 4 0,2-2-2 16,0 1 4-16,0 0 0 0,5 1 0 0,-10-3-3 0,6 2 5 15,4 1-2-15,-6-3 0 0,6 3-1 16,-6-1 5-16,6 1 0 0,0 0-2 0,-7 2 1 16,7-2 2-16,-5 3-1 0,5-3 0 0,-2 4 2 0,2-4 1 15,0 9-1-15,-1-2 2 0,1-2-3 0,-1 3 4 16,-1 1 0-16,0-1-1 0,0 5 2 16,-1-3 3-16,-1 0-2 0,-1-2 3 0,0 4-6 0,0 0 0 15,-2-1 1-15,2-3 2 0,-2 1-4 0,1-1-3 16,2-3-16-16,-2 0-14 0,1 0-19 0,1-1-31 15,0 1-50-15,1-4-40 0,3-1-50 0,-6 3-186 16,6-3-441-16,0 0 196 0</inkml:trace>
          <inkml:trace contextRef="#ctx0" brushRef="#br1" timeOffset="-176284.1142">-1669 2357 137 0,'-1'-7'220'0,"1"7"-16"0,2-10-6 0,-2 3-17 16,2 0-3-16,1 0-9 0,0-3 1 0,-2 0-11 15,4-3-7-15,-1-2-11 0,0 2-9 0,-1-6-8 16,1 5-10-16,-2 1-6 0,1 0-8 0,-1 0-11 16,-1 2-8-16,1 2-8 0,-3 1-7 0,3-1-13 15,-3 4-14-15,1 5-29 0,0-9-33 0,0 9-54 16,-2-5-72-16,2 5-66 0,-4-5-191 0,4 5-439 15,-6-1 193-15</inkml:trace>
          <inkml:trace contextRef="#ctx0" brushRef="#br1" timeOffset="-175549.7937">-1947 2207 230 0,'0'0'236'0,"-3"-4"-18"0,3 4-13 0,0 0-16 15,0 0-12-15,0 0-6 0,0 0-11 0,0 0-9 16,0 0-4-16,-5 12-1 0,5-12-6 0,-2 11-13 16,0-4-8-16,0-1-6 0,2 2-13 0,-2 2-3 15,-1-2-4-15,2 1-9 0,-2 2-6 0,3-2-5 16,-2 4-6-16,0-4-11 0,-1 1-4 0,1-1-10 16,-1-1-25-16,2 3-28 0,-2-4-29 0,-2 2-55 15,1-2-70-15,1-2-74 0,-2 2-218 0,0-2-494 0,1 0 219 16</inkml:trace>
          <inkml:trace contextRef="#ctx0" brushRef="#br1" timeOffset="-174909.2138">-2047 2195 121 0,'0'0'254'0,"0"0"-15"0,0 0-20 0,0 0-24 16,0 0-13-16,0 0-16 0,0 0-11 16,0 0-11-16,-24 2-17 0,17 0-12 0,0-2-12 0,-2 0-9 15,3 2-15-15,-2-2-23 0,2 0-49 0,0 0-70 16,6 0-83-16,-10-2-196 0,7 1-369 0,3 1 163 15</inkml:trace>
          <inkml:trace contextRef="#ctx0" brushRef="#br1" timeOffset="-175143.5723">-2136 2328 2 0,'0'0'211'0,"0"0"-13"0,0 0-13 0,0 0-10 16,0 0-12-16,0 0-16 0,0 0-5 0,8 15-11 15,-8-15-12-15,1 7-4 0,-1-2-11 0,0-5-6 16,0 0-10-16,0 10-7 0,0-10 0 0,-1 9-9 16,-1-4-2-16,2-5-11 0,-3 8-3 0,2-4-7 15,-1 1-4-15,-2-1-5 0,0 1-2 0,-1-1-4 0,1-1-6 16,-1-1-1-16,0 1-4 0,0-1-3 15,-1 0 1-15,0-1-5 0,6-1-3 0,-9 0 2 16,9 0-4-16,-10-3 0 0,7 1-2 0,-3-1 0 16,2 0 0-16,-1-2-2 0,0 1 3 0,1-2-6 0,1-1 5 15,0 0 3-15,2-1 7 0,1 0 1 0,-1-3-1 16,2 2 5-16,1-5-5 0,-1-2 3 16,3-2-2-16,-1-1 2 0,1-1-3 0,-2 6-1 0,1 2-2 15,-1-4-6-15,2 4 0 0,-2 0-3 0,0 2-3 16,0 2-15-16,-2 2-20 0,1-1-28 0,-1 3-45 15,0 4-48-15,1-8-52 0,-1 8-204 0,1-4-441 16,-1 4 195-16</inkml:trace>
          <inkml:trace contextRef="#ctx0" brushRef="#br1" timeOffset="-174236.3882">-2352 2397 70 0,'0'0'183'0,"0"0"-20"0,0 0-10 0,-11 0-7 16,11 0-14-16,0 0-12 0,-7 0-7 0,7 0-22 16,-6-3 3-16,6 3-11 0,-5-3-5 0,5 3-2 15,-6-1-4-15,6 1-13 0,-5-4 3 0,5 4-13 16,-3-5-1-16,3 5-2 0,-2-5-3 0,2 5-7 16,-1-6 0-16,1 6-4 0,0 0-4 0,1-10-1 0,-1 10-6 15,2-5 0-15,-2 5 0 0,2-5-1 0,-2 5-6 16,4-4 2-16,-4 4-3 0,4-6-3 15,-4 6 1-15,3-2 1 0,-3 2 9 0,0 0 5 0,8-2 5 16,-8 2 7-16,5 1-4 0,-5-1 7 0,0 0-6 16,8 5 0-16,-6-4-1 0,-2-1-3 0,2 5 0 15,0-1 2-15,-2-4 7 0,4 7-3 0,-2-3 1 16,0 2-3-16,0-2-1 0,0 1 2 0,-1 1 3 16,1-1 8-16,-1 0-6 0,-1 0 4 0,0-5-8 15,0 11 2-15,0-5 3 0,0-6-3 0,-3 11-1 16,2-5-3-16,-2 2-5 0,0-3-2 0,-2 0 2 15,1 1-4-15,-1 0-4 0,0 0 4 0,-1-1-3 16,0 1-4-16,-1-2 1 0,0 2-1 0,-1 0-3 16,-2-1-3-16,0 1 0 0,1-2-4 0,-1 2-1 15,1-3-2-15,2-1 6 0,-2-1 0 0,1 2-8 16,-2-3 1-16,0 1-2 0,0-2-2 0,3 1-3 16,-1-3 0-16,0 1-3 0,0-1 3 0,-1-3-8 0,0 1 1 15,2-1 1-15,2-1-4 0,-3 0-6 16,4 0-4-16,0-1-7 0,1-1-6 0,0 0-14 15,2 0-23-15,1-4-13 0,0 1-32 0,2 2-23 0,-2 0-35 16,6-2-27-16,-2 1-41 0,-1 4-144 0,2-1-418 16,-1 1 184-16</inkml:trace>
          <inkml:trace contextRef="#ctx0" brushRef="#br1" timeOffset="-174049.9024">-2357 2238 90 0,'0'0'241'15,"0"0"-15"-15,0 0-23 0,0 0-15 0,0 0-14 16,0 0-20-16,0 0-7 0,-19-2-16 0,12 4-17 16,1-1-11-16,-2 1-19 0,0-2-29 0,1 0-37 0,-1 1-48 15,2-2-56-15,-1 1-93 0,1 0-94 0,6 0-294 16,-10-3 130-16</inkml:trace>
          <inkml:trace contextRef="#ctx0" brushRef="#br0" timeOffset="-1984.2461">103 2208 188 0,'0'0'203'0,"0"0"-14"15,10-2-5-15,-10 2 0 0,0 0-12 16,2 4-13-16,-2-4-14 0,2 6-6 0,-2-6-15 16,-1 6-7-16,1-6-7 0,0 0-12 0,0 9-10 0,0-9-8 15,0 0-5-15,-1 7-7 0,1-7-9 16,-4 5-7-16,4-5-3 0,-4 3-4 0,4-3-5 15,-5 5-7-15,1-4 1 0,4-1-14 0,-8 3-8 16,4-3-10-16,-1 1-11 0,5-1-5 0,-9-2-7 0,4 2-1 16,5 0-2-16,-9-3 2 0,5 2 1 0,4 1-5 15,-7-4 4-15,5 1 2 0,2 3 1 0,-4-6 2 16,4 6 0-16,-3-6 6 0,3 6 2 0,0-6 0 16,0 6 3-16,0-7 5 0,0 7 1 15,0 0 8-15,-2-8 0 0,2 8 2 0,0 0-1 0,0 0-2 16,0 0-1-16,0-6-1 0,0 6 2 0,0 0-2 15,0 0-4-15,0 0 6 0,0 0-6 0,0 0 2 16,0 0 0-16,0 0-7 0,0 0-7 0,0 0-6 16,0 0-8-16,0 0-5 0,0 0-1 0,-1 21-5 15,1-21-4-15,-3 5-3 0,3-5-3 0,-5 2-10 16,5-2 2-16,-6 2-5 0,6-2-3 0,-7 3 3 16,3-3-4-16,4 0 11 0,-7 0 1 0,7 0-3 15,-7-1-4-15,7 1 7 0,-9-2 0 0,9 2 9 16,-9-3 2-16,4 1 10 0,5 2-3 0,-8-5 9 15,4 1 12-15,1 3 15 0,3 1 0 0,-6-4 9 16,3 2 7-16,3 2 14 0,-4-3 15 0,4 3 5 16,0 0 4-16,-4-3 8 0,4 3 0 0,0 0 3 15,0 0 5-15,0 0-3 0,-4-3 2 0,4 3 3 16,0 0 1-16,0 0 0 0,0 0 2 0,0 0 0 16,0 0 2-16,0 0-8 0,9 13-1 0,-6-10-6 15,0 2-4-15,0-1-3 0,0 1-7 0,0 1-1 16,0 0-7-16,0 0-7 0,2 2-2 0,-1-1-4 15,1 1-3-15,-1 0 1 0,0 0-3 0,-1 1-11 16,1-1-18-16,1-2-25 0,-2 1-29 0,-1 0-37 16,1 0-48-16,-2-3-59 0,1 2-226 0,-2 0-463 15,0-6 206-15</inkml:trace>
          <inkml:trace contextRef="#ctx0" brushRef="#br0" timeOffset="-1640.5233">-139 2234 137 0,'0'0'248'0,"0"0"-20"0,0 0-11 0,0 0-6 15,0 0-10-15,0 0-7 0,0 0-17 0,0 0-9 16,9 14-14-16,-7-10-10 0,1 1-12 16,0 1-6-16,1 2-14 0,0 0-8 0,-2-1-11 15,2 0-9-15,0 3-13 0,-2-1-7 0,2 2-7 16,-1-2-15-16,0 0-27 0,-1 1-39 0,1-2-44 0,-1 0-55 15,0 0-65-15,-2-8-242 0,1 12-465 16,-1-12 206-16</inkml:trace>
          <inkml:trace contextRef="#ctx0" brushRef="#br0" timeOffset="-1109.2953">-177 2144 191 0,'0'0'212'0,"0"0"-9"16,0 0-5-16,0 0-12 0,0 0-8 0,0 0-7 16,0 0-12-16,0 0-7 0,-8 15-9 0,6-12 4 15,2-3-9-15,-5 9-6 0,2-3-5 16,-1 0 1-16,1-1-8 0,-2 2-5 0,3 1-9 0,-2-1 2 16,0 2 3-16,1-2-8 0,-2 4 2 15,1 1-5-15,0-1-15 0,-1 1 2 0,0 0-4 16,3-3-1-16,0 4-13 0,0-1-9 0,1-1 5 15,1 1-16-15,1 0 2 0,1-2-11 0,0-1-13 0,2 3-24 16,1-1-27-16,0-2-29 0,0 2-49 0,1-1-62 16,-2-3-88-16,1 0-88 0,-1-2-177 0,1 1-560 15,-5-6 249-15</inkml:trace>
        </inkml:traceGroup>
        <inkml:traceGroup>
          <inkml:annotationXML>
            <emma:emma xmlns:emma="http://www.w3.org/2003/04/emma" version="1.0">
              <emma:interpretation id="{9991FA4D-1239-46DC-B162-3936D2791144}" emma:medium="tactile" emma:mode="ink">
                <msink:context xmlns:msink="http://schemas.microsoft.com/ink/2010/main" type="inkWord" rotatedBoundingBox="11961,19172 10798,19179 10795,18649 11957,18642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1" timeOffset="-170753.2657">-3263 2408 144 0,'0'0'162'0,"-1"-12"-9"0,1 12-12 0,0 0-13 0,0 0-3 16,3-11-11-16,-3 11 0 0,3-6-4 0,-3 6-8 15,4-4-10-15,-2 2-5 0,-2 2-9 0,6-6-3 16,-3 3-5-16,-3 3-8 0,6-5-2 0,-2 4-6 16,0-2-2-16,0 2-4 0,1-1-4 0,-5 2-2 15,9 0 1-15,-9 0-2 0,7 0 0 0,-7 0-5 16,6 3-1-16,-3-1-3 0,-3-2-5 0,6 3-6 15,-4-1 0-15,0 2 0 0,-2-4-3 0,3 4 4 16,-3-4-2-16,3 7 2 0,-3-3 1 0,0-4-2 16,0 8-3-16,0-8 3 0,0 8 1 0,0-8-4 15,-3 5 1-15,3-5-2 0,-6 4 1 0,3-1-3 16,-1-1-1-16,-2-1-4 0,-2 1 3 0,2 0-7 16,-3-1-1-16,1 0-8 0,0 0-8 0,1 0 1 0,-1-1-5 15,0-1 1-15,0-1-6 0,0 0-1 16,0-1 3-16,2 1 0 0,0-3 4 0,3 2 2 15,-2-1-1-15,2 0 1 0,1 1 4 0,-2-2 0 0,2-2 8 16,1 2 4-16,-1-2-1 0,1 2 8 0,-1 0 10 16,2-4-4-16,0 9 5 0,0-9 9 0,0 9 4 15,0-11 7-15,0 11-2 0,-1-6-2 0,1 6-4 16,0 0 1-16,0-9-4 0,0 9-7 0,0 0 3 16,0 0-9-16,0 0 3 0,0 0-2 0,0 0-2 15,0 0-6-15,0 0 5 0,0 0-4 0,0 0 0 16,0 0-4-16,0 0 3 0,11 13-2 0,-11-13 4 15,0 0-4-15,0 7-3 0,0-7-1 0,0 0 4 16,-7 11-5-16,4-7 3 0,0 2-1 0,-3-2-4 16,1 2 1-16,-2-3 1 0,1 3 1 0,-2-2-1 15,2 1-3-15,0-1 5 0,-2 1-7 0,2 0 2 16,1-2-6-16,0 1 2 0,1-1-3 0,-1 2 2 0,2-2-1 16,-1 0-3-16,1 0-6 0,0 1 3 0,1-1-6 15,2-3 3-15,-4 6 0 0,2-2 1 16,2-4-2-16,-3 5 4 0,3-5 2 0,-1 5 2 15,1-5 0-15,0 0 1 0,0 7-2 0,0-7 2 0,4 3 0 16,-4-3 6-16,5 2-5 0,-5-2 3 0,4 3 4 16,0-2-2-16,-4-1 0 0,6 3 1 0,-6-3 1 15,5 2 3-15,-2-1-6 0,1 1 4 0,-4-2 0 16,4 4 1-16,-4-4 1 0,4 5 2 0,-4-5 0 16,3 3 8-16,-3-3-3 0,0 0 4 0,0 0-3 15,-2 8 1-15,2-8 1 0,0 0 5 0,0 0-2 16,0 0 1-16,-4 8-5 0,2-5 2 0,2-3 0 15,-7 4-4-15,4-2 2 0,3-2-4 0,-8 3 0 16,4-1 0-16,-1 0 0 0,-1 1-4 0,-1-1-1 16,0 0 1-16,-2 0-1 0,0 0 1 0,-3 1-1 15,1-1 4-15,0-1-8 0,-1 1 0 0,1-1 0 16,0-1 1-16,0 0 0 0,3-1 0 0,-1-1 3 0,2-1-8 16,1 0 1-16,0-1-2 0,1-1 2 0,0-1-5 15,3 1-3-15,0-1 5 0,1 1-10 16,1-3-3-16,0-1-12 0,0 1-4 0,1-1-25 15,1 1-24-15,1 0-28 0,0 1-32 0,1-5-35 0,-1 4-30 16,-1 1-192-16,1 0-431 0,-1 2 191 0</inkml:trace>
          <inkml:trace contextRef="#ctx0" brushRef="#br1" timeOffset="-172862.4852">-2725 2343 40 0,'0'0'191'0,"0"0"-17"16,0 0-12-16,0 0-14 0,0 0-10 0,0 0-10 15,6 9-14-15,-6-9-8 0,-2 7-4 0,2-7-5 16,0 8-5-16,0-8-4 0,0 0-2 0,-2 10-12 16,0-6-1-16,2-4-7 0,-2 5-7 0,0-2-7 15,2-3-3-15,-4 5-2 0,2-2-9 0,2-3-1 16,-5 5-4-16,2-2-11 0,3-3-6 0,-6 4-10 16,6-4-17-16,-7 2-1 0,3-1-7 0,4-1-4 15,-9 0-18-15,9 0-3 0,-8-2 3 0,8 2 3 16,-7-5 3-16,5 3-1 0,2 2 5 0,-5-6 5 15,2 3 6-15,3 3 6 0,-3-8 0 0,2 4 11 16,-1-1 14-16,2 5 9 0,-1-7-3 0,1 7 5 0,-2-8 3 16,2 8 6-16,0-5-3 0,0 5-4 0,0 0-5 15,0 0 0-15,0 0 1 0,0 0-5 0,0 0 1 16,0 0-5-16,0 0-2 0,0 0 4 0,0 0-1 16,0 0-3-16,0 0-3 0,0 0 3 0,0 0-2 15,0 0-2-15,0 0 2 0,0 0-4 0,0 0 3 16,-4 16-10-16,4-16 5 0,-2 6 4 0,2-6-8 15,-3 5-5-15,3-5 1 0,-3 3-7 0,3-3 1 16,-5 3-7-16,5-3-3 0,-4 3-6 0,4-3-5 16,-5 1-5-16,5-1 4 0,-7 0-2 0,7 0-1 15,0 0 11-15,-9-4-1 0,4 1 4 0,2 1 5 16,0-1 0-16,0 0 1 0,-1-2 5 0,1 1 6 16,0 1 8-16,0-3 5 0,0 3 2 0,3 3 0 0,-3-9 11 15,1 4 6-15,2 5 4 0,-2-8 6 16,2 8 7-16,-2-5 3 0,2 5 6 0,-1-5 0 15,1 5 0-15,0 0 3 0,0 0-5 0,-3-7-1 0,3 7 0 16,0 0-10-16,0 0-3 0,0 0-1 0,0 0-1 16,0 0-7-16,0 0-2 0,0 0 0 0,0 0 0 15,0 0-5-15,0 0 0 0,0 0 3 0,0 0-7 16,0 0 5-16,0 19 1 0,0-19-3 0,0 8 0 16,0-8-5-16,0 9 3 0,0-9 1 0,0 8-5 15,0-8 4-15,-5 7 0 0,3-4 1 0,-2-1-2 16,1 1-3-16,-1 0-2 0,-1-2-2 0,-2 2-3 15,1-1 3-15,-2 0-4 0,1 0-8 0,-2-2-3 16,1 0-9-16,-1 0-10 0,1 0-10 0,0-1-20 0,2 0-29 16,0 0-41-16,2-2-46 0,4 3-219 15,-6-7-423-15,4 3 188 0</inkml:trace>
          <inkml:trace contextRef="#ctx0" brushRef="#br1" timeOffset="-172518.7624">-2770 2181 118 0,'0'0'193'0,"0"0"-17"16,0 0-13-16,0 0-14 0,0 0-8 0,0 0-19 15,0 0-5-15,0 0-7 0,0 0-11 0,0 0-11 16,-19 4-9-16,19-4-10 0,-7-1-3 0,2 2-7 16,-1 0-6-16,6-1-6 0,-12 1-3 0,6-2-6 15,2 1-4-15,-3-1-1 0,7 1 1 0,-9-3-8 16,4 2 5-16,5 1 5 0,-6-3 1 0,3 0 1 16,3 3 2-16,-5-6-3 0,5 6-2 0,-2-8-2 15,2 8-2-15,3-10-7 0,-1 5 0 0,-2 5-2 0,2-9-14 16,0 5-10-16,-2 4-25 0,2-7-23 15,-2 7-37-15,2-5-56 0,-2 5-68 0,0 0-112 16,0 0-349-16,0 0 154 0</inkml:trace>
          <inkml:trace contextRef="#ctx0" brushRef="#br1" timeOffset="-171721.9435">-2959 2127 126 0,'3'-5'276'16,"-1"1"-12"-16,-2 4-13 0,3-5-14 0,-3 5-19 15,3-4-14-15,-3 4-17 0,0 0-18 0,0 0-18 16,2-4-16-16,-2 4-16 0,0 0-12 0,0 0-38 16,0 0-28-16,0 0-50 0,0 0-65 0,0 0-79 0,-8 17-234 15,5-14-419-15,-1 3 187 0</inkml:trace>
          <inkml:trace contextRef="#ctx0" brushRef="#br1" timeOffset="-171956.3035">-3100 2316 121 0,'0'0'203'0,"0"0"-15"0,0 0-9 16,0 0-12-16,9-15-8 0,-9 15-9 0,4-3-8 15,-4 3-13-15,0 0-1 0,3-2-8 0,-3 2-10 0,4-2-10 16,-4 2-9-16,5-2-9 0,-5 2-9 15,5 0-3-15,-5 0-10 0,0 0-4 0,9 1-7 16,-6 0-5-16,-3-1-5 0,7 2-2 0,-4-1-6 0,-3-1-7 16,5 4-4-16,-3-1-3 0,1 0-7 15,-3-3-5-15,4 7-2 0,-2-4-3 0,0 2 0 16,-2-5-3-16,2 9-3 0,-1-6-2 0,0 2 2 16,-1-5-5-16,1 9-6 0,0-5 5 0,-1-4-3 0,0 9-2 15,0-9 2-15,2 6 3 0,-2-6-4 0,2 6 2 16,-2-6-8-16,2 5 13 0,-2-5 0 0,3 4 1 15,-3-4 0-15,4 4-2 0,-4-4 6 0,4 3-1 16,-1-1-2-16,-3-2 4 0,6 2 1 0,-6-2-1 16,6 3-2-16,-2-3 5 0,-4 0-2 0,7 0 3 15,-7 0-7-15,7 1 6 0,-7-1 0 0,7-3 4 16,-7 3 4-16,5 2 6 0,-5-2 7 0,0 0 5 16,0 0 1-16,0 0 0 0,0 0-2 0,0 0-2 15,0 0 2-15,0 0-2 0,-20 2 2 0,13-1-5 16,-1 2 1-16,-2-3-5 0,-3 1-3 0,2 0 1 15,-2 0-2-15,1-1 2 0,-1 1-7 0,1-1 1 16,-1 0 0-16,2-2-2 0,0 1 0 0,0 0 1 0,4-2-1 16,0 1-5-16,0-2-11 0,2 0-6 0,2 0-27 15,-1 1-21-15,4 3-30 0,-4-9-35 0,4 3-36 16,0 6-56-16,4-12-116 0,-1 8-364 0,-1-3 162 16</inkml:trace>
          <inkml:trace contextRef="#ctx0" brushRef="#br1" timeOffset="-166503.5603">-3485 2005 155 0,'0'0'205'0,"0"0"-7"0,0 0-10 15,-10 15-7-15,2-7-11 0,-2 1-9 0,-2 3-13 16,-2 0-8-16,-2-1-12 0,3 3-15 0,-2-2-9 15,-1-1-15-15,0 3-8 0,2-3-21 0,3-3-36 16,1 0-41-16,0-1-73 0,3-2-90 0,1 0-130 0,0 1-335 16,2-4 147-16</inkml:trace>
          <inkml:trace contextRef="#ctx0" brushRef="#br1" timeOffset="-166736.9313">-3699 2206 5 0,'0'0'201'16,"0"0"-8"-16,0 0-1 0,0 0-14 15,0 0-10-15,0 0-8 0,0 0-9 0,0 0-6 16,0 0-7-16,0 0-8 0,0 0-6 0,-4 18-3 0,4-18-6 15,-2 10-8-15,2-10-5 0,0 13-8 0,0-6-5 16,0 1 0-16,-1 0-11 0,1-1-6 0,-1 2-7 16,-1-2-7-16,0 1-4 0,0 0-9 0,-3-1 0 15,2 1-7-15,0-1 0 0,0 0-3 0,-1-2-5 16,1 0-3-16,-2 1-3 0,2-2 0 0,1-1-3 16,-1 0-4-16,3-3 0 0,-7 5-1 0,4-4 0 15,3-1-5-15,-9 1 1 0,9-1-4 0,-7-1 1 16,7 1-3-16,-7-1 0 0,7 1 0 0,-7-4-5 0,5 1 2 15,2 3 1-15,-6-5-4 0,5 0 6 16,-2 2-3-16,3 3 1 0,-3-6-3 0,3 6-3 0,-3-4 2 16,3 4 1-16,-2-5 2 0,2 5-6 0,-3-3 1 15,3 3 4-15,0 0-4 0,-5-3 1 0,5 3 1 16,0 0 0-16,0 0-2 0,-8 3-5 0,8-3-5 16,-6 5-6-16,1-2-5 0,2 1-7 0,-2 0-13 15,0 1-9-15,1-2-12 0,-2 2-21 0,2 0-17 16,-1 0-23-16,1-2-20 0,1 0-28 0,3-3-42 15,-5 6-152-15,5-6-399 0,-3 3 177 0</inkml:trace>
        </inkml:traceGroup>
        <inkml:traceGroup>
          <inkml:annotationXML>
            <emma:emma xmlns:emma="http://www.w3.org/2003/04/emma" version="1.0">
              <emma:interpretation id="{F5D0555A-AAA1-4D96-A373-B8810920068C}" emma:medium="tactile" emma:mode="ink">
                <msink:context xmlns:msink="http://schemas.microsoft.com/ink/2010/main" type="inkWord" rotatedBoundingBox="10678,19229 9134,19238 9131,18767 10675,18758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1" timeOffset="-161628.9259">-5351 2239 145 0,'0'0'216'0,"0"0"-12"0,-4 5-6 0,4-5-10 16,0 0-11-16,1 9-12 0,-1-9-11 15,2 7-13-15,-2-7-14 0,1 9-13 0,1-6-8 16,-2-3-11-16,2 8-7 0,-2-8-8 0,-1 7-6 0,1-7-11 15,-1 6-4-15,-2-1-7 0,3-5-2 0,-6 6-9 16,2-4-4-16,0 0-10 0,-1 2-7 0,-1-3-9 16,-1 2-5-16,1-2-3 0,0 1-1 0,0-2-5 15,2 2 2-15,4-2 5 0,-7-1-1 0,7 1-2 16,-8-1-1-16,8 1-1 0,0 0 2 0,-7 1 1 16,7-1-5-16,0 0 0 0,-5-1 1 0,5 1 0 15,0 0-2-15,0 0 3 0,0 0 2 0,0 0-1 16,0 0 2-16,2 9-4 0,-2-9-2 0,0 0 5 15,5 10-1-15,-4-5 0 0,2-1 3 0,-2 1-3 0,3 0-1 16,-2 1 2-16,0 1-3 0,-1-3 1 16,1 0 1-16,-2-4 0 0,3 7 0 0,-1-3 3 15,-2-4-3-15,1 8 1 0,-1-8-2 0,0 0-7 0,-1 6-13 16,1-6-9-16,0 0-11 0,0 0-6 0,-8 1-11 16,8-1 3-16,-8-2-9 0,8 2-2 0,-7-5-1 15,4 2 1-15,0-1-1 0,-1 0 1 0,0 0-9 16,4 4 9-16,-6-8 0 0,4 4 14 0,-1-1 2 15,2 0 13-15,-2 0-6 0,3 5 4 0,-3-9 5 16,2 6 0-16,1 3 3 0,-3-9 13 0,2 6-8 16,1 3 6-16,-2-5 3 0,2 5 14 0,0 0-8 15,-2-6 11-15,2 6-3 0,0 0 7 0,-3-4-5 16,3 4-2-16,-5-2 1 0,5 2 6 0,0 0 1 16,-9 0 5-16,9 0-5 0,-8 5 9 0,3-4-8 15,1 2 17-15,-1-1 1 0,2 1 0 0,-1 1 1 16,-1 0-2-16,1-1 2 0,0 4 5 0,1-3 6 0,1 1 1 15,-2 2-1-15,1 0 8 0,1-2 1 0,1 2 6 16,-1 0 4-16,2 1 2 0,-1-1 7 16,1 2-2-16,0 0-1 0,0-1-2 0,1 1 0 0,1 2-4 15,-2-2-5-15,2 3-4 0,0-1-6 0,-2-2 1 16,3 2-8-16,-2-2-3 0,2 3 1 0,-2-2-6 16,0-1-2-16,1-1-6 0,1-1 0 0,-2 0-11 15,1-1-16-15,-1-2-17 0,0 1-10 0,-1-5-23 16,3 7-16-16,-3-7-23 0,2 4-28 0,-2-4-39 15,0 0-176-15,0 0-370 0,0 0 164 0</inkml:trace>
          <inkml:trace contextRef="#ctx0" brushRef="#br1" timeOffset="-161363.3187">-5399 2134 116 0,'0'0'285'15,"0"0"-8"-15,0 0-12 0,4-4-20 0,-4 4-17 16,0 0-20-16,0 0-16 0,0 0-27 0,2-5-13 15,-2 5-19-15,0 0-20 0,0 0-45 0,0 0-56 16,0 0-89-16,0 0-109 0,0 0-180 0,0 0-397 16,0 0 175-16</inkml:trace>
          <inkml:trace contextRef="#ctx0" brushRef="#br1" timeOffset="-165784.8651">-4035 2347 65 0,'0'0'222'0,"0"0"-16"0,0 0-18 16,0 0-16-16,-3-4-11 0,3 4-14 0,0 0-6 15,0 0-7-15,0 0-11 0,0 0-7 0,0 0-10 16,0 0-7-16,0 0-6 0,10 9-9 0,-7-6-4 15,-3-3 0-15,5 5-4 0,-2-1-1 0,0-1-5 16,0 0-5-16,-3-3-6 0,5 7 0 0,-3-3-6 16,0 0 0-16,-2-4-3 0,0 8 5 0,0-8-7 15,0 6 4-15,0-6-3 0,-5 10-5 0,2-7-1 16,0-1-3-16,-1 2-5 0,1-1-1 0,-3 0-9 16,2-1-1-16,-1 1-8 0,-1-1-18 0,0 0-15 15,2-1-21-15,-2 1-33 0,6-2-40 0,-9 1-46 16,9-1-54-16,-9-3-229 0,5 1-476 0,-2 0 211 15</inkml:trace>
          <inkml:trace contextRef="#ctx0" brushRef="#br1" timeOffset="-165503.6452">-4139 2175 142 0,'0'0'204'0,"0"0"-11"15,0 0-6-15,0 0 4 0,0 0-13 0,-4 19-5 16,4-19-5-16,-1 9-3 0,0-3-10 0,0 2-2 16,-2 0-6-16,1 1-8 0,0-1-11 0,1 3-4 15,-1 1-11-15,-1-3-14 0,1-1-8 0,1 4-6 16,-1-2-12-16,-1-2-7 0,2 1-8 0,-2 0-9 15,0 0-25-15,1 0-25 0,1 0-44 0,-2-2-50 0,1 0-63 16,1-1-58-16,-2 1-216 0,2-2-468 0,-1 0 207 16</inkml:trace>
          <inkml:trace contextRef="#ctx0" brushRef="#br1" timeOffset="-165237.0387">-4242 2362 20 0,'0'0'216'0,"0"0"-18"0,0 0-4 0,0 0-4 16,0 0-7-16,0 0-7 0,4 19 1 0,-5-11-18 16,-1 0 2-16,0 1-7 0,0 0-7 0,-1 3-8 15,0-1-12-15,1 2-11 0,-2-4-11 0,0 2-9 16,-1-2-10-16,-1 1-14 0,-1-1-4 0,1-1-17 15,-2 0-27-15,2-1-29 0,0-2-48 0,0 0-55 0,1-2-62 16,0 0-251-16,0 0-456 0,1-3 203 0</inkml:trace>
          <inkml:trace contextRef="#ctx0" brushRef="#br1" timeOffset="-164738.0627">-4362 2320 160 0,'0'0'173'16,"2"-9"-17"-16,0 5-12 0,-2 4-8 0,2-9-18 15,0 4-3-15,0-1-5 0,0 2-14 0,1 0 2 16,-1 1-12-16,1-2-8 0,0 2-3 0,0 0-4 15,0-2-7-15,-1 2-4 0,-2 3-14 0,5-4 5 0,-5 4-9 16,4-2-1-16,-4 2-2 0,0 0-2 0,6-1-5 16,-6 1 1-16,0 0-2 0,0 0-1 0,6 4-1 15,-6-4-2-15,2 5-6 0,-2-5 1 0,1 6-2 16,-1-6 0-16,3 6-1 0,-2-1 0 0,-1-5-2 0,0 8 2 0,0-8-7 0,0 5-1 0,0-5-9 16,0 0 12-16,-3 10-4 0,1-7 5 0,2-3-3 31,-7 6-2-31,3-2 0 0,-3 0 2 0,2-1-4 15,-4 1 1-15,2-1-1 0,0 2 1 0,-1-2-2 0,0 1-4 0,0 0 4 0,0-2 2 0,1 3-12 32,1 0 9-32,-1-1 0 0,2-2 0 0,1 2-8 15,-1 2 6-15,2-2 0 0,0 0 9 0,0 0-2 0,0 1 7 0,2 1-2 0,-2 0 5 0,2 1 4 0,0 1 5 16,-1 1 2-16,1-1 0 0,0 2-1 16,1-1 5-16,0 0-2 0,0 3 0 0,0-1-2 15,3 0-1-15,-3-2-10 0,1 0 5 0,-1 1-6 16,0-1 0-16,0 0-6 0,0-1 0 0,0 0 0 0,0 0-14 15,-1-3-19-15,0 1-25 0,1-6-38 0,-2 8-52 16,2-8-47-16,-2 7-251 0,-1-6-467 16,3-1 206-16</inkml:trace>
          <inkml:trace contextRef="#ctx0" brushRef="#br1" timeOffset="-164316.2302">-4527 2404 21 0,'0'0'149'0,"0"0"-17"16,0 0-14-16,-14 2-6 0,14-2-8 0,-5 0-14 0,5 0-14 15,-5-2-4-15,5 2-6 0,-5-2-1 0,5 2-6 16,-5-4-6-16,5 4-5 0,-6-4-6 16,3 1-5-16,3 3-1 0,-3-4-1 0,3 4-7 15,-1-5 3-15,1 5-6 0,0 0 0 0,0 0 1 0,0 0-1 16,4-9-5-16,-4 9 2 0,4-6 4 0,-1 5-4 16,-3 1 0-16,7-2 6 0,-7 2 3 0,6-1 1 15,-6 1 1-15,6 1 1 0,-6-1 14 0,5 2 3 16,-1 1 7-16,-4-3-7 0,4 6 6 0,-3-2 8 15,1 2 2-15,-2 0 10 0,0 2-3 0,-2 2-2 16,-2-1-8-16,1 2-2 0,-4 1-4 0,0 3-9 16,1-3-4-16,-2 0-2 0,-1-1-7 0,1 1-17 15,0-2-27-15,0-1-58 0,-1-1-65 0,4-3-85 16,-1-2-171-16,2 0-419 0,4-3 185 0</inkml:trace>
          <inkml:trace contextRef="#ctx0" brushRef="#br1" timeOffset="-163097.5709">-4752 2374 154 0,'9'16'167'0,"-9"-16"-18"16,3 6-8-16,0-5-12 0,-3-1-8 0,3 7-14 16,-2-3-8-16,-1-4-9 0,2 8 3 0,-2-8-14 15,0 7-6-15,0-7-5 0,0 6-7 0,0-6-2 16,0 0-1-16,-2 9-9 0,2-9-4 0,-3 4-4 15,3-4-5-15,0 0-3 0,-4 4-6 0,4-4 0 16,-7-1-3-16,7 1-9 0,0 0-2 0,-10-4-7 0,10 4-3 16,-7-3-2-16,4 0-1 0,3 3-6 0,-3-9 4 15,0 6 6-15,3 3-7 0,-2-8 3 0,1 4 1 16,1 4-1-16,-1-9-2 0,1 9 1 0,0-9 1 16,0 9 2-16,1-11-1 0,0 8 4 0,-1 3 1 15,2-9 3-15,-1 6-1 0,-1 3 1 0,1-9 2 16,-1 9 5-16,1-6 4 0,-1 6 0 0,0 0 3 15,0-6 1-15,0 6 5 0,0 0-2 0,0 0 2 16,0 0 0-16,0 0-3 0,-12 3 1 0,12-3-1 0,-4 3-2 16,-1 0 0-16,0 1 1 0,0 0-3 15,-2 2 1-15,4-2-4 0,-5 1 1 0,4-1-4 16,-2 1-1-16,1 1-1 0,-1-2-1 0,2 2-5 0,-1-1 3 16,1 1-3-16,1-2 1 0,0 1-3 0,1-2-2 15,2-3 1-15,-3 6-2 0,1-2-2 16,2-4 5-16,-2 5-7 0,2-5 3 0,0 0 2 0,-2 5-1 15,2-5 3-15,0 0-4 0,0 0-1 0,0 0 2 16,5 7-1-16,-5-7-2 0,5 4 2 0,-5-4 1 16,4 2-3-16,-2 1 1 0,-2-3-2 0,5 4 0 15,-3-1 2-15,-2-3-1 0,6 6 0 0,-5-3 1 16,-1-3 1-16,3 7-2 0,-1-3 1 0,-2-4-3 16,1 7 0-16,-1-7 2 0,0 8 0 0,2-4 3 15,-2-4-1-15,0 6 1 0,0-6-2 0,0 0 4 16,0 6-2-16,0-6 1 0,0 0-1 0,0 0 0 15,-3 6 2-15,3-6 0 0,-4 4-3 0,1-1 5 0,3-3-4 16,-8 3-2-16,4-1 0 0,1-1 3 16,-3 2-3-16,-1-1 1 0,0 0 0 0,0-1 2 15,-1 1-1-15,2-1-2 0,-2-1 1 0,0 3-3 0,1-3 3 16,-1-2 1-16,1 4-2 0,-1-4 0 0,0 1-1 16,2-2-1-16,-1 2 0 0,-1-2-2 0,3 1 2 15,0-3-1-15,-1 2-1 0,3-1-2 0,0-1 2 16,0 1 2-16,3 4 0 0,-3-10 0 0,3 2 1 15,0 1-3-15,0 7-8 0,2-14-17 0,-1 6-17 16,2 1-25-16,-2 2-37 0,2-2-43 0,0 1-50 16,0 1-142-16,-1 0-370 0,1 1 164 0</inkml:trace>
          <inkml:trace contextRef="#ctx0" brushRef="#br1" timeOffset="-162581.9827">-5085 2325 122 0,'0'0'192'0,"0"0"-11"16,0 0-10-16,0 0-7 0,0 0-8 0,0 0-11 0,0 0-9 15,0 0-10-15,0 0-5 0,7 15-8 0,-7-15-9 16,-1 9-5-16,1-9-6 0,-3 9-7 0,1-3-5 16,1-3-6-16,0 3-7 0,1-6-4 0,-6 11-8 15,3-6-5-15,-2 0-2 0,0 0-8 0,1-2-4 16,-1 1-6-16,0 1-4 0,-1-4-3 0,1 1-10 16,-2 0-7-16,1-1-6 0,0 1-15 0,0-2-6 15,-1 0-5-15,0-1 5 0,2-1 0 0,-1 0 4 16,1 0-4-16,5 2 3 0,-7-4-3 0,5 0 2 15,2 4 4-15,-3-7 2 0,3 7 1 0,-1-10 4 0,1 10-4 16,0-8 3-16,0 8-2 0,0-6 6 16,0 6 1-16,3-6 3 0,-3 6 2 0,3-3 1 15,-3 3 3-15,0 0 6 0,4-3 5 0,-4 3 5 16,5-1-1-16,-5 1 3 0,0 0 4 0,7 3 4 0,-7-3-2 16,5 4-2-16,-4-1 0 0,2 2 6 0,-1-1-3 15,0 2 6-15,0-1 0 0,-2 2 0 16,1 1 1-16,-1 1-2 0,-1-1-1 0,-3 1-4 0,1 2-3 15,-3 1-3-15,0-1-4 0,1-1 3 0,-2-1-7 16,-1 0 3-16,4-2-9 0,-2 0-6 0,0-3-24 16,-1 0-12-16,2 1-30 0,1-2-33 0,-3 0-46 15,4-3-49-15,3 0-237 0,-9-2-460 0,9 2 203 16</inkml:trace>
          <inkml:trace contextRef="#ctx0" brushRef="#br1" timeOffset="-162363.2492">-5097 2227 207 0,'0'0'217'0,"0"0"-13"0,0 0-13 16,0 0-19-16,-15 8-15 0,11-7-18 0,-1 1-14 15,-1-1-13-15,2 1-15 0,-2-1-26 0,0-2-40 0,0 2-48 16,6-1-69-16,-9 0-184 0,2 0-293 0,7 0 129 16</inkml:trace>
        </inkml:traceGroup>
        <inkml:traceGroup>
          <inkml:annotationXML>
            <emma:emma xmlns:emma="http://www.w3.org/2003/04/emma" version="1.0">
              <emma:interpretation id="{BC331E92-CC48-4955-A66B-011216312795}" emma:medium="tactile" emma:mode="ink">
                <msink:context xmlns:msink="http://schemas.microsoft.com/ink/2010/main" type="inkWord" rotatedBoundingBox="9006,19270 6810,19284 6806,18701 9003,18688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1" timeOffset="-157613.5905">-6348 2389 30 0,'3'2'138'0,"-3"-2"-15"0,5 8-8 16,-5-4-9-16,0-4-8 0,3 8-2 0,-3-8-8 15,0 8-5-15,0-8-10 0,-1 8-3 0,1-8-9 16,-2 8-2-16,0-5-6 0,2-3-11 0,-2 5 0 0,2-5-12 16,-4 3-4-16,4-3-11 0,0 0-4 0,-7 1-2 15,7-1-1-15,0 0-3 0,0 0 1 16,-7-6-5-16,3 3 2 0,4 3-1 0,-4-7 10 0,3 2-12 16,1 5-4-16,-2-7 4 0,2 7-3 0,-2-8 2 15,1 3 5-15,1 5-1 0,-1-12 5 0,1 8 11 16,0 4 8-16,2-9-1 0,-1 3 4 0,-1 6-3 15,1-8 4-15,1 3 1 0,-2 5 6 0,1-7 6 16,-1 7 1-16,2-6 2 0,-2 6 2 0,0 0-4 16,1-6-3-16,-1 6-5 0,0 0-2 0,0 0-3 15,0 0-3-15,0 0-4 0,0 0-3 0,0 0 1 16,0 0-2-16,0 0-2 0,-7 14-3 0,7-14-2 0,-5 8 1 16,2-6-1-16,-1 2-3 0,1-1-6 15,0 1-8-15,0 0-5 0,-2-1-9 0,5-3-2 16,-4 3-6-16,0-1-12 0,4-2-6 0,-6 4-2 0,1-4-5 15,5 0-1-15,-5 0-3 0,5 0 5 0,0 0 2 16,-10-1 3-16,10 1 2 0,-4-4-1 0,1 1 9 16,3 3 1-16,-5-5 3 0,3 1 7 0,2 4 4 15,-3-7 0-15,3 7 9 0,-3-6-1 0,1 2 10 16,2 4 1-16,0 0 9 0,-1-8-1 0,1 8 9 16,0 0 7-16,0-6 2 0,0 6-4 0,0 0 3 15,0 0-2-15,0 0-4 0,0 0 1 0,1-7-2 16,-1 7-4-16,0 0-2 0,0 0 2 0,0 0 3 0,0 0-6 15,0 0 1-15,0 0-4 0,0 0 2 16,0 0-6-16,0 0 2 0,0 0-1 0,0 0-4 16,0 19-9-16,0-19-3 0,-3 7-8 0,1-5-5 0,2-2-7 15,-5 6 0-15,2-2-6 0,0-2-2 0,3-2-8 16,-7 6-3-16,3-3 2 0,0 0-12 0,1-1-1 16,-2-1 0-16,5-1 22 0,-7 2 0 0,7-2 6 15,-7-2 0-15,7 2 14 0,-5-3-10 0,5 3 15 16,-5-4 8-16,3 1-6 0,2 3 16 0,-2-7 6 15,2 7 5-15,-2-7 9 0,2 7 8 0,-2-7 4 16,2 7-3-16,-1-8 1 0,1 8 4 0,0-7-1 16,0 7 0-16,0 0 4 0,0-8-6 0,0 8 0 15,0 0-15-15,0 0 7 0,0 0-5 0,0 0 2 16,0-7-2-16,0 7-4 0,0 0-3 0,0 0-3 16,0 0-1-16,0 0-7 0,0 0 8 0,0 0-7 15,0 0 5-15,-3 19-8 0,3-19 2 0,-2 7-2 0,2-7-1 16,-3 7-7-16,3-7-4 0,-2 5-7 0,0-2-6 15,2-3-6-15,-5 4-15 0,1-3-6 16,4-1-11-16,-5 5-11 0,1-5-6 0,4 0 3 0,-10 1-2 16,4-1-5-16,6 0 4 0,-9-3 10 0,4 2 8 15,-1-3 10-15,2 2 7 0,-1-3 16 0,2 2 12 16,0-2 6-16,1 1 15 0,-1 1 11 0,3 3 14 16,-4-8 9-16,2 5-4 0,2 3 11 0,-2-5 8 15,2 5 5-15,0 0 9 0,-2-6-13 0,2 6 7 16,0 0 1-16,0 0 7 0,0 0 2 0,0 0 0 15,0 0-2-15,0 0-4 0,0 0-5 0,0 0-2 16,0 0 2-16,0 0-2 0,0 0-8 0,0 0-4 16,3 19-4-16,0-16 0 0,-3-3 0 0,5 7 1 0,-3-3 1 15,2-1-6-15,-1 1-2 0,1-2 1 16,-1 2 0-16,0 2-2 0,0-3 3 0,-1 2-12 16,0-1 11-16,0 1-2 0,-1-1-1 0,-1-4-4 0,2 8-5 15,-2-8-4-15,-1 9 1 0,1-9 0 0,-1 9 1 16,0-5-5-16,-1 1-3 0,2-5-1 0,-4 8 0 15,1-4-6-15,0 0 3 0,0 0-2 0,-2 1-2 16,0-1 0-16,0 1 1 0,-1 1-4 0,-1-3 1 16,0 3-1-16,0-1 0 0,0-2 1 0,-1 1-3 15,0 0-2-15,0-2 1 0,0 0 1 0,0 0 0 16,-1 0-4-16,2-1 2 0,-2-1-3 0,2-1 3 16,0-1-2-16,1 0-1 0,1-1 0 0,1-1 1 15,0-2-6-15,1 1 0 0,-1-2-6 0,3 0-5 16,-1-1-19-16,1-1-6 0,1-1-13 0,-1 0-19 15,1-1-20-15,0-1-14 0,0 0-14 0,2 0-10 16,0 3-21-16,-1 2-18 0,2-2-137 0,0 1-332 0,0-1 147 16</inkml:trace>
          <inkml:trace contextRef="#ctx0" brushRef="#br1" timeOffset="-157301.1046">-6500 2222 75 0,'0'0'206'0,"0"0"-6"0,0 0-11 16,5-1-12-16,-5 1-19 0,0 0-7 0,0 0-15 15,0 0-12-15,0 0-7 0,0 0-8 0,0 0-6 16,0 0-10-16,-17 1-6 0,17-1-5 0,0 0-12 15,-9-1-3-15,9 1-12 0,-6-3-2 0,3 1-5 16,3 2-6-16,-7-5-5 0,3 1-4 0,0 3-7 0,0-3-3 16,1 0-3-16,0-1-6 0,0-1-8 15,1 2-4-15,-2 0-10 0,4 4 0 0,-4-8-7 16,2 3-2-16,2 5-11 0,-3-6-17 0,3 6-14 0,0-8-18 16,0 8-15-16,0 0-25 0,0-8-36 0,0 8-161 15,0 0-341-15,0 0 151 0</inkml:trace>
          <inkml:trace contextRef="#ctx0" brushRef="#br1" timeOffset="-156332.4364">-6872 2331 43 0,'0'0'148'0,"0"0"-6"0,0 0-12 0,-8 13-11 0,8-13-9 15,-1 8-11-15,-1-2-7 0,2-6-3 0,-2 9-11 16,0-3 0-16,0-2-4 0,-1 1-4 15,3-5-2-15,-4 8-8 0,2-4-4 0,0-1 2 0,2-3-17 16,-6 6 3-16,3-3-6 0,3-3 4 0,-5 4-11 16,5-4 4-16,-5 0-12 0,5 0-1 0,0 0-2 15,-6-7 6-15,6 7-2 0,-4-5-3 0,2 1-5 16,2 4 12-16,-3-7 1 0,0 2 1 0,1 1 0 16,2 4 3-16,-5-8 0 0,3 5 6 0,2 3-5 15,-3-7 3-15,3 7 1 0,-2-5-4 0,2 5-1 16,0 0-1-16,-6 0-3 0,6 0-2 0,0 0-3 15,-10 2-2-15,10-2-1 0,-6 1 2 0,2 2-10 0,1 0 4 16,0 0-3-16,3-3-15 0,-6 6-17 0,4-2-11 16,-2 1-27-16,2-1-13 0,2-4-29 0,-4 8-24 15,2-3-26-15,-1 0-43 0,0 1-107 0,1-2-323 16,0 2 144-16</inkml:trace>
          <inkml:trace contextRef="#ctx0" brushRef="#br1" timeOffset="-160441.5126">-5686 2292 130 0,'0'0'186'0,"0"0"-10"15,0 0-13-15,0 0-13 0,6 13-12 0,-6-13-6 16,4 6-8-16,-3-3-10 0,-1-3-8 0,1 10-1 16,-1-6-10-16,0-4-4 0,-2 9-7 0,0-4-9 15,0-1-3-15,0 1-3 0,-1-1-10 0,-2 0-5 16,0 1-5-16,1 0-6 0,-2-1-3 0,0-1-8 16,1 0-6-16,-2 0-8 0,0 0-7 0,1-2-8 0,0-1-16 15,-1 0-4-15,0 0-7 0,1 0-1 16,-2 0-9-16,2-1 3 0,0 0-2 0,1-1 4 15,5 2 1-15,-8-4 2 0,5 2 1 0,0-1 2 0,3 3-2 16,-3-4 4-16,3 4 0 0,-3-5 9 0,3 5-4 16,0 0 5-16,-1-6-1 0,1 6 1 0,0 0 0 15,0 0 4-15,0 0 0 0,6-9 11 0,-6 9-2 16,3-2 5-16,-3 2 5 0,5-1 11 0,-5 1 0 16,6 0-1-16,-6 0 3 0,0 0 2 0,8 5 6 15,-7-2 1-15,1 1 2 0,-2-4 1 0,3 9 2 16,-3-3-4-16,0 0 3 0,0-6-4 0,-2 15-1 15,1-6-7-15,-1 0 0 0,-1 1-2 0,-1-1-3 0,1-1-2 16,-2 2-3-16,-1 0-1 0,1-1 0 16,0-2-4-16,-1 0-7 0,0-2-9 0,0 3-16 15,1-4-17-15,-1-1-40 0,1 0-27 0,2-2-44 0,3-1-48 16,-7 2-126-16,7-2-347 0,-7-3 153 0</inkml:trace>
          <inkml:trace contextRef="#ctx0" brushRef="#br1" timeOffset="-160160.2693">-5680 2176 98 0,'0'0'217'0,"0"0"-14"16,0 0-4-16,0 0-13 0,-22 5-16 0,15-1-16 15,-1-2-15-15,1 1-13 0,0-2-14 0,1 2-26 0,0-2-34 16,-2-1-57-16,2 1-80 0,-1-1-191 0,7 0-298 16,-9-1 132-16</inkml:trace>
          <inkml:trace contextRef="#ctx0" brushRef="#br1" timeOffset="-159441.5749">-5850 2100 65 0,'0'0'153'0,"0"0"-11"0,0 0-15 0,0 0-7 16,0 0-4-16,0 0-8 0,0 0-15 0,0 0-2 15,0 0-6-15,0 0-4 0,0 0-9 0,-6 14-5 16,6-14-2-16,-4 4 0 0,4-4-9 0,-6 5-7 16,3-4-3-16,3-1-3 0,-8 3 2 0,4-1-5 15,4-2-4-15,-9 2-3 0,5-2 2 0,-1 0-10 16,5 0 8-16,-10 0-1 0,5-2-1 0,-1 0 1 0,2 0-1 15,4 2-1-15,-10-2 5 0,6 2-2 16,0-2 8-16,4 2-6 0,-7-3 1 0,7 3-2 0,-7-3-3 16,7 3-5-16,-6 0-4 0,6 0 2 0,-8 3-9 15,4-1-20-15,4-2-20 0,-8 3-33 0,2 1-32 16,1 0-24-16,-2 0-36 0,2 2-42 0,-3-1-100 16,2 1-314-16,-3 2 139 0</inkml:trace>
          <inkml:trace contextRef="#ctx0" brushRef="#br1" timeOffset="-159800.9209">-5988 2198 142 0,'0'0'212'0,"0"0"-3"0,4 14-2 16,-4-14-17-16,1 11-6 0,-1-4-2 0,1 4-17 16,-1-4-7-16,0 3-13 0,0 0-8 0,0 1-16 15,0-1-11-15,-1 0-8 0,0-1-14 0,0-1-10 16,0 2-25-16,1-3-36 0,-2 0-51 0,2-1-67 16,0-6-82-16,0 9-181 0,0-9-394 0,0 6 175 15</inkml:trace>
          <inkml:trace contextRef="#ctx0" brushRef="#br1" timeOffset="-159129.106">-6097 2354 83 0,'1'5'218'0,"0"0"-8"0,-1-5-9 0,2 9-9 15,-2-5-9-15,0-4-10 0,-2 13-8 0,0-6-12 16,0 0-5-16,0 3-7 0,-1-2-15 0,1 1-7 16,-2 1-7-16,0-3-13 0,0 2-4 0,-2 0-13 15,0 2-6-15,0-2-11 0,0-1-6 0,0-1-11 16,-1-1-23-16,1 0-25 0,-1 0-25 0,-1-3-34 15,2 1-44-15,-1-1-45 0,-1-1-69 0,0-1-154 16,1 0-401-16,-1-2 178 0</inkml:trace>
          <inkml:trace contextRef="#ctx0" brushRef="#br1" timeOffset="-158863.5012">-6189 2153 114 0,'0'0'199'0,"6"13"-12"0,-8-7 0 0,2 3-10 16,0 0-7-16,-2 3-6 0,0 1-11 0,-1 1-7 15,1-2-5-15,-1 0-14 0,0 0-9 0,0 3-8 16,-1-2-12-16,1 1-6 0,-1-1-15 0,0-1-9 15,0 0-20-15,3-2-36 0,-3-2-44 0,2 0-61 16,0 0-77-16,0-1-180 0,-1-2-377 0,1-1 168 16</inkml:trace>
          <inkml:trace contextRef="#ctx0" brushRef="#br1" timeOffset="-155395.0033">-6964 2054 190 0,'0'0'200'0,"0"0"-9"15,0 0-10-15,0 0-10 0,-8 13-9 0,3-7-10 16,-3 2-6-16,0 1-14 0,0 2-7 0,-1-1-13 16,-2-1-4-16,1 1-14 0,-3 2-6 0,3-3-16 15,-3 3-6-15,3-2-18 0,-3 2-32 0,3-3-35 16,-2-1-52-16,3-1-67 0,-1 1-200 0,1-1-366 15,1 1 162-15</inkml:trace>
          <inkml:trace contextRef="#ctx0" brushRef="#br1" timeOffset="-156129.3257">-6994 2568 39 0,'0'0'281'0,"0"0"-16"0,0 0-22 15,0 0-23-15,-7-11-20 0,7 11-20 0,0 0-23 16,0 0-28-16,0-7-46 0,0 7-46 0,0 0-53 0,0-9-49 15,0 9-72-15,-2-8-133 0,2 8-292 0,-1-7 130 16</inkml:trace>
          <inkml:trace contextRef="#ctx0" brushRef="#br1" timeOffset="-155644.9849">-7148 2239 57 0,'-1'6'166'0,"1"-6"-6"0,0 8-2 0,0-8-4 0,0 9-22 15,1-1 0-15,-2-1-8 0,-1 0-9 0,1 1-7 16,-1 1-7-16,2-1-8 0,-3 0-8 0,1 0-10 16,0 0-7-16,-2 1-7 0,2-2-4 0,0 2-9 15,0-3-6-15,-1 0-2 0,-2 1-3 0,2-2-4 16,-1 2-4-16,1-2-3 0,-2 1-3 0,2-2 0 16,0-2-4-16,-1 2 4 0,1-2-6 0,3-2 4 15,-6 3-1-15,6-3 2 0,-4 1 3 0,4-1 9 16,0 0 1-16,-8-4 13 0,8 4 6 0,-4-7-2 15,2 2-2-15,1 1-4 0,-1-4-1 0,2 2-4 16,0-3-1-16,0 0-9 0,0 0 2 0,0 0-5 16,2-4-1-16,-1 5-9 0,1-3 0 0,-2 4-7 15,1-2-14-15,0 1-24 0,0 1-28 0,-1 1-39 0,0 6-44 16,1-11-55-16,-1 7-207 0,0 4-432 16,-1-8 191-16</inkml:trace>
          <inkml:trace contextRef="#ctx0" brushRef="#br1" timeOffset="-155004.4053">-7343 2397 70 0,'0'0'194'16,"0"0"-11"-16,0 0-10 0,0 0-17 0,0 0 5 0,0 0-6 16,6 15-6-16,-4-10-1 0,0 2-4 15,-2-2-6-15,0 3-6 0,-1 0-10 0,1 1-7 16,0 0-13-16,-2 0-3 0,0 3-9 0,0-2-6 0,-3 0-9 16,0 1-3-16,-2-2-9 0,3 0-9 0,-3 0-10 15,1-1-5-15,1 0-19 0,-3 0-21 0,1-2-22 16,-2 0-28-16,2-2-49 0,-2 0-45 0,2-1-52 15,-1-3-181-15,1 0-409 0,1-2 182 0</inkml:trace>
          <inkml:trace contextRef="#ctx0" brushRef="#br1" timeOffset="-154316.9465">-7498 2279 117 0,'0'0'196'0,"0"0"-7"16,8 4-13-16,-5-1-14 0,0 0-3 0,0 0-8 15,0-1-7-15,1 3-9 0,-1 0-7 0,-1-1-12 16,0 1-4-16,0 1-13 0,-1 1-1 0,1-2-4 15,-1 0-16-15,-1-5-4 0,1 8-5 0,-1-2-4 16,0-6-12-16,0 9-2 0,0-9-5 0,-1 8-2 16,-1-4-4-16,0 0-4 0,-1 0-7 0,0 2-1 15,0-4-9-15,-1 1-14 0,-1 1-6 0,0-2-14 16,1-1-9-16,-1 2-10 0,0-1-4 0,-1-2-10 0,1 1-8 16,0-1-8-16,5 0-8 0,-11-3-3 15,5 1-3-15,1-2 5 0,0 1-1 0,1 1 0 16,-2-2 1-16,3-2 6 0,0 3 0 0,0-3 9 0,1 1 5 15,0-1 0-15,2-1 16 0,0-1 3 0,0 8-1 16,-1-13 12-16,3 8-3 0,-2-1 3 0,1 2 16 16,1-1 1-16,0-1 6 0,-2 6-4 0,6-7 4 15,-3 3 6-15,-1 0 13 0,3 3-2 0,-2-3 4 16,-3 4 7-16,7-4 6 0,-3 1 2 0,-4 3 3 16,8 0 5-16,-8 0-5 0,7 1 4 0,-7-1-13 15,5 4 7-15,-4-1-3 0,-1-3 2 0,3 7 2 16,-3-3-6-16,0 3 0 0,0-7 2 0,-1 10-7 0,-1-2 1 15,-1 0-3-15,1-2 0 0,-2 1-2 16,0-1-3-16,-1 0-3 0,1 0 2 0,1 0-5 16,-3 0-2-16,-1-1-2 0,0-1 0 0,-1 0-3 0,1 0 4 15,0 0-5-15,0-1 3 0,0-1 0 0,-1-1-4 16,1 1-2-16,1-2 5 0,0 0-5 0,6 0 2 16,-10-3-4-16,5 1 7 0,2-2 6 15,0 0 6-15,0 0 2 0,3 4 6 0,-1-11-5 0,1 4 7 16,0-2 4-16,0-1 0 0,1 1-6 0,2-5 1 15,0 0-1-15,0-7-2 0,0 2-4 0,2 1-1 16,-1-3-2-16,-1 6-2 0,1 1-3 0,-2 1-3 16,1 4 3-16,-2 1-3 0,0 2-7 0,0 1 2 15,-1 5-4-15,0-5-8 0,0 5-20 0,0 0-26 16,0 0-33-16,0 0-38 0,0 0-62 0,0 0-200 16,-15 12-415-16,8-7 184 0</inkml:trace>
          <inkml:trace contextRef="#ctx0" brushRef="#br1" timeOffset="-153738.8611">-7811 2346 42 0,'0'0'133'0,"0"-8"-7"0,2 3-8 0,-2 5 0 16,2-8-7-16,-2 8-7 0,2-9-9 0,0 5-1 15,0 0-7-15,-1 0-4 0,-1 4-6 0,2-8-5 0,1 4-8 16,-3 4-2-16,3-5-5 0,-3 5 2 0,4-2-11 15,-4 2 0-15,5-4-6 0,-2 2-8 16,-3 2 4-16,4-2 3 0,-4 2-4 0,0 0-2 0,9 2 1 16,-5 0 6-16,-4-2 3 0,6 4-4 0,-3-3 1 15,-3-1-4-15,4 4-1 0,-2-1 2 0,-2-3 1 16,0 0-4-16,-2 11-5 0,0-7 0 0,-1 0 4 16,-2 1-7-16,2 0-1 0,-3 1-3 0,2-2 1 15,-2 2-6-15,0-1-1 0,0-2-2 0,-1 1-5 16,4-2 0-16,-1 1 2 0,-2 2-3 0,2-3 1 15,-1 0-4-15,0 1 2 0,2-1-4 0,-2-1 1 16,5-1-2-16,-7 3 4 0,7-3-2 0,-7 3 0 16,7-3-5-16,-5 2 1 0,3 1-1 0,2-3 2 15,-6 4-1-15,3-1-2 0,3-3 1 0,-2 5 1 16,2-5 2-16,-3 9 2 0,3-5 1 0,-1 4 6 16,1-2-2-16,0 3 2 0,0-1 2 0,0 0 4 0,1 3-1 15,2 1 2-15,-1 0-2 0,-1 2 3 0,1-1-5 16,1-1-2-16,-1 2 1 0,-2-1 1 15,0 0-1-15,-1 0-8 0,1-1-4 0,0-3-17 0,-2 2-23 16,0-2-38-16,0-2-41 0,1-1-42 0,-1 2-250 16,-1-4-441-16,2 0 195 0</inkml:trace>
        </inkml:traceGroup>
        <inkml:traceGroup>
          <inkml:annotationXML>
            <emma:emma xmlns:emma="http://www.w3.org/2003/04/emma" version="1.0">
              <emma:interpretation id="{CF023199-0B71-414B-AF71-46448CACDE72}" emma:medium="tactile" emma:mode="ink">
                <msink:context xmlns:msink="http://schemas.microsoft.com/ink/2010/main" type="inkWord" rotatedBoundingBox="6652,19353 4423,19367 4418,18616 6647,18603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1" timeOffset="-147786.1798">-8847 2332 153 0,'1'11'148'0,"-1"-11"-2"15,0 0-10-15,2 5-10 0,-2-5-11 0,0 0-7 16,1 7-15-16,-1-7-3 0,0 0-9 16,0 7-8-16,0-7-3 0,0 0-10 0,-3 8-2 0,0-5-9 15,3-3-3-15,-3 6-10 0,0-3-1 0,3-3 0 16,-3 4-7-16,3-4-3 0,-5 4-6 0,5-4-2 16,-6 1-10-16,6-1-6 0,-6 3-9 0,6-3-4 15,-9-1-3-15,3-1-6 0,6 2-6 0,-7-2 7 16,2 0 2-16,5 2 2 0,-5-3 2 0,5 3 3 15,-4-5 0-15,4 5 1 0,-4-6-3 0,4 6 8 16,0-6 6-16,0 6 8 0,-2-7 0 0,2 7 8 0,0-5 0 16,0 5 3-16,0 0 1 0,-1-8 1 0,1 8-3 15,0 0 3-15,0 0-8 0,0 0 2 0,0 0-3 16,1-7 3-16,-1 7-2 0,0 0 1 0,0 0-5 16,0 0 2-16,0 0-6 0,0 0 4 0,0 0-6 15,0 0 6-15,0 0-3 0,0 0 1 0,2 17-1 16,-2-17-2-16,-2 7 3 0,-1-4-2 0,0 1-2 15,3-4 2-15,-5 8-11 0,3-5-3 0,-2 2-7 16,1-2-1-16,0 0-11 0,3-3 6 0,-5 4-3 16,5-4 0-16,-7 2-1 0,4 1-12 0,3-3 9 15,-7 0 6-15,7 0 5 0,-8-3-3 0,8 3 4 16,-6-5 5-16,3 2-1 0,-1 1 8 0,4 2 5 0,-2-4 10 16,2 4 3-16,-2-7 7 0,2 7 1 0,-1-8 5 15,1 8 0-15,-2-5 5 0,2 5 3 16,-2-7 3-16,2 7 2 0,0 0 0 0,0-6-6 0,0 6-3 15,0 0-3-15,0 0 0 0,-2-6-8 0,2 6 1 16,0 0-5-16,0 0 2 0,0 0-7 0,0 0 4 16,0 0-3-16,0 0-1 0,0 0-1 0,0 0-2 15,0 0 2-15,0 0 1 0,0 0-11 0,0 0-3 16,-1 19-8-16,1-19-1 0,-3 5-4 0,3-5-3 16,-2 7 0-16,2-7-5 0,-3 5-2 0,0-2 1 15,3-3-7-15,-6 2 2 0,6-2-4 0,-5 1 0 16,5-1-11-16,-5 0-2 0,5 0 8 0,-8-2 0 0,8 2-1 15,-8-2 1-15,4 0 3 0,-1-1 6 0,0 1 3 16,1-1 3-16,4 3-1 0,-9-5 5 16,7 1 9-16,0 0 5 0,-1 1-6 0,3 3 18 0,-6-7 3 15,4 4 9-15,2 3 8 0,-3-5 3 0,3 5 11 16,-2-5-6-16,2 5 7 0,-2-5-3 0,2 5 1 16,0 0 1-16,0 0-5 0,-3-5 1 0,3 5-1 15,0 0-2-15,0 0-4 0,0 0 2 0,0 0-6 16,0 0 4-16,0 0 1 0,0 0-3 0,0 0 0 15,0 0 0-15,0 0-4 0,5 15 0 0,-5-15-5 16,0 9 0-16,0-9-2 0,-3 10-4 0,1-5 3 16,1 1 0-16,-1-1-5 0,0-1-1 0,-2 0 1 0,1 1-3 15,-2 1 3-15,1-1-1 0,-3-1-6 16,3 1 3-16,-1-2 0 0,-1-1-3 0,1 0 0 0,-2 1 2 16,1-1-3-16,1-2 0 0,5 0 2 0,-9-3-2 15,4 2 0-15,5 1 1 0,-9-5 0 0,6 3 1 16,-2-4 1-16,3 0 3 0,0 2 3 0,0-4 4 15,1 2 15-15,0-1 7 0,1-2-4 0,2-3-1 16,-2 0-4-16,2-4 2 0,-1 3-5 0,1-2 1 16,1-4-4-16,0 5-2 0,0-1-4 0,0 3 0 15,-1 3-2-15,0-2-2 0,0 4-3 0,1 1-2 16,-2 2-4-16,-1 4-13 0,2-6-21 0,-2 6-19 16,0 0-26-16,3-1-42 0,-3 1-36 0,0 0-59 0,0 0-140 15,0 0-380-15,0 0 169 0</inkml:trace>
          <inkml:trace contextRef="#ctx0" brushRef="#br1" timeOffset="-147520.5638">-9111 2521 147 0,'0'0'209'15,"0"0"-13"-15,0 0-16 0,0 0-14 0,0 0-7 16,0 0-13-16,0 0-15 0,0 0-12 0,-13 1-10 0,7-1-12 16,6 0-8-16,-9-1-11 0,3 1-16 0,0 0-15 15,6 0-26-15,-9 0-32 0,5 1-40 16,4-1-37-16,-6-2-72 0,6 2-115 0,-7-1-297 0,7 1 131 15</inkml:trace>
          <inkml:trace contextRef="#ctx0" brushRef="#br1" timeOffset="-147333.0877">-9189 2608 5 0,'0'0'285'15,"0"0"-14"-15,0 0-27 0,6-13-19 0,-6 13-27 16,1-6-16-16,-1 6-23 0,1-8-15 0,-1 8-24 16,1-8-36-16,-1 8-46 0,-1-7-65 0,1 7-69 15,-1-9-210-15,-3 3-331 0,2 2 147 0</inkml:trace>
          <inkml:trace contextRef="#ctx0" brushRef="#br1" timeOffset="-152645.2033">-8035 2319 33 0,'0'0'175'0,"0"0"-17"16,0 0-12-16,0 0-4 0,0 0-13 0,0 0-14 15,0 0-9-15,0 0-8 0,5 9-12 0,-5-9-13 16,0 0 0-16,1 6-11 0,-1-6-1 0,0 0-9 0,0 9-1 16,0-9-8-16,-1 7-2 0,1-7-9 0,-4 8 1 15,4-8-5-15,-3 5-6 0,-1-1 3 0,2-1-3 16,-2 0-7-16,-1-1 2 0,0 2-6 0,-1-1-3 16,0-1-7-16,-1 0-2 0,1 0 1 0,-1-1 0 15,3 0 0-15,-1 0 0 0,5-1-1 0,-9-1 5 16,9 1-7-16,-9-2 4 0,5 1-2 0,4 1 12 15,-6-2 2-15,3-1 7 0,3 3 2 0,-5-4 9 16,5 4 2-16,-5-4 7 0,5 4 5 0,-3-4 5 16,3 4-2-16,0 0-7 0,0 0-3 0,0 0-4 15,-5 0 0-15,5 0-3 0,0 0-1 0,0 0 1 16,0 0-5-16,-2 11-1 0,2-11 3 0,1 7-7 16,-1-7-2-16,1 10 1 0,-1-4-1 0,0 1 1 0,0 1-1 15,-2-1-4-15,1 2 5 0,0-1-12 0,-2 0 6 16,0 2 0-16,0-1-2 0,-4 3-1 15,2-3 0-15,-3 2-7 0,1-1-3 0,-1-1-15 0,-1-1-14 16,3-2-17-16,1 1-11 0,-3-2-17 0,3 2-40 16,-2-4-6-16,3 1-32 0,0-2-203 0,0 0-382 15,4-2 170-15</inkml:trace>
          <inkml:trace contextRef="#ctx0" brushRef="#br1" timeOffset="-152473.3409">-8071 2637 161 0,'0'0'314'0,"8"-3"-20"16,-8 3-22-16,4-4-30 0,-4 4-22 0,0 0-23 15,2-5-17-15,-2 5-17 0,1-6-27 0,-1 6-38 0,0 0-52 16,0 0-68-16,-2-9-78 0,2 9-85 0,-5-5-151 16,1 2-364-16,-1-1 161 0</inkml:trace>
          <inkml:trace contextRef="#ctx0" brushRef="#br1" timeOffset="-151145.3122">-8326 2304 168 0,'0'0'167'0,"0"0"-21"0,0 0-7 0,0 0-13 15,0 0-16-15,0 0-9 0,0 0 2 0,0 0-13 16,2 17-2-16,-2-17-10 0,0 7-11 0,0-7-5 16,0 7-4-16,0-7 1 0,-2 8-2 0,2-8-6 15,-3 8-5-15,0-4-5 0,1 0-4 0,0 0-7 16,-1 0 4-16,-2-1-11 0,2 1-4 0,0-2-18 0,-1 1-10 15,1 0-11-15,-1-1-21 0,-1-1-17 0,0 1 4 16,0-1-10-16,5-1 5 0,-7-1 3 0,7 1-5 16,-7-2 10-16,3-1 5 0,4 3 15 0,-5-4-3 15,3 0 4-15,2 4 15 0,-6-4 4 0,4 1 11 16,2 3 7-16,-3-7 10 0,1 4 2 0,2 3 14 16,-2-6-1-16,2 6 4 0,-2-5-5 0,2 5 3 15,0 0-6-15,-2-6 5 0,2 6-4 0,0 0-7 16,0 0-3-16,-3-4 0 0,3 4-3 0,0 0 0 15,0 0 0-15,0 0-4 0,0 0-3 0,0 0 0 16,0 0-1-16,0 0 0 0,0 0-3 0,0 0-3 0,0 0 0 16,0 16 3-16,0-16-3 0,0 7-1 0,0-7 0 15,-2 7-2-15,2-7-4 0,-3 7 3 0,2-4-2 16,1-3 0-16,-3 3-3 0,3-3-3 0,-4 5-11 16,4-5-6-16,-6 1-4 0,6-1-9 0,-7 1-2 15,7-1-5-15,-7-1-3 0,7 1 5 0,-8-1 3 16,4-1 4-16,4 2 7 0,-8-3 7 0,4 0 4 15,4 3 6-15,-7-5 4 0,5 3 6 0,-2-1 10 16,4 3 2-16,-3-6 4 0,3 6 2 0,-3-6 8 0,1 2 6 16,2 4-3-16,-2-7 4 0,2 7 9 15,-1-6-3-15,1 6-4 0,-2-6 3 0,2 6 4 16,0 0-13-16,-3-5 2 0,3 5-3 0,0 0-1 0,0 0-5 16,0 0 1-16,0 0-5 0,0 0-3 0,0 0 4 15,0 0-3-15,0 0 0 0,0 0-5 0,0 0 1 16,0 0-3-16,0 17 1 0,0-17 0 0,0 0 5 15,1 9-5-15,-1-9 2 0,-1 6-4 0,1-6 5 16,-2 6-1-16,2-6-1 0,-4 6-1 0,3-3-2 16,1-3 4-16,-6 4 3 0,3-2-5 0,3-2 2 15,-6 5-3-15,2-4 1 0,4-1 0 0,-7 2 0 16,2-1-1-16,5-1 2 0,-8 0-4 0,3 0 1 16,5 0-3-16,-7-1 2 0,7 1 4 0,-7-1 7 15,7 1-5-15,-8-1 7 0,8 1-2 0,-6-1 7 16,6 1 1-16,-4-2-2 0,4 2-3 0,0 0-3 0,0 0 0 15,0 0-2-15,0 0-2 0,-6 3 1 0,6-3-4 16,0 0 3-16,0 0-3 0,0 0 2 0,0 0-1 16,7 15 2-16,-7-10-1 0,0-5-2 0,3 12-9 15,-1-7 8-15,1 0 2 0,-2 1-9 0,0 2 5 16,0-3-5-16,-1-5-6 0,1 8-3 0,-1-4-8 16,0-4 1-16,0 0-12 0,0 10 6 0,0-10-14 15,0 0 3-15,-3 5-7 0,3-5-11 0,0 0 3 16,0 0 7-16,-7-1 2 0,7 1 4 0,0 0-7 15,-6-6 2-15,6 6-3 0,-6-6-6 0,3 2 7 16,0-1 4-16,0 2 2 0,0 0 1 0,-1-4 3 16,1 2 7-16,0-1-2 0,-2 1 0 0,2 0 15 15,-1 0-5-15,2 1 7 0,-1 0 7 0,0 0-1 0,3 4-1 16,-4-7 5-16,2 4 3 0,2 3-3 16,-3-5 5-16,3 5 2 0,-2-4-1 0,2 4-1 15,0 0-1-15,-3-4 0 0,3 4-9 0,0 0 6 0,0 0 1 16,-8-2-6-16,8 2 10 0,0 0-2 0,0 0 4 15,-9 3-6-15,9-3 4 0,-6 3-4 0,2-2 0 16,4-1 13-16,-8 4-1 0,5-2 1 0,-1 0 7 16,0-1 4-16,4-1-13 0,-7 6 9 0,3-4 9 15,1 2-6-15,0-1 7 0,0 1-6 0,0 0-5 16,0-1 3-16,0 2 2 0,1-1-1 0,2-4 8 16,-2 11 5-16,0-3 2 0,2-2 9 0,-1 2 0 15,1 1-3-15,1-2 19 0,-1 1 4 0,2 2 4 0,-2-2-4 16,2 5 6-16,0-4 2 0,-1 0 1 15,1 3 0-15,1-2-6 0,0 2-1 0,-2 0-5 16,0 0-3-16,0 2-4 0,1-2-10 0,-1 0-4 16,0 0-4-16,0-2-3 0,-1-1-3 0,0 2-7 0,-1-2-12 15,-1-2-23-15,2 1-28 0,-1-2-39 0,-1-2-53 16,2-4-60-16,-1 7-241 0,1-7-464 16,-4 5 206-16</inkml:trace>
          <inkml:trace contextRef="#ctx0" brushRef="#br1" timeOffset="-146145.6647">-9337 2339 194 0,'0'0'191'0,"7"5"-11"16,-7-5-7-16,0 0-6 0,0 6-7 0,0-6-13 16,0 0-10-16,-2 9-10 0,2-9-9 0,-5 8-12 15,3-5-4-15,1 1-10 0,1-4-7 0,-6 7-7 0,2-3-9 16,1-2-5-16,0 2-9 0,3-4-5 0,-4 5-4 16,1-4-5-16,3-1-8 0,-6 5-1 0,6-5-7 15,-3 1-6-15,3-1-5 0,-7 1-4 0,7-1-3 16,0 0-4-16,-8-1-4 0,8 1-1 0,-7-4 5 15,7 4 0-15,-4-5-6 0,4 5 2 0,-4-6 2 16,2 3-2-16,2 3-1 0,-3-7 4 0,3 7-1 16,-1-5-1-16,1 5 0 0,-2-7 0 0,2 7 0 15,-1-6 0-15,1 6 3 0,0 0 3 0,0 0-3 16,-1-6 2-16,1 6-2 0,0 0-2 0,0 0 1 16,0 0 1-16,0 0 4 0,0 0-3 0,0 0-2 0,0 0 1 15,0 0 0-15,0 0 0 0,0 0-2 0,0 0-1 16,0 0 4-16,0 0-2 0,-1 19 1 0,0-15-3 15,1-4 1-15,-2 7 0 0,2-7-2 0,-4 6-7 16,1-2-8-16,0-1-9 0,0 0-11 0,0 1-8 16,3-4-7-16,-8 4-7 0,3-2-2 0,5-2-11 15,-6 2 9-15,2 0 5 0,4-2 7 0,0 0 5 16,-8-2 3-16,8 2 6 0,-3-3-1 0,3 3 7 16,-6-6 5-16,6 6-1 0,-2-6 8 0,2 6-2 0,-3-6 2 15,0 2 7-15,3 4 9 0,-1-9 1 16,-1 4 4-16,2 5 2 0,-1-8 9 0,-1 4 2 15,2 4 3-15,-3-6 4 0,3 6-1 0,-2-5-4 0,2 5 2 16,0 0-7-16,-2-6 3 0,2 6-3 0,0 0-5 16,0 0 1-16,0 0-1 0,0 0-1 0,0 0 2 15,0 0 1-15,0 0-4 0,0 0 0 0,0 0 2 16,0 0 0-16,0 0 3 0,0 0-2 0,0 0-2 16,9 11 0-16,-9-11 2 0,0 6-2 0,0-6 1 15,0 0-4-15,-2 9 3 0,2-9 1 0,-3 7-3 16,0-5 3-16,3-2-5 0,-4 6 0 0,1-3-2 15,3-3 5-15,-5 5-2 0,2-2-8 0,3-3 4 0,-8 3-9 16,5 0-1-16,3-3-7 0,-6 0-5 16,6 0-1-16,-9 0 6 0,9 0-6 0,-7-2 4 15,1 1 0-15,6 1 2 0,-7-3 1 0,3 0 0 0,0 0 8 16,1-2-3-16,-3-1 5 0,3 0-2 0,-1 0 1 16,-1 0 6-16,1-1 4 0,1-1-1 0,0-1 6 15,0 0 7-15,1 1 0 0,-1-1 2 0,1 0 6 16,0 0 4-16,0 0 6 0,0 1 4 0,0-1 2 15,1 2 0-15,1 1-1 0,0 6 1 0,-1-9 1 16,1 9-2-16,-1-6-4 0,1 6-7 0,0 0 3 16,0 0 2-16,0-6-5 0,0 6 0 0,0 0-4 15,0 0 5-15,0 0-5 0,0 0 0 0,2 18-3 16,-2-18 2-16,1 11-5 0,-1-6-3 0,0 0 3 16,0 2-3-16,0 1 0 0,0 0 0 0,0-2 0 15,-1 3-2-15,-1-2 0 0,1 1-2 0,-1 0-1 0,-1-1 0 16,1 0-3-16,-2 1 2 0,0-2 0 0,-1 0-6 15,0 0 9-15,0 0-4 0,-1 0-3 0,1-3 0 16,0 2-3-16,-3-2-7 0,4-1 3 0,-3 2-5 16,0-3 2-16,3 1-1 0,-2-2 1 0,6 0-2 15,-9 1 2-15,4-1 1 0,5 0-3 0,-9 0 2 16,9 0 3-16,-8-1-3 0,8 1 4 0,-6-1-2 16,6 1 2-16,-5-1 0 0,5 1 7 0,0 0-2 15,0 0 1-15,-6 0-2 0,6 0 1 0,0 0-1 16,0 0 2-16,0 0-2 0,0 0 0 0,0 0 1 15,0 0 1-15,0 0 0 0,0 0 3 0,2 11 0 16,-2-11 5-16,4 9-4 0,-3-5 3 0,0 1-2 16,1 1 0-16,-2 1-1 0,0 1 1 0,0 1-2 0,0-1-1 15,-2 0 3-15,-1 0-1 0,0 1-1 16,0-2 0-16,0 1-2 0,-3 1-3 0,2-1 0 16,-5 0 0-16,1 1-11 0,0 0-9 0,2-3-11 0,-2-2-12 15,2 2-19-15,-1-1-23 0,2-2-22 0,0-2-31 16,5-1-41-16,-8-1-193 0,8 1-399 0,-8-5 177 15</inkml:trace>
          <inkml:trace contextRef="#ctx0" brushRef="#br1" timeOffset="-145614.4633">-9457 1970 205 0,'0'0'197'0,"0"0"-14"0,0 0-15 0,0 0-12 16,0 0-9-16,0 0-4 0,0 0-11 0,-5 18-4 16,2-10-5-16,1 0-10 0,-2 1-6 0,-2 3-5 0,1 0-9 15,-2 0-9-15,0 0-5 0,-2 4-9 0,2-3-8 16,-4 2-9-16,-1 1 1 0,1-3-8 0,2-2-8 15,-1-1-17-15,-1 1-17 0,1-2-27 16,1 1-35-16,-2-1-32 0,5-4-47 0,-1 4-62 0,0-5-135 16,1 0-362-16,1-2 161 0</inkml:trace>
          <inkml:trace contextRef="#ctx0" brushRef="#br1" timeOffset="-145395.7284">-9579 2072 112 0,'-3'3'138'0,"0"0"-14"16,-1 3-3-16,-1-2-17 0,1 2-11 0,-1-1-13 0,0 2-16 15,-1-2-32-15,1-1-32 0,-1 3-62 0,-1-4-73 16,3 1-146-16,-2 0 66 0</inkml:trace>
          <inkml:trace contextRef="#ctx0" brushRef="#br1" timeOffset="-145911.3144">-9752 2267 16 0,'1'-5'267'0,"-1"5"-15"15,3-6-13-15,-3 6-18 0,1-6-15 0,-1 6-17 16,0 0-17-16,2-5-16 0,-2 5-16 0,1-4-18 16,-1 4-12-16,0 0-35 0,0 0-51 0,0 0-62 0,0 0-73 15,0 0-229-15,0 0-369 0,0 0 163 0</inkml:trace>
          <inkml:trace contextRef="#ctx0" brushRef="#br1" timeOffset="-144770.7735">-9881 2163 154 0,'-2'-4'169'0,"2"4"-6"16,0 0 3-16,0 0-4 0,0 0-14 0,0 0-1 0,1 19-3 15,0-13-6-15,1 1-6 0,0 1-10 0,0 5-8 16,-2-4-11-16,3 3-9 0,-2-3-12 0,0 2-3 16,-1-2-12-16,1 0-8 0,0 1-24 0,-1-1-26 15,0 0-37-15,0 0-44 0,0 0-54 0,0 0-55 16,-2-1-133-16,0 1-339 0,-1-1 150 0</inkml:trace>
          <inkml:trace contextRef="#ctx0" brushRef="#br1" timeOffset="-144520.7783">-9945 2363 126 0,'0'0'179'0,"0"0"-3"16,0 0-9-16,0 0-3 0,2 21-11 0,-2-15-4 15,0 1-16-15,0 0-6 0,0 3-6 0,0-2-3 16,-2 1-12-16,2 1-7 0,0 0-4 0,-1-1-9 16,-1 1-10-16,-1 0-3 0,0 1-9 0,0-2-9 15,-1 0-9-15,1-3-22 0,-1 1-34 0,0 0-35 16,1-3-43-16,0-1-62 0,-1 2-191 0,0-4-370 15,0 1 165-15</inkml:trace>
          <inkml:trace contextRef="#ctx0" brushRef="#br1" timeOffset="-143989.5806">-10086 2331 19 0,'0'0'153'0,"1"-10"-3"15,-1 10-14-15,2-8-7 0,-2 3-8 0,0 5-6 16,3-9-11-16,-3 5-7 0,0 4-12 0,3-6-3 15,-3 6-5-15,4-3-2 0,-4 3-8 0,4-3-4 0,-4 3-7 16,0 0-6-16,5-2 0 0,-5 2-3 0,0 0-5 16,0 0 2-16,6 2-4 0,-6-2-3 0,0 0-1 15,6 4-2-15,-6-4-3 0,3 3 5 0,-3-3 4 16,3 3-2-16,-3-3 2 0,1 8-3 0,-1-8-6 16,-1 7 3-16,1-7 0 0,-3 8-2 0,1-3 0 15,-1-1-4-15,-1 2-3 0,0-2 0 0,0 0-2 16,-1 0-3-16,-1 2 0 0,0-3-1 0,2 3 0 15,-2 0-4-15,0 0-2 0,0-2-3 0,0 1 4 16,1 0-3-16,0-1 0 0,2-1-3 0,0 0-2 16,-2 3 2-16,2-2-1 0,0 1-1 0,-1 0 1 15,2 0-2-15,1 0 1 0,-1 0 0 0,0 2 4 0,2 0 3 16,0 1 2-16,1-1-1 0,-1 1 1 0,2 0-2 16,-1 1 4-16,0 0-2 0,1 0-5 15,0 0 3-15,0 3 0 0,-1 1-1 0,1 1 1 16,0-1-5-16,0 0 3 0,-2-4-5 0,0 1 0 0,0 3-4 15,-1-4-18-15,1 0-24 0,-3 0-23 0,1-3-35 16,0 0-37-16,0-2-61 0,-1 0-182 0,3-4-409 16,-4 5 181-16</inkml:trace>
          <inkml:trace contextRef="#ctx0" brushRef="#br1" timeOffset="-143739.5989">-10257 2408 216 0,'0'0'321'15,"0"0"-19"-15,-1-8-4 0,1 8-23 0,0 0-16 0,2-6-24 16,-2 6-23-16,2-5-21 0,-2 5-10 0,0 0-31 15,4-4-25-15,-4 4-45 0,0 0-83 0,0 0-114 16,0 0-151-16,0 0-142 0,0 17-444 0,0-17 197 16</inkml:trace>
        </inkml:traceGroup>
      </inkml:traceGroup>
    </inkml:traceGroup>
    <inkml:traceGroup>
      <inkml:annotationXML>
        <emma:emma xmlns:emma="http://www.w3.org/2003/04/emma" version="1.0">
          <emma:interpretation id="{DE0BE239-02BE-4F7B-AC56-F729D1ED315E}" emma:medium="tactile" emma:mode="ink">
            <msink:context xmlns:msink="http://schemas.microsoft.com/ink/2010/main" type="paragraph" rotatedBoundingBox="14758,18153 5936,18172 5932,16412 14755,163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05B9B7D-0844-4345-8762-0B074CB1DAF6}" emma:medium="tactile" emma:mode="ink">
              <msink:context xmlns:msink="http://schemas.microsoft.com/ink/2010/main" type="line" rotatedBoundingBox="14758,18153 5936,18172 5935,17502 14757,17483"/>
            </emma:interpretation>
          </emma:emma>
        </inkml:annotationXML>
        <inkml:traceGroup>
          <inkml:annotationXML>
            <emma:emma xmlns:emma="http://www.w3.org/2003/04/emma" version="1.0">
              <emma:interpretation id="{B553DA0E-09DF-4D3C-AB0F-8EC6A0624250}" emma:medium="tactile" emma:mode="ink">
                <msink:context xmlns:msink="http://schemas.microsoft.com/ink/2010/main" type="inkWord" rotatedBoundingBox="14758,18006 13843,18008 13842,17671 14757,17670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1" timeOffset="-224849.987">-670 1059 247 0,'0'0'262'0,"0"0"-23"0,0 0-20 0,0 0-12 16,0 0-9-16,0 0-1 0,0 0-15 0,0 0-7 15,-3 14-12-15,2-9-6 0,1 3-14 0,0-1-11 16,1-1-4-16,-1 2-13 0,0 3-14 0,2-3-13 15,-3 2-6-15,1-1-7 0,1 0-9 0,0 2-5 16,-1-2-23-16,0 0-24 0,1 0-38 0,0 0-52 16,-1 0-64-16,1-3-66 0,0 0-66 0,-1 0-157 15,0-6-464-15,0 0 205 0</inkml:trace>
          <inkml:trace contextRef="#ctx0" brushRef="#br1" timeOffset="-224193.7845">-737 1362 123 0,'0'0'207'0,"0"0"-11"0,0 0-13 0,-12 3-14 0,12-3-16 16,-11 1-15-16,3-3-12 0,0 3-13 0,-1-1-29 15,0-1-45-15,-2 0-63 0,3-1-75 0,-1-2-136 16,2 0-254-16,0-1 112 0</inkml:trace>
          <inkml:trace contextRef="#ctx0" brushRef="#br1" timeOffset="-224443.7524">-759 1220 69 0,'0'0'180'15,"0"0"-11"-15,0 0-1 0,7 13-25 0,-7-13-8 16,0 7-12-16,0-7-12 0,0 8-11 0,0-8-8 0,0 9-2 15,1-5-4-15,-1-4-12 0,-1 8-4 0,1-8-9 16,-3 7-10-16,1-1-2 0,2-6-2 0,-4 5-5 16,2-1-8-16,0-1 3 0,2-3-6 0,-7 3 3 15,3-1-10-15,4-2 2 0,-7 1-9 0,3 0-4 16,4-1-3-16,-8-4 2 0,4 1-3 0,4 3 1 16,-8-4-1-16,5 1-1 0,-1 0 0 15,2 0 0-15,-2-4 9 0,2 3 17 0,-1-3 15 0,1-1-2 16,1 0-3-16,0 1-3 0,1-3 4 0,1-3-11 15,-2 0 2-15,2 0-10 0,1-1 7 0,-1 2-4 16,1-3-1-16,1 6-6 0,-1 0 1 0,0 0-4 16,-2 4 1-16,2-2-3 0,-2 3-11 0,0 4-7 15,3-8-18-15,-3 8-28 0,1-4-25 0,-1 4-26 16,0 0-35-16,0 0-35 0,0 0-196 0,0 0-394 16,0 0 175-16</inkml:trace>
          <inkml:trace contextRef="#ctx0" brushRef="#br1" timeOffset="-225349.948">-430 1183 135 0,'0'0'179'0,"1"-8"-6"0,-1 8-9 0,0 0-12 0,0 0-7 16,0 0-9-16,6-4-9 0,-6 4-1 0,0 0-9 16,6-1-6-16,-6 1-9 0,3-4-9 0,-3 4-5 15,0 0-8-15,6 0-4 0,-6 0-17 0,0 0-1 16,4-1-9-16,-4 1-4 0,0 0-2 0,8 0-7 16,-8 0-3-16,6 0-1 0,-6 0-7 0,5 0 0 15,-5 0-7-15,6 3-4 0,-6-3-2 0,3 2-1 16,-3-2-6-16,3 4 0 0,-3-4-4 0,1 6-4 15,-1-6-3-15,2 6-5 0,-2-6 3 0,0 6-7 16,0-6-2-16,2 6-7 0,-2-6 2 0,0 5-4 16,0-5-3-16,0 7 0 0,0-7 1 0,1 6-7 15,-1-6 0-15,0 0 7 0,1 7 0 0,-1-7 7 16,2 2-7-16,-2-2-1 0,5 4-2 0,-5-4 6 16,3 2 4-16,-3-2-1 0,3 3 3 0,-3-3 7 15,0 0-5-15,7 2 5 0,-7-2 2 0,0 0-3 16,4 1 0-16,-4-1 3 0,0 0 3 0,0 0 0 15,0 0-1-15,0 0 1 0,2 5 4 0,-2-5-8 16,0 0 5-16,0 0 3 0,0 0-3 0,0 0-9 16,-13-2-1-16,13 2-2 0,-7 0 9 0,7 0-14 15,-8-2 12-15,1 1-11 0,-1-1 6 0,1-1-12 0,-1 1 26 16,1 0-11-16,-4-3-2 0,1 0-4 0,0 3 7 16,-1-3-2-16,0 2 1 0,1-2 6 15,2 3-5-15,-3-2-4 0,4 0 7 0,1 1-2 0,1-1 5 16,1 1 7-16,-1 0-1 0,2 0 16 0,3 3 4 15,-5-5 3-15,2 4 8 0,3 1-1 0,-6-3 11 16,6 3-3-16,0 0 7 0,-3-3 3 0,3 3-8 16,0 0 2-16,0 0-3 0,0 0 3 0,0 0-3 15,0 0 7-15,0 0-1 0,0 0 0 0,0 0-2 16,0 0 1-16,0 0-3 0,0 0-3 0,3 15-10 16,-3-15 0-16,3 6 2 0,-2-1 0 0,1 2-4 15,0-2-2-15,-1 1-1 0,-1 1-3 0,0 1-2 16,0-2-1-16,-1 0-2 0,-3 2 0 0,0-1-3 15,-1-1-1-15,0 0-3 0,-2-2-6 0,-1 3-7 16,1-5-8-16,1 3-17 0,0-4-13 0,-1 3-19 16,7-4-27-16,-7 2-31 0,7-2-54 0,0 0-169 15,0 0-369-15,0 0 164 0</inkml:trace>
          <inkml:trace contextRef="#ctx0" brushRef="#br1" timeOffset="-225115.5918">-382 1041 200 0,'5'-5'258'15,"-5"5"-20"-15,2-4-28 0,-2 4-19 0,0 0-22 0,4-3-18 16,-4 3-15-16,0 0-33 0,0 0-42 0,0 0-67 15,0 0-60-15,0 0-68 0,0 0-119 0,0 0-272 16,-15 9 121-16</inkml:trace>
          <inkml:trace contextRef="#ctx0" brushRef="#br0" timeOffset="-4359.0758">79 1069 104 0,'0'0'215'0,"-3"-5"-15"0,3 5-18 15,0 0-18-15,0 0-14 0,0 0-16 0,0 0-15 16,0 0-8-16,0 0-12 0,0 0-12 0,0 0-8 15,0 0-9-15,0 0-2 0,0 0-7 0,2 17-8 16,-2-17-5-16,0 0-7 0,0 6-4 0,0-6-4 16,-2 6-2-16,2-6 0 0,0 0-3 0,-3 6-3 15,3-6-2-15,-3 6-3 0,0-4-5 0,3-2 2 16,-3 4-1-16,-1-1-5 0,4-3-4 0,-6 3-3 16,6-3-6-16,-7 1 6 0,4-1-12 0,3 0 0 15,-6 0 0-15,6 0 5 0,-7-1-5 0,7 1 5 16,-5-5-3-16,5 5 3 0,-5-4 4 0,2 1-2 15,3 3 4-15,-4-6 5 0,2 2 8 0,2 4 8 16,-4-5 9-16,4 5 10 0,-3-6 8 0,3 6 3 16,-2-5 2-16,2 5 4 0,0 0-1 0,0 0-5 15,-3-4-1-15,3 4-1 0,0 0-9 0,0 0 3 16,0 0-2-16,0 0-1 0,0 0 1 0,0 0-6 16,0 0 4-16,0 0-4 0,0 0 1 0,6 13-2 15,-6-13-3-15,3 9-2 0,0-1 0 0,0-3-7 16,0 3-2-16,0 0-4 0,0 4 1 0,2 0 3 15,-1 0-8-15,-1 1-8 0,2-1-14 0,-2 0-23 16,1 0-29-16,-1 1-36 0,-2 0-31 0,1-2-35 16,0-4-70-16,-2 1-226 0,0-8-495 0,-2 11 220 15</inkml:trace>
          <inkml:trace contextRef="#ctx0" brushRef="#br0" timeOffset="-3734.1206">-78 1100 45 0,'0'0'229'0,"0"0"-14"0,0 0-5 16,0 0-12-16,0 0-6 0,0 0-9 0,0 0-15 15,0 0-9-15,1 21-2 0,-1-21-7 16,1 11-6-16,0-4-7 0,0 0-10 0,0 1-15 0,0 1-6 15,1 0-11-15,-2 0-14 0,1 1-6 0,0-2-6 16,1 2-8-16,-1-2-10 0,0 0-31 0,0 1-37 16,-1 0-49-16,0-9-70 0,0 12-66 0,0-12-226 15,-2 9-463-15,2-9 206 0</inkml:trace>
          <inkml:trace contextRef="#ctx0" brushRef="#br0" timeOffset="-3296.6541">-93 1030 207 0,'0'0'210'0,"0"0"-14"0,0 0-12 0,-12 0-7 15,12 0-5-15,0 0-2 0,-5 6-4 0,5-6-7 16,-4 6-4-16,0-1-9 0,1-1-2 0,2 2-5 15,-4-1-3-15,4 3-8 0,-3-2 1 0,0 2-2 16,1 1-3-16,-1 0 7 0,0 1-9 0,-1 3-5 16,1-1 2-16,-1 0-9 0,1 2-11 0,-1 0-12 15,1 4-6-15,1-4-9 0,0 5-2 0,0-5-8 16,3 0-13-16,0 5-17 0,1-5-36 0,3-2-34 16,-3 1-49-16,3-3-71 0,2 1-91 0,2-1-97 15,-2-4-177-15,0-1-568 0,2-1 252 0</inkml:trace>
        </inkml:traceGroup>
        <inkml:traceGroup>
          <inkml:annotationXML>
            <emma:emma xmlns:emma="http://www.w3.org/2003/04/emma" version="1.0">
              <emma:interpretation id="{C1F9CFEF-8B9A-43FA-ABAA-5E49C42657D9}" emma:medium="tactile" emma:mode="ink">
                <msink:context xmlns:msink="http://schemas.microsoft.com/ink/2010/main" type="inkWord" rotatedBoundingBox="13703,18090 11797,18094 11796,17620 13702,17616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1" timeOffset="-223771.9352">-976 1209 174 0,'0'0'176'16,"0"0"-12"-16,0 0-11 0,0 0-1 0,0 0-22 16,0 0-2-16,0 0-12 0,-9 10-9 0,9-10-7 15,-2 6-5-15,0-1-10 0,0 0-7 0,0 0-6 16,2-5-8-16,-3 6-7 0,1-2-3 0,2-4-9 16,-4 5 1-16,4-5-1 0,-3 5-3 0,3-5-9 15,-5 2 6-15,5-2 3 0,0 0-3 0,-6 0 0 16,6 0-4-16,0 0 2 0,-6-6-7 0,3 2 2 15,3 4 2-15,-4-6-3 0,1 3 0 0,1-2 3 16,0 1 1-16,-1-1 3 0,3 5-1 0,-6-6-2 16,5 3-4-16,1 3 2 0,-6-4-2 0,3 2-6 15,3 2-4-15,-7-3 8 0,3 2-13 0,4 1 0 0,-8 3 0 16,8-3-6-16,-8 0-2 0,0 1-3 0,4 2-12 16,-2 0-20-16,1-1-13 0,-1 0-21 15,1 0-24-15,-2 2-30 0,1-1-15 0,2 0-23 16,1-1-42-16,1 3-157 0,-2-2-382 0,1 1 169 0</inkml:trace>
          <inkml:trace contextRef="#ctx0" brushRef="#br1" timeOffset="-223584.4427">-1047 1381 108 0,'0'0'339'0,"0"0"-6"0,3-6-18 16,-3 6-22-16,3-2-29 0,-3 2-28 0,2-4-20 16,-2 4-26-16,2-6-40 0,-2 6-51 0,0 0-80 15,0 0-96-15,1-7-99 0,-1 7-210 0,0 0-416 16,-5-6 185-16</inkml:trace>
          <inkml:trace contextRef="#ctx0" brushRef="#br1" timeOffset="-222584.5249">-1365 1190 77 0,'5'-3'187'0,"-5"3"-9"0,5-3-13 16,-5 3-11-16,5-1-12 0,-5 1-13 0,5-1-18 0,-5 1-7 15,0 0-11-15,8 0-11 0,-8 0-7 0,0 0-3 16,7 0-13-16,-7 0-5 0,6 1-4 16,-3 2-1-16,-3-3-13 0,7 3-4 0,-4-2-9 15,0 1-9-15,-3-2-11 0,6 5-14 0,-4-4-4 0,-2-1-12 16,5 6-3-16,-3-2 1 0,0-1-8 0,-2-3 5 16,1 7-7-16,-1-7 11 0,2 7 3 0,-2-7 3 15,1 7 1-15,-1-7 7 0,0 0-3 0,0 8 0 16,0-8-1-16,2 4 5 0,-2-4 3 0,0 0 4 15,2 5-4-15,-2-5 6 0,2 3 8 0,-2-3-2 16,0 0 1-16,5 3 7 0,-5-3 2 0,0 0 2 16,0 0 2-16,5 1-2 0,-5-1 6 0,0 0 2 15,5 1-6-15,-5-1 1 0,0 0-2 0,0 0-1 16,0 0-5-16,0 0 3 0,0 0 3 0,0 0 1 16,6-1-3-16,-6 1-2 0,0 0 2 0,0 0 4 0,0 0-9 15,0 0 2-15,0 0-6 0,0 0 7 16,0 0-5-16,0 0 3 0,0 0 3 0,0 0 0 0,-12 6-5 15,12-6 3-15,-12 1-1 0,5 0-1 0,-2-1-2 16,-1 3-1-16,2 0 2 0,-2-2-1 0,-1 2 1 16,4-2-2-16,-4 0-5 0,0-1 1 0,2 2-6 15,1-1 2-15,-2-1 2 0,2-3 1 0,1 3-11 16,-2-1 7-16,1-2 0 0,-1 2 0 0,2-1 4 16,0 0-2-16,1-3 11 0,0 1 2 0,3 1 10 15,-1-1 12-15,0 0 10 0,3-1 14 0,1 5 1 16,-3-10 3-16,3 4 3 0,0 6-1 0,1-13-3 15,1 6-2-15,0-1-6 0,1-1-5 0,-1 1-4 16,0-1-5-16,3-1 1 0,-1 0-12 0,-1 2-3 0,0-1-9 16,0 1-16-16,2-1-24 0,-2 0-29 15,1 2-30-15,-1-2-25 0,0 2-29 0,1 2-34 16,-1-3-178-16,-2 5-379 0,-1 3 167 0</inkml:trace>
          <inkml:trace contextRef="#ctx0" brushRef="#br1" timeOffset="-222365.7912">-1310 1069 196 0,'5'-5'240'0,"-5"5"-20"16,4-3-17-16,-4 3-20 0,2-2-18 0,-2 2-19 15,0 0-15-15,0 0-26 0,0 0-41 0,0 0-49 16,0 0-59-16,0 0-67 0,0 0-142 0,0 0-272 16,0 0 120-16</inkml:trace>
          <inkml:trace contextRef="#ctx0" brushRef="#br1" timeOffset="-221756.4407">-1639 1259 53 0,'0'0'172'0,"-3"-7"-12"0,3 7-10 15,0 0-9-15,0 0-11 0,4-10-2 0,-4 10-11 16,3-8-11-16,-1 3 4 0,1 1-6 16,0 1-6-16,1-3-8 0,-2 0-2 0,2 1-6 0,-1 1-3 15,-1 1-8-15,3-3-2 0,-2 3 1 0,-3 3-8 16,5-5-6-16,-5 5-2 0,4-3-3 0,-1 1-2 16,-3 2-2-16,6 0-8 0,-6 0-2 0,0 0-2 15,7 0 4-15,-7 0-12 0,4 4 0 0,-4-4-5 16,4 4 2-16,-4-4-1 0,0 6-4 0,2-1-2 15,-2-5-1-15,0 6-1 0,0-6 1 0,-1 10-3 16,1-10-2-16,-1 9 4 0,-1-4-4 0,2-5 0 16,-2 8 0-16,-1-4-4 0,1 0 3 0,-2 0-3 15,-1-1-1-15,0 1-1 0,-2 1-1 0,-2-3 2 16,-1 0-6-16,-1 4-4 0,0-4-5 0,-1 0-7 16,1-1-3-16,-1 0-2 0,1-1 0 0,3 2-5 15,1-1 2-15,-1-4 0 0,2 5 2 0,6-2 5 16,-10-2 2-16,6 1 1 0,4 1 3 0,-8-1 0 15,4-1 1-15,4 2 4 0,-5-2 8 0,5 2-1 16,-4-3 7-16,4 3 0 0,0 0-1 0,-6 0-1 16,6 0 0-16,0 0-4 0,0 0 0 0,0 0 4 15,0 0-3-15,-4 4 1 0,4-4-2 0,0 0-1 0,1 8 2 16,-1-8 3-16,0 10-4 0,0-2 0 16,0-2 3-16,-2 5-2 0,1-4 4 0,0 2-1 15,-2-1 1-15,0-1-1 0,-2 1 1 0,2 3-1 0,-1-1 1 16,0-3-14-16,-1-1-16 0,1 1-42 0,-1 0-45 15,1-1-59-15,0-2-214 0,0 0-412 0,1-1 182 16</inkml:trace>
          <inkml:trace contextRef="#ctx0" brushRef="#br1" timeOffset="-221287.7446">-1643 1234 106 0,'1'-5'219'0,"0"-2"-6"0,-1-1-9 16,3 0 0-16,-1 0-16 0,-1-6-13 0,0 1-9 0,0 1-15 16,0 3-9-16,0-2-4 0,-1 2-14 0,0 1-11 15,0 0-12-15,0 3-8 0,0 5-9 0,0-10-10 16,0 5-21-16,0 5-21 0,0-8-44 0,0 8-53 16,0 0-68-16,0-8-66 0,0 8-164 0,0 0-391 15,4-5 173-15</inkml:trace>
          <inkml:trace contextRef="#ctx0" brushRef="#br1" timeOffset="-218022.3559">-1855 1450 73 0,'0'0'163'0,"0"0"-9"0,0 0-15 0,10-11-13 16,-10 11-10-16,7-3-12 0,-4 1-8 0,-3 2-14 15,6-3-20-15,-4-1-43 0,3-2-57 16,-2 3-53-16,0-4-77 0,-1 3-181 0,1-2 80 0</inkml:trace>
          <inkml:trace contextRef="#ctx0" brushRef="#br1" timeOffset="-219850.3473">-1967 1244 105 0,'2'-4'162'0,"1"1"-13"0,1 0-8 0,-1 0-14 15,1 0-3-15,1 0-13 0,-1 1-8 0,-1 0-5 16,-3 2-14-16,7-3 8 0,-7 3-1 0,6-2-6 15,-2 2-2-15,-4 0-8 0,0 0-5 0,8 1-5 16,-8-1-4-16,5 2-9 0,-2 0-2 0,-3-2-10 16,5 4-1-16,-4-1-6 0,-1-3-1 0,3 7-4 15,-1-5-1-15,-2-2-2 0,2 7-3 0,-2-7-2 16,-1 7-1-16,1-7-2 0,-1 6-1 0,1-6-2 16,-5 7-4-16,3-4 2 0,-2 0 0 0,-2 0-7 15,1 0 4-15,-1 0-5 0,1 0-11 0,-3-1 0 16,2 0-1-16,-2-1-5 0,3 1-5 0,-2-1 2 15,-1-2-3-15,1 0 2 0,1 0 6 0,0-1-2 16,0 0 0-16,0 1 1 0,2-2-1 0,1 0 5 16,-1-1 7-16,4 4-1 0,-4-8 2 0,3 5 7 15,1 3 6-15,-3-9 1 0,3 9 10 0,0-9 8 16,0 3 5-16,0 6 6 0,0-9 2 0,0 9 5 16,3-9-5-16,-3 6 4 0,0 3-3 0,1-7-3 0,-1 7-3 15,0 0-8-15,0 0 1 0,2-5-8 0,-2 5 0 16,0 0-3-16,0 0-2 0,0 0-3 15,0 0 0-15,0 0-3 0,0 0 0 0,0 0-4 0,-2 21 2 16,1-17-1-16,1-4-4 0,-3 11-5 0,0-8-4 16,2 1-5-16,-1 0-4 0,2-4-6 0,-6 7-2 15,3-3-4-15,-1-2-8 0,1 1-6 0,-2 0-6 16,5-3-1-16,-7 3-7 0,-1-1-6 0,5-1 2 16,3-1-4-16,-11 0-8 0,6-1 16 0,-1-1 3 15,2 0 5-15,-1 0 1 0,-1-1 3 0,1 0 5 16,1-1 9-16,1 1-5 0,-1-1 5 0,4 4 15 15,-4-6 2-15,1 3 7 0,3 3 7 0,-5-6 11 16,5 6 13-16,-2-5 2 0,2 5 4 0,0 0 5 16,-2-6 0-16,2 6 0 0,0 0 1 0,-3-4-5 0,3 4-8 15,0 0-1-15,0 0-7 0,0 0 0 16,0 0-3-16,0 0-2 0,0 0-4 0,0 0 1 0,0 0-4 16,0 0 6-16,0 0-5 0,-3 14 4 0,3-14-5 15,0 7 0-15,0-7-1 0,0 7 0 16,0-7 1-16,-3 7-6 0,3-2-5 0,0-5 4 0,0 0-3 15,-2 8-2-15,0-6-6 0,2-2-1 0,-4 4-9 16,2-1-1-16,2-3-1 0,-8 3-6 0,5-2 3 16,-2 1-7-16,5-2 1 0,-11 1 6 0,5-1-2 15,-1-1 4-15,-1-2 4 0,3 2-1 0,-2-4-1 16,1 3 8-16,0-1 0 0,0-1 2 0,0 1 12 16,2 1 5-16,0-3 7 0,-1 3 5 0,2-2 3 15,3 4 7-15,-6-5 10 0,3 2 2 0,3 3-2 16,-6-6 3-16,6 6 2 0,-3-3 8 0,3 3-1 15,-3-3-1-15,3 3-3 0,0 0-8 0,0 0-4 16,0 0-4-16,0 0-1 0,0 0-4 0,0 0-1 16,0 0-5-16,0 0-1 0,0 0-1 0,0 0-4 15,0 0 0-15,5 18-2 0,-3-13 0 0,-2-5 0 16,2 8-4-16,-2-3 1 0,1 1 1 0,-3 0-4 16,2-6-1-16,-2 12-1 0,0-7 0 0,-1 2 1 0,-1-1-2 15,0-1-6-15,-1 1-6 0,0 0-14 16,0-2-16-16,-2 0-20 0,2-3-25 0,0 2-26 0,1-1-37 15,4-2-24-15,-8 0-42 0,8 0-158 0,-7-2-401 16,7 2 177-16</inkml:trace>
          <inkml:trace contextRef="#ctx0" brushRef="#br1" timeOffset="-219647.2378">-2211 1133 176 0,'0'0'297'0,"6"-6"-15"0,-3 4-15 0,-2-2-20 0,-1 4-19 16,5-6-22-16,-5 6-12 0,2-3-27 0,-2 3-18 16,0 0-16-16,3-4-30 0,-3 4-36 0,0 0-52 15,0 0-55-15,0 0-67 0,0 0-64 0,0 0-199 16,0 0-399-16,0 0 177 0</inkml:trace>
          <inkml:trace contextRef="#ctx0" brushRef="#br1" timeOffset="-218959.785">-2398 1118 164 0,'0'0'205'0,"0"0"-7"15,0 0-14-15,0 0-4 0,0 0-6 16,0 0-8-16,0 0-7 0,0 0-5 0,0 0-12 16,0 0-7-16,0 0-9 0,-2 9-5 0,2-9-5 0,0 0-6 15,0 11-10-15,0-11-6 0,2 8-10 0,-2-3-5 16,3 1-7-16,-2 0-8 0,1 0-5 0,1 2-6 15,-2-2-6-15,1 0 2 0,-1-1-11 0,1-1-3 16,-2 2-3-16,1 3-2 0,-1-3-4 0,0 0-4 16,0 0-2-16,0-6 2 0,-1 12-3 0,-2-7-3 15,0-1 0-15,-1 1-5 0,-1 2 2 0,2-2-1 16,-3 1-5-16,3-2-1 0,-2 2-5 0,0-3 2 16,0 0-8-16,-1 2 1 0,2-3-4 0,1 3-3 15,-3 0-5-15,2-2 4 0,-1 1-2 0,1-1 5 16,0 0-6-16,0 2 5 0,1-3-4 0,-1 2 1 15,3-1 1-15,1-3-1 0,-5 8 2 0,3-5 1 16,2-3 1-16,-2 5 4 0,2-5-2 0,-1 5 0 16,1-5-1-16,0 0 5 0,0 0 0 0,4 9-1 15,-4-9 1-15,4 4-1 0,-4-4-1 0,3 3 5 16,0-1-4-16,-3-2 4 0,6 3-4 0,-4-2 1 16,-2-1 4-16,7 3-2 0,-7-3 0 0,0 0 0 0,4 2-4 15,-4-2 3-15,3 4 0 0,-3-4 4 0,0 0-1 16,0 0 2-16,2 6-2 0,-2-6 4 0,0 0-2 15,0 0-1-15,0 0 0 0,-5 9 3 16,5-9-3-16,-3 4-1 0,3-4 2 0,-7 1 4 0,4 1-4 16,3-2 4-16,-9 2-5 0,4 0 5 0,0 0-1 15,-1-1 2-15,0 0-4 0,-3 1 0 0,1-1 1 16,0-1 0-16,-3 0-3 0,1 2 6 0,1-3-4 16,-1 1-1-16,1-2 2 0,2 2-1 0,-4 0-2 15,2 0 4-15,1-2-6 0,1-1 4 0,0 0-2 16,2 2 3-16,-1-2-2 0,2-2 2 0,-1 2-1 15,1-1 0-15,3-2 0 0,-1 0-3 0,1-2-1 16,1 2-2-16,0-3-5 0,3-1-14 0,-2 1-28 16,3 1-37-16,-1-2-46 0,1 1-52 0,3-3-55 15,-3 4-185-15,2 1-459 0,0-1 203 0</inkml:trace>
          <inkml:trace contextRef="#ctx0" brushRef="#br1" timeOffset="-216772.4356">-2576 981 94 0,'0'0'226'0,"2"-3"-16"0,-2 3-18 0,0 0-13 15,0 0-10-15,0 0-14 0,0 0-8 0,-10 17-8 16,5-11-12-16,-3 3-8 0,0 1-11 16,-2 0-10-16,0-2-15 0,-4 5-4 0,5-3-9 0,-6 1-16 15,2 0-31-15,-1-1-43 0,4-1-51 0,0-3-61 16,1 0-210-16,-1 0-370 0,4-3 164 0</inkml:trace>
          <inkml:trace contextRef="#ctx0" brushRef="#br1" timeOffset="-217053.6749">-2727 1158 13 0,'0'0'204'0,"0"0"-10"16,0 0-9-16,6 8-3 0,-6-8-17 0,2 8-8 15,-1-3-6-15,0 2-12 0,-1-7-5 0,1 9-10 16,-2-3-12-16,0 1-8 0,1 2-4 0,-3-1-6 15,3-2-7-15,0 0-7 0,0 1-7 0,-2 1-6 16,1-3-8-16,0 2-3 0,-3-1-5 0,0 0-7 16,2 0-5-16,-2 0-1 0,2-3-5 0,-1 2-4 15,0-3-9-15,-1 2-4 0,4-4-6 0,-7 4-6 16,3-1-3-16,-1-3-1 0,5 0-5 0,-7-1 2 16,7 1 1-16,-8-5 1 0,5 3 3 0,-1-2-1 15,1 1-3-15,-1 0 0 0,0-1 3 0,1 0-4 16,-1 0 1-16,2 0 6 0,-1 0-4 0,3 4 9 15,-5-7 0-15,3 4 1 0,2 3-1 0,-4-4-2 16,4 4 0-16,-3-3 1 0,3 3-3 0,-3-3-1 0,3 3 3 16,0 0-3-16,0 0-1 0,0 0 4 0,-10 4-5 15,5-3 0-15,2 2-2 0,0 0 3 0,3-3-4 16,-6 5-13-16,3-2-10 0,-2-1-16 0,1 0-21 16,1 0-36-16,3-2-49 0,-5 3-59 0,5-3-173 15,0 0-408-15,-6 3 182 0</inkml:trace>
        </inkml:traceGroup>
        <inkml:traceGroup>
          <inkml:annotationXML>
            <emma:emma xmlns:emma="http://www.w3.org/2003/04/emma" version="1.0">
              <emma:interpretation id="{9357E2FF-15E6-4DA1-964D-FFA766A0D616}" emma:medium="tactile" emma:mode="ink">
                <msink:context xmlns:msink="http://schemas.microsoft.com/ink/2010/main" type="inkWord" rotatedBoundingBox="11628,18082 10359,18084 10358,17717 11627,17714"/>
              </emma:interpretation>
              <emma:one-of disjunction-type="recognition" id="oneOf13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1" timeOffset="-215788.1412">-3188 1073 67 0,'0'0'234'0,"0"0"-18"0,0 0-17 16,0 0-9-16,0 0-4 0,0 0-1 0,0 0-8 16,0 0-15-16,0 0-6 0,-7 18-10 0,6-10-3 15,0 0-11-15,0 2-11 0,0-2-15 0,1 0-7 16,-1 1-7-16,-1 1-8 0,-1 3-8 0,0-3-6 16,0 2-11-16,1-2-23 0,0-3-25 0,-2 2-37 0,1-1-47 15,-1 0-57-15,1 0-58 0,-1-2-234 16,1 2-457-16,-2-3 202 0</inkml:trace>
          <inkml:trace contextRef="#ctx0" brushRef="#br1" timeOffset="-215538.1601">-3299 1252 132 0,'0'0'228'0,"0"0"-14"0,0 0-5 0,-2 15-12 0,2-15-8 16,-2 9-11-16,0 0-4 0,2-1-12 0,-2 1-11 16,1 1-5-16,-2 2-9 0,2-2-8 0,-3-1-11 15,0 3-12-15,0-1-6 0,0 1-14 0,-2-4-5 16,3-1-8-16,-2 1-6 0,0 0-14 0,2 0-24 16,-3-1-32-16,1-2-45 0,1-1-62 0,1-2-67 15,0 2-261-15,3-4-473 0,-8 2 211 0</inkml:trace>
          <inkml:trace contextRef="#ctx0" brushRef="#br1" timeOffset="-215038.1803">-3456 1184 108 0,'0'0'148'0,"3"-6"-24"0,-3 6-2 15,4-4-5-15,-4 4 1 0,5-3-19 0,-3 0 2 16,-2 3-3-16,7-3-7 0,-7 3 6 0,6-3-3 16,-3 1-13-16,-3 2-4 0,0 0-6 0,8 2 0 15,-8-2-10-15,0 0 3 0,5 0 1 0,-5 0-3 16,3 4-3-16,-3-4-9 0,0 0-1 0,1 5-2 15,-1-5-4-15,2 4-6 0,-2-4-1 0,0 0-5 16,0 0-4-16,-4 8-1 0,4-8-3 0,-3 4-1 16,3-4-1-16,-6 5-2 0,3-4-4 0,-1 1-3 0,0 1 1 15,0 0 0-15,-1-3-1 0,0 2-1 16,5-2-8-16,-9 3 5 0,5 0-2 0,-3-3 5 16,3 1-5-16,0 0 2 0,-2 2-4 0,1-1 1 0,5-2-2 15,-6 4-3-15,3-1 4 0,3-3 0 0,-6 5-4 16,5-2 4-16,-1 1 1 0,2-4-4 0,-3 8 10 15,2-4 5-15,-1 3 5 0,1 0 0 0,1-1 3 16,0 1-2-16,0 1 2 0,0 1-1 0,3-1-1 16,-3 1-2-16,1-2-2 0,-1 4-1 0,0-4-1 15,2 1 0-15,-1 1-3 0,-1-1-5 0,2-1 3 16,-2 2 2-16,-2-2-4 0,2 2-2 0,0-4-13 16,0-5-18-16,-1 11-23 0,-1-6-41 0,1-1-38 15,1-4-45-15,-3 7-63 0,3-7-124 0,-4 6-386 16,2-4 171-16</inkml:trace>
          <inkml:trace contextRef="#ctx0" brushRef="#br1" timeOffset="-214585.1019">-3612 1267 16 0,'0'0'145'0,"0"0"-19"0,-7 15-11 15,7-15-8-15,0 0-11 0,-4 1-14 0,4-1-3 16,0 0-4-16,0 0-7 0,0 0-5 0,-9-4-7 15,9 4-7-15,-3-3-6 0,3 3 3 0,0 0-10 16,-3-6 0-16,3 6-2 0,0 0-3 0,-2-6 0 16,2 6-4-16,0-7 5 0,0 7-9 0,0 0 1 15,3-8-3-15,-3 8-2 0,2-6-3 0,-2 6 10 16,4-5-4-16,-4 5 2 0,4-3 8 0,-4 3 1 16,5-1 0-16,-5 1 0 0,5 0-4 0,-5 0 8 15,6 3-4-15,-6-3 2 0,6 6-3 0,-4-1 10 0,-1-1-7 16,2 2 2-16,-2 0-1 0,-1 2 3 15,0 2-1-15,-1-3-2 0,1 1-3 0,-3 1 1 16,0 0-3-16,-3 2-4 0,0-1-3 0,1 1 1 0,-1-1-3 16,0-4-24-16,0 1-17 0,-1 0-43 0,3-3-54 15,-1 1-84-15,2-2-122 0,-1-2-347 0,4-1 154 16</inkml:trace>
          <inkml:trace contextRef="#ctx0" brushRef="#br1" timeOffset="-216053.7468">-3090 1193 218 0,'0'0'237'0,"0"0"-22"0,0 0-19 0,0 0-19 16,0 0-16-16,0 0-11 0,0 0-8 0,0 0-10 15,0 0-7-15,0 0-3 0,0 0-9 0,5 16-9 16,-2-12-3-16,-1 0-12 0,2 1-4 0,-2-2-3 15,1 1-1-15,2 2-1 0,-3-1-6 16,0-2-2-16,0 1-11 0,1-1-1 0,-3-3-7 0,4 5-7 16,-3-2-3-16,-1-3 1 0,0 0-10 0,1 6 3 15,-1-6-7-15,-5 6 2 0,5-6-9 0,-4 3-15 16,0-1-21-16,4-2-23 0,-11 3-26 0,5-3-44 16,0 0-42-16,-1-2-43 0,1 2-255 0,-1-2-482 15,1-2 214-15</inkml:trace>
          <inkml:trace contextRef="#ctx0" brushRef="#br1" timeOffset="-213100.8339">-3736 1243 81 0,'0'0'152'0,"0"0"-6"0,0 0-7 15,0 0-12-15,0 0 1 0,4-3-6 0,-4 3-7 16,0 0 0-16,0 0-8 0,0 0-5 0,0 0-2 16,0 0-7-16,0 0-4 0,0 0-8 0,0 0-9 15,0 0-8-15,4-3-5 0,-4 3-9 0,0 0-1 16,0 0-5-16,0 0-5 0,0 0-1 0,0 0-7 16,0 0-2-16,3 9-3 0,-3-9-2 0,2 4-7 15,-2-4 1-15,2 4-3 0,-2-4 2 0,0 0 0 0,3 6-3 16,-3-6-3-16,2 6-2 0,-2-6 2 0,1 5-5 15,-1-5 0-15,2 5 0 0,-2-5-3 16,0 0 0-16,0 7 1 0,0-7-4 0,0 0-9 0,-1 8-8 16,1-8-6-16,0 0-8 0,-4 5-10 0,4-5-12 15,-5 1-16-15,5-1-7 0,-7-1-3 0,7 1-1 16,0 0-10-16,-9-2 7 0,9 2-1 0,-6-3-1 16,3 1 12-16,3 2 5 0,-6-7-1 0,5 4 7 15,-3-1 3-15,4 4 10 0,-5-8 4 0,3 4 0 16,2 4 8-16,-1-8 5 0,0 3-4 0,1 5 20 15,0-10 2-15,0 10 6 0,0-8 10 0,0 8 12 16,2-7 6-16,-1 3 11 0,-1 4 1 0,3-7 10 16,-3 7 0-16,0 0 2 0,0-6 5 0,0 6 4 15,0 0-2-15,0 0-1 0,1-6-6 0,-1 6-2 16,0 0-7-16,0 0 0 0,0 0-2 0,0 0 1 16,-14 6-3-16,9-4-4 0,0 1-1 0,-1 0-2 15,-1 0 0-15,1 1-1 0,-1 1-4 0,-2-1 0 16,2 1 1-16,0-2-6 0,0 1-2 0,0 0-3 15,1 0 1-15,1 2 2 0,1-2-1 0,0 0 0 0,1-1-2 16,0 0 0-16,1 1-1 0,2-4-2 16,-4 6-2-16,4-6 3 0,-2 7-4 0,2-7-2 15,-1 5 1-15,1-5 1 0,0 0-6 0,3 7 4 0,-3-7 1 16,2 5 4-16,-2-5-2 0,4 3 2 0,-4-3 9 16,4 3-2-16,-4-3 2 0,5 3 2 0,-1 0-3 15,-4-3 1-15,6 3 3 0,-5 0 1 0,-1-3-1 16,5 4 1-16,-5-4 2 0,3 5 1 0,-3-5 2 15,1 3-1-15,-1-3-3 0,0 0 2 0,0 9-4 16,0-9 7-16,-4 5 3 0,1-2 3 0,-1 1 2 16,-1 0-7-16,-1-2-3 0,0 3 1 0,0-2 0 15,-1 0-1-15,0 1-1 0,-1-2-5 0,-3 1-6 0,3 0 0 16,0-2 3-16,-1 2 0 0,-1-1-5 0,1-1-1 16,-1-1 2-16,-1-1-3 0,3 1-1 0,0-2 3 15,1-1-4-15,-1 1 2 0,3-2-1 0,-1 0-3 16,2-2 3-16,0 0-2 0,2 1 0 0,0-3-1 15,2 0-2-15,1 0-4 0,1-1-9 0,0 0-15 16,3 0-20-16,-1 0-30 0,-1 0-26 0,2 0-25 16,0 1-62-16,-3 1-161 0,2 1-378 0,-2 0 167 15</inkml:trace>
          <inkml:trace contextRef="#ctx0" brushRef="#br1" timeOffset="-212507.1303">-4146 1182 70 0,'0'0'211'0,"0"0"-7"0,0 0-11 0,0 0-3 15,0 0-9-15,0 0-10 0,0 0-14 0,0 13-8 16,0-13-6-16,0 7-10 0,0-7-8 0,0 0-7 16,0 9-20-16,0-9-1 0,0 8-8 0,0-8-6 15,0 9-6-15,-1-5-4 0,1-4-6 0,-3 8-6 16,3-8-1-16,-1 9-6 0,-2-6-6 0,3-3-3 0,-5 7-6 16,2-3-5-16,1 0-3 0,-2-1-8 15,-1-1-13-15,1-1-12 0,-4 2-10 0,2 2-13 16,0-4-7-16,0-1-14 0,-1 1-13 0,0-2-4 15,-1 1-7-15,0-1-4 0,0-1-2 0,1 2-1 16,-1-3 1-16,3 1-1 0,-2-1 2 0,3 1 6 16,-1 0 0-16,2-2 3 0,3 4 2 0,-4-5 4 0,4 5 12 15,-3-3 3-15,3 3 6 0,0 0-3 0,2-9 11 16,-2 9-3-16,0 0 13 0,0 0 3 0,4-6 8 16,-4 6 6-16,4-3 8 0,-4 3 12 15,6-1 2-15,-6 1 12 0,6-1 0 0,-6 1 10 0,7 2 0 16,-3-1 8-16,0 1 6 0,-4-2 3 0,6 6 0 15,-3-3 10-15,-1 0-2 0,0 4-4 0,0-2-2 16,-2 3-4-16,0 1-3 0,-2-2-4 0,-3 1-2 16,1-1-5-16,-2 4 2 0,1-1-8 0,-1-2-4 15,1-1-2-15,-1 0-4 0,-2 0-6 0,2-1-17 16,0-3-22-16,0 3-28 0,1-4-35 0,1 0-39 16,0-1-45-16,4-1-214 0,-7-1-412 0,7 1 183 15</inkml:trace>
          <inkml:trace contextRef="#ctx0" brushRef="#br1" timeOffset="-212335.2685">-4164 1099 107 0,'0'0'221'0,"0"0"-26"16,0 0-15-16,0 0-18 0,-16 6-11 0,10-4-20 16,-1 1-12-16,3-2-15 0,-3 2-31 0,-1 0-30 15,0-1-46-15,3-1-47 0,-2 1-88 0,1-1-79 16,6-1-233-16,-9-1 104 0</inkml:trace>
        </inkml:traceGroup>
        <inkml:traceGroup>
          <inkml:annotationXML>
            <emma:emma xmlns:emma="http://www.w3.org/2003/04/emma" version="1.0">
              <emma:interpretation id="{13A5A38F-9932-4027-8C51-FD5F03D84634}" emma:medium="tactile" emma:mode="ink">
                <msink:context xmlns:msink="http://schemas.microsoft.com/ink/2010/main" type="inkWord" rotatedBoundingBox="10222,18163 8346,18167 8345,17667 10221,17663"/>
              </emma:interpretation>
              <emma:one-of disjunction-type="recognition" id="oneOf14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1" timeOffset="-207023.1393">-5567 1194 110 0,'0'0'172'0,"0"0"-12"0,0 0-11 0,0 0-13 0,0 0-1 16,0 0-6-16,0 0-12 0,0 0-5 0,0 0-9 15,0 0-7-15,0 0-7 0,6 10-9 0,-6-10-7 16,0 6-8-16,0-6-6 0,0 0-9 0,0 9-2 16,0-9-5-16,-3 6-2 0,3-6-7 0,-3 7 0 15,2-4-3-15,1-3-5 0,-4 5-7 16,4-5-10-16,-6 4-20 0,4-2 7 0,2-2-16 0,-7 5-9 16,4-4-9-16,3-1-8 0,-6 2-11 0,6-2 8 15,-7 0 1-15,7 0-6 0,-8-2 0 0,8 2 11 16,-5-2 2-16,5 2 5 0,-6-5 3 0,3 3 4 15,3 2-2-15,-4-6 14 0,4 6 4 0,-3-7 3 16,3 7 2-16,-2-7 14 0,2 7 7 0,0-7 0 16,0 7 8-16,0 0 7 0,0-10 5 0,0 10 3 15,0 0-8-15,0-8 10 0,0 8-2 0,0 0-14 16,0 0 6-16,0 0-5 0,1-5 0 0,-1 5-2 16,0 0 2-16,0 0-4 0,0 0 2 0,0 0-5 0,0 0 2 15,0 0-4-15,0 0 3 0,0 0-4 16,0 0-5-16,-3 20 3 0,3-20-7 0,-2 7 5 15,2-7-6-15,-4 8-1 0,2-3-5 0,-1-2-4 0,3-3-7 16,-6 7 3-16,3-5-7 0,0 0-3 0,0 0-1 16,3-2-9-16,-9 5-5 0,5-4-10 0,-1 1-10 15,5-2 3-15,-9 1-12 0,4 0 1 0,0-1 1 16,5 0 10-16,-9-2 1 0,4 1-6 0,5 1 13 16,-5-2 11-16,1-1-3 0,4 3 7 0,-2-5 10 15,2 5 13-15,-3-6 10 0,3 6 5 0,-2-6 5 16,2 6 6-16,0 0 7 0,-1-9 12 0,1 9 8 15,-1-5 10-15,1 5-8 0,0 0 7 0,0-7-3 16,0 7-3-16,0 0-4 0,0 0-1 0,-2-6-4 16,2 6-2-16,0 0-3 0,0 0-6 0,0 0 1 15,0 0-9-15,0 0 4 0,0 0-6 0,0 0-4 16,0 0 4-16,0 0 0 0,0 0-8 0,0 0-2 0,-3 16 0 16,3-16-8-16,-1 5 7 0,1-5-1 0,-2 7 2 15,2-7-6-15,-1 5-2 0,1-5-3 0,-2 6-6 16,-1-3-5-16,3-3-5 0,-6 3-7 0,3 0-1 15,-1-2-7-15,4-1-10 0,-10 4-8 0,3-4 2 16,-1 2-4-16,3-2-5 0,-2-1 7 0,0 1-7 16,0 0 15-16,2-1 1 0,5 1 8 0,-9-3 11 15,4 1-5-15,2-1 8 0,3 3 1 0,-5-5 6 16,1 1 12-16,1 1 2 0,3 3 17 0,-3-8 11 16,1 4 4-16,2 4 2 0,-2-8 7 0,2 8-7 0,0-7 11 15,0 7-2-15,-1-5-1 0,1 5-6 0,0 0 0 16,-1-7-11-16,1 7 2 0,0 0 0 15,0 0-2-15,0 0-7 0,0 0 3 0,0 0-2 0,0 0-1 16,0 0-1-16,0 0 4 0,0 0-11 0,0 0 0 16,0 0 1-16,-5 13-1 0,5-13 0 0,-2 7-2 15,2-7-6-15,-1 7 5 0,-1-3-1 0,2-4-1 16,-3 6-3-16,-1-1-3 0,4-5 1 0,-5 5-7 16,3-3-7-16,2-2-1 0,-7 4-1 0,3-3-5 15,1 1 1-15,3-2-12 0,-12 1 6 0,6 0-13 16,0 0-2-16,0-2-2 0,-1 0 12 0,1-1 2 15,0 1-6-15,2 0 10 0,4 1 3 0,-8-3 1 16,5 1 5-16,3 2 5 0,-6-6-6 0,4 3 18 16,2 3 12-16,-5-6 3 0,5 6 7 0,-3-6 5 15,3 6 6-15,-3-4 6 0,3 4 9 0,-1-5 6 16,1 5 1-16,0 0-3 0,-2-6-1 0,2 6-7 16,0 0-1-16,0 0-4 0,0 0-6 0,-2-3-5 15,2 3-1-15,0 0-6 0,0 0-2 0,0 0 1 16,0 0-2-16,0 0-4 0,0 0-1 0,0 0-3 0,0 0 1 15,0 15-1-15,0-15-2 0,2 8 3 0,-2-8 1 16,-1 7-3-16,1-7 0 0,1 7 2 0,-1-7-2 16,-2 8-3-16,2-8-2 0,-4 9 3 15,1-6-1-15,0 2-2 0,-2-1 2 0,0-1-1 0,-1 1-2 16,-1-1-3-16,0 0 1 0,-4-1 2 0,1 0-8 16,-1 1-4-16,1-1-5 0,0-2-9 0,2 0-7 15,0-1-8-15,1 1-31 0,1-3-20 0,2 0-38 16,1 0-43-16,0-1-159 0,3 4-353 0,-3-9 157 15</inkml:trace>
          <inkml:trace contextRef="#ctx0" brushRef="#br1" timeOffset="-206335.6696">-5574 1358 94 0,'0'0'276'0,"0"0"-7"15,1-6-12-15,-1 6-16 0,0 0-16 0,2-5-15 0,-2 5-20 16,0 0-21-16,1-7-15 0,-1 7-15 0,0 0-21 16,0 0-30-16,0-6-46 0,0 6-76 0,0 0-71 15,0 0-93-15,0 0-159 0,-13 2-385 0,5 0 172 16</inkml:trace>
          <inkml:trace contextRef="#ctx0" brushRef="#br1" timeOffset="-206663.778">-5749 1114 137 0,'0'0'180'0,"0"0"-16"0,0 0-12 16,0 0-13-16,0 0-11 0,0 0-8 0,0 0-8 15,0 0-2-15,-17 6-9 0,12-5-6 0,-1-1-7 16,6 0-4-16,-11-1-11 0,5 2-3 0,-1-2-6 15,1 0-10-15,-1 0-2 0,2 0-6 0,1-1-5 16,-1-1-2-16,1 1-2 0,4 2-9 0,-6-5 0 16,3 2-8-16,3 3-12 0,-4-9-8 0,4 6-16 15,0 3-13-15,-2-11-10 0,3 5-12 0,-1 6 2 16,1-10-3-16,1 6-10 0,0 0 4 0,-2 4-11 0,4-7 11 16,-2 3-5-16,-2 4-2 0,4-6-5 15,-4 6-12-15,3-3-20 0,-3 3-116 0,0 0-236 16,0 0 105-16</inkml:trace>
          <inkml:trace contextRef="#ctx0" brushRef="#br1" timeOffset="-205945.1061">-5953 1389 188 0,'0'0'200'0,"0"0"-11"16,0 0-13-16,0 0-14 0,0 0-10 0,0 0-12 16,0 0-13-16,-14 5-8 0,7-4-7 0,3 0-15 15,-3 0-8-15,1 1-9 0,-1-2-20 0,1 3-23 16,-1-3-40-16,1 0-41 0,0-1-59 0,0-1-194 16,1 0-321-16,1-1 142 0</inkml:trace>
          <inkml:trace contextRef="#ctx0" brushRef="#br1" timeOffset="-205132.6621">-6075 1204 139 0,'0'0'172'16,"0"0"-13"-16,0 0-4 0,0 0-11 0,0 0-4 15,0 0-10-15,0 0-5 0,0 0-6 0,2 13-9 16,-2-13-5-16,1 8-9 0,-1-8-10 0,-2 9-2 16,1-5-4-16,1-4-9 0,-3 10-3 0,1-6-6 15,0 2-1-15,0-2-10 0,0 1-2 0,2-5-8 16,-5 7-2-16,3-3-4 0,-1 0-1 0,0-1-6 15,0 0-3-15,3-3-3 0,-4 6-4 0,-1-6-2 16,2 3-7-16,3-3-7 0,-9 2-2 0,4 1 0 16,-1-2-11-16,0 1 7 0,0-4-7 0,-1 4 4 0,1-4 0 15,-1 1 6-15,1-1-4 0,2 0 5 16,4 2 0-16,-9-4-5 0,5 4 7 0,4 0-2 16,-6-5 3-16,6 5 8 0,-4-3-1 0,4 3-2 0,0 0 3 15,-4-2-5-15,4 2 2 0,0 0-1 0,0 0-1 16,0 0 2-16,0 0 5 0,0 0-3 15,0 0-1-15,0 0 5 0,0 0-6 0,0 0 0 0,0 0 2 16,0 0-4-16,8 14 2 0,-7-11-2 0,2 2 1 16,-3-5-2-16,3 6 0 0,-2-3 0 0,-1-3-2 15,2 8 3-15,-2-8 0 0,2 7-2 0,-2-7-1 16,0 6 0-16,0-6-3 0,0 0-2 0,0 0-6 16,0 0-6-16,-5 7-7 0,5-7-10 0,0 0-5 15,-6-1-3-15,6 1-4 0,0 0-13 0,-10-4 0 16,10 4-16-16,-6-4 6 0,2 0 5 0,1 1-13 15,1-3 7-15,-1 3 1 0,0-1 1 0,0-1 0 16,1-1 10-16,0 2 9 0,0-1 0 0,-1 1 6 0,3 4 5 16,-3-8 1-16,1 4 1 0,2 4 12 15,-4-8-8-15,2 5 9 0,2 3 2 0,-4-7 4 16,4 7 3-16,-4-4 0 0,0 3 4 0,4 1-1 0,-5-3 13 16,5 3-4-16,-7-1 1 0,7 1 5 0,-7-1 3 15,7 1-2-15,-8 1 2 0,8-1 1 0,-7 1 4 16,3 2-2-16,-1-1 7 0,2 1-5 0,0 1 1 15,-1-1 1-15,0 0-2 0,1 2 6 0,2 1 2 16,-2-2 5-16,2 2-1 0,-1 0 4 0,1 2 11 16,-1-1 1-16,0 1 5 0,1-1 0 0,1 1 9 15,0 0 3-15,0 0 4 0,1 1 7 0,0 0-2 16,-1-1 3-16,0 0-3 0,1 1 2 0,2 4-12 16,0-2 2-16,-3-2-2 0,2 1-5 0,-1 1-6 15,-1 0-3-15,1-2-5 0,-1 1-4 0,0-2-8 16,-1 0-22-16,1-3-26 0,-2 3-30 0,1-2-40 15,1-6-42-15,0 7-52 0,0-7-207 0,-4 5-423 0,4-5 188 16</inkml:trace>
          <inkml:trace contextRef="#ctx0" brushRef="#br1" timeOffset="-204835.8126">-6191 1059 5 0,'2'-5'252'0,"-2"5"-10"0,2-4-4 16,-2 4-10-16,2-3-12 0,-2 3-7 0,0 0-14 15,3-5-15-15,-3 5-14 0,0 0-16 0,0 0-13 0,0 0-12 16,0 0-14-16,2-5-17 0,-2 5-30 0,0 0-34 16,0 0-52-16,0 0-60 0,0 0-62 0,-14 10-88 15,9-6-129-15,-3 3-390 0,-1-2 173 0</inkml:trace>
          <inkml:trace contextRef="#ctx0" brushRef="#br1" timeOffset="-211272.8128">-4466 1180 177 0,'0'0'200'0,"0"0"-19"0,0 0-7 16,0 0-8-16,0 0-12 0,0 0-7 0,0 0-19 15,0 0-3-15,0 0-7 0,6 15-10 0,-6-15-7 16,1 7-11-16,1-3-10 0,-2-4-6 0,0 8-5 15,0-8-10-15,-2 8-6 0,-1-4-7 0,3-4-2 16,-4 8-2-16,0-5-8 0,2 0-2 0,-3-1-7 16,1 0-6-16,-1 0-10 0,0 1-6 0,-1-2-9 15,0 1-3-15,6-2 2 0,-8 0 0 0,4 0-1 16,4 0 2-16,-7 0 2 0,7 0-4 0,0 0 6 16,-8-1 0-16,8 1-2 0,0 0 1 0,-5-2 4 15,5 2-1-15,0 0 0 0,0 0-2 0,0 0-1 16,0 0 0-16,-6 2 0 0,6-2 3 0,0 0 2 0,0 0-1 15,0 0-2-15,0 0 4 0,0 0-6 0,5 13 3 16,-3-8 2-16,-2-5-1 0,3 7 2 0,-2-4-5 16,1 1 4-16,-2-4-2 0,2 7 2 0,-1-3-1 15,-1-4 2-15,1 8 0 0,-1-8-1 0,-3 7 2 16,3-7-9-16,-3 5-7 0,3-5-8 0,-4 4-14 16,4-4-11-16,-6 2-9 0,6-2-1 0,-6 1-12 15,6-1-14-15,-8-3 0 0,8 3-4 0,-5-4-4 16,5 4 6-16,-5-5 2 0,2 2 2 0,0-2 1 15,3 5-1-15,-3-8 14 0,2 2 11 0,1 6 7 16,-1-8-3-16,0 3 14 0,1 5-3 0,-2-10 6 16,2 10 12-16,-1-8 4 0,0 4 10 0,1 4 0 15,-2-8 11-15,2 8-4 0,-3-4 5 0,3 4 1 16,-6-3 8-16,6 3 4 0,-8-1-6 0,3 1 6 0,5 0 0 16,-9-1 8-16,9 1 7 0,-8 1-11 15,8-1 1-15,-9 1 6 0,4 2 0 0,1-1-3 16,0 0-7-16,1 1 14 0,-1 0-7 0,1 2 12 0,0-1 4 15,-1 0 8-15,1 3-4 0,-1 1 12 0,1-3 7 16,1 2 0-16,0 0 5 0,1 2-2 0,0-1 4 16,1 1 2-16,0 0 3 0,0 0-4 0,1 0 8 15,0 2-4-15,1-2 1 0,1 4 3 0,-1 1-7 16,0-1-3-16,1-1-4 0,-1 0-8 0,0 0 0 16,0-2-10-16,0-1-5 0,-2 1-6 0,1-2-12 15,-1-1-20-15,1-1-27 0,-1-6-40 0,-1 10-36 16,1-10-45-16,-1 7-55 0,1-7-212 0,0 0-443 15,0 0 196-15</inkml:trace>
          <inkml:trace contextRef="#ctx0" brushRef="#br1" timeOffset="-211006.2401">-4500 1079 188 0,'0'0'309'0,"4"-5"-12"0,-4 5-18 16,3-2-12-16,-3 2-19 0,3-4-23 0,-3 4-28 15,0 0-14-15,0 0-25 0,0 0-20 0,0 0-50 16,0 0-65-16,0 0-97 0,0 0-104 0,0 0-214 15,-9 11-423-15,9-11 187 0</inkml:trace>
          <inkml:trace contextRef="#ctx0" brushRef="#br1" timeOffset="-210429.1563">-4810 1249 36 0,'0'0'197'0,"0"0"0"15,0 0-7-15,7 15-7 0,-5-12-10 0,-2-3-3 16,2 11-4-16,-2-5-6 0,0 3-5 0,0-1-9 16,0 0-10-16,-1 1-7 0,-1 0-11 0,1 0-11 15,-1 1-8-15,-1-2-10 0,0 0-7 0,-1 0-12 0,-1 0-8 16,0 0-25-16,0-1-28 0,-2-1-41 0,1 1-56 16,-1-2-48-16,1-1-70 0,0 0-170 0,0-1-405 15,1-1 180-15</inkml:trace>
          <inkml:trace contextRef="#ctx0" brushRef="#br1" timeOffset="-210038.544">-4916 1284 127 0,'0'0'115'0,"-4"-2"-8"16,4 2-9-16,0 0-1 0,-4-4-13 15,4 4-10-15,-4-4-7 0,4 4-5 0,-3-3-3 16,3 3-4-16,0 0 1 0,-2-7-7 0,2 7-1 0,0 0-5 16,-1-7-4-16,1 7-6 0,0 0-1 0,0 0-2 15,0 0-13-15,4-10 11 0,-4 10-10 0,0 0 3 16,3-4 4-16,-3 4-2 0,4-3-6 0,-4 3 6 15,0 0 4-15,6-2 10 0,-6 2-5 0,0 0 7 16,7 2 3-16,-7-2 2 0,3 4 3 16,-3-4 6-16,2 8 2 0,0-4 3 0,-2-4-2 0,0 13 0 15,0-9 0-15,0 5-6 0,0-2-4 0,-2 1-6 16,-1 0-1-16,1-1-3 0,-2-1-5 0,1 2-3 16,0-4-10-16,-1 2-21 0,0-2-38 0,-1 1-37 15,1-3-54-15,-1 1-57 0,-1-1-127 0,0 0-342 16,-1-1 152-16</inkml:trace>
          <inkml:trace contextRef="#ctx0" brushRef="#br1" timeOffset="-209226.1153">-5010 1183 165 0,'0'0'169'15,"0"0"-8"-15,0 0-14 0,0 0-10 0,-1 21-8 16,1-21-18-16,-3 6-7 0,1-2-7 0,2-4-14 16,-4 8-7-16,2-5-3 0,-2 1-10 0,2 0-7 15,-3 0-6-15,1-1-3 0,1 0-6 0,-2 2-5 16,2-3-11-16,0 0-3 0,3-2-9 0,-8 3-8 15,8-3-8-15,-6 0 1 0,6 0 0 0,-6-1 1 0,6 1-9 16,0 0 2-16,-7-5 3 0,5 1-1 16,2 4 6-16,-4-7-2 0,4 7 7 0,0-9-5 15,0 9 12-15,-1-10 4 0,1 10 0 0,1-9 8 0,-1 9 4 16,0-7-3-16,0 7 6 0,0-8 4 0,0 8-5 16,0-5 0-16,0 5-6 0,0 0-2 0,0 0-4 15,0 0 3-15,0 0-5 0,0 0-4 0,0 0 3 16,0 0-1-16,0 0 0 0,0 0-4 0,0 0 0 15,0 0 0-15,0 0-4 0,-6 15 1 0,4-11-7 16,2-4-5-16,-5 7-11 0,2-4-14 0,0 1-4 16,-2-2-16-16,1 1-4 0,-2-1-13 0,2 1-15 15,4-3 0-15,-8 3-9 0,3-3 1 0,5 0-6 16,-8 1 16-16,4-1 3 0,4 0 8 0,-8 0 2 16,8 0 6-16,-7-1 14 0,7 1 1 0,-5-4 15 15,5 4 7-15,-3-4 17 0,3 4 4 0,-3-4 17 16,3 4 9-16,-1-5 18 0,1 5 2 0,0 0 13 0,-3-6-1 15,3 6 6-15,0 0 1 0,0 0 0 16,-2-5-4-16,2 5 4 0,0 0-4 0,0 0-2 16,0 0 3-16,0 0-8 0,0 0-2 0,0 0 3 0,0 0-1 15,0 0 3-15,0 0 6 0,0 0-3 0,0 0 2 16,0 0 0-16,0 0 0 0,5 17-8 16,-5-17 3-16,2 7 2 0,0-3 1 0,-1 2-1 0,1-2-5 15,0 1-1-15,-1-1-2 0,-1-4-4 0,2 9 1 16,-1-3-1-16,-1-1 2 0,0-5-9 0,0 9-3 15,0-3-1-15,0-6-1 0,-1 9-3 0,-2-2 2 16,3-2-3-16,-3-1-6 0,1 2 1 0,-1 0-6 16,0-1-1-16,0-2 0 0,-1 2-1 0,-2 1 2 15,0-2-7-15,0-1 0 0,-1 2-2 0,1-1 2 16,-3-1-1-16,-3 1 0 0,2 0 0 0,-1 0 0 16,-1 0-4-16,2-2 1 0,-3 1-3 0,1-2-2 15,-2 2-3-15,1-3 1 0,1-1 0 0,1-1 1 16,0 1-1-16,2-1-3 0,2-1-2 0,0-3-4 15,1 2-4-15,1-3-2 0,1 0-15 0,2-2-10 16,2 0-4-16,-1-4-21 0,2 1-27 0,2-1-15 16,0 0-23-16,1 1-30 0,1 0-27 0,2 2-212 0,-2-1-432 15,2 1 191-15</inkml:trace>
          <inkml:trace contextRef="#ctx0" brushRef="#br1" timeOffset="-208882.3938">-5105 1111 92 0,'0'0'180'0,"0"0"-18"0,0 0-5 0,-10 7-14 16,10-7-8-16,-6 1-9 0,6-1-9 0,-7 1-5 16,2-1-11-16,5 0-5 0,-7 0-9 0,7 0-9 15,-9-2-6-15,6-1-7 0,3 3-8 0,-6-5-10 16,4 1-5-16,2 4-8 0,-1-8-17 0,1 3-9 16,0 5-6-16,0-10-1 0,0 10-9 0,1-11-4 15,1 5 7-15,-1 2-1 0,-1 4-5 0,2-9 1 16,-2 4 1-16,0 5-6 0,0-7-13 0,0 7-24 15,0 0-19-15,-2-9-25 0,2 9-22 0,-3-5-131 16,3 5-269-16,-4-4 119 0</inkml:trace>
        </inkml:traceGroup>
        <inkml:traceGroup>
          <inkml:annotationXML>
            <emma:emma xmlns:emma="http://www.w3.org/2003/04/emma" version="1.0">
              <emma:interpretation id="{E2F64140-F6CE-4D39-9543-376A355BC544}" emma:medium="tactile" emma:mode="ink">
                <msink:context xmlns:msink="http://schemas.microsoft.com/ink/2010/main" type="inkWord" rotatedBoundingBox="8235,18122 5936,18127 5935,17502 8234,17497"/>
              </emma:interpretation>
              <emma:one-of disjunction-type="recognition" id="oneOf15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1" timeOffset="-196914.5109">-8377 1099 112 0,'0'0'222'0,"0"0"-15"0,0 0-8 0,0 0-9 16,0 0-8-16,0 0-10 0,0 0-4 0,0 0-5 16,0 0-8-16,5 21-9 0,-3-14-5 0,0 1-8 15,-1 1-12-15,-1-1-5 0,1 2-17 0,0-1-8 16,0 1-7-16,0-1-10 0,-1 0-12 0,-1 1-26 16,0 2-32-16,0-4-47 0,0 1-54 0,-4 4-58 15,2-4-57-15,-1 0-183 0,-2 1-429 0,2-2 190 16</inkml:trace>
          <inkml:trace contextRef="#ctx0" brushRef="#br1" timeOffset="-196680.1521">-8453 1267 92 0,'0'0'195'0,"0"0"-5"0,0 0-3 0,6 15-7 16,-6-11-8-16,0-4-9 0,0 13-10 0,0-4-4 16,-1 0-11-16,-2 3-3 0,1-3-14 0,-1 3-9 15,-1 0-13-15,0-1-8 0,-1-3-10 0,0 4-10 16,1-4-27-16,-4 1-32 0,3-1-43 0,0-2-51 0,2-1-49 16,-2 1-227-16,-1-2-386 0,1-2 171 15</inkml:trace>
          <inkml:trace contextRef="#ctx0" brushRef="#br1" timeOffset="-196133.3173">-8570 1186 25 0,'0'0'115'0,"1"-7"-2"0,-1 7-10 0,3-5 1 16,-3 5-7-16,4-5-2 0,-4 5-7 0,3-4-8 15,-3 4-5-15,4-5-7 0,-4 5-1 0,4-3-10 16,-4 3-1-16,5-3 3 0,-5 3-10 0,4 0-1 15,-4 0-6-15,0 0-4 0,6-1 5 0,-6 1-10 0,0 0 9 16,0 0 1-16,5 3 0 0,-5-3 3 0,0 0 3 16,3 4-3-16,-3-4 8 0,1 5-8 15,-1-5 5-15,0 0-5 0,0 7 0 0,0-7-6 0,0 0-4 16,0 9-2-16,0-9-1 0,-2 6-4 0,2-6 0 16,-4 6-4-16,1-4-3 0,-1 1 1 15,4-3-3-15,-8 8-2 0,2-4-3 0,2 0-2 0,-2 1 0 16,2-1 0-16,-2 1-1 0,0-1-5 0,0 1 3 15,1 1-4-15,-1-2-1 0,3-1 1 0,-1 2 0 16,-2 1-3-16,2 0 1 0,0-1-6 0,0-1 9 16,2 2-7-16,-2-1 7 0,2-1-5 0,0 2 0 15,-1 0 6-15,3 2-1 0,-2-2 2 0,2 0 3 16,-1 1-1-16,1 1 2 0,0 1 5 0,1 0-3 16,1-2 0-16,-2 3 8 0,1-2-3 0,1 1-4 15,0-1 0-15,0 0 0 0,-1 0-6 0,0 0 2 16,1-1 0-16,-1-2-18 0,-1 2-16 0,0-2-25 0,0-5-31 15,-1 9-46-15,1-9-52 0,-2 7-189 16,-1-3-394-16,3-4 175 0</inkml:trace>
          <inkml:trace contextRef="#ctx0" brushRef="#br1" timeOffset="-204382.7195">-6446 1264 45 0,'0'0'104'15,"0"0"-6"-15,0 0-6 0,0 0-9 0,0 0-11 16,0 0-10-16,0 0 1 0,0 0-1 0,0 0-6 16,0 0-8-16,-17-2-10 0,17 2 3 0,0 0-10 15,-5-4 2-15,5 4-1 0,-4-3-6 0,4 3 1 16,-3-5-5-16,3 5-4 0,-1-7 2 0,1 7-3 0,-1-6 1 15,1 6-7-15,0 0-1 0,2-8 3 16,-2 8 1-16,3-4-3 0,-3 4 6 0,4-4 4 16,-4 4 10-16,3-3-5 0,-3 3 7 0,6-2 2 0,-6 2 4 15,0 0 3-15,5-2 3 0,-5 2-6 0,0 0 4 16,6 4 0-16,-6-4 7 0,3 6 2 0,-2-2-2 16,-1-4 2-16,0 12 3 0,-1-5-4 0,-4 4-3 15,1 1 0-15,-1 0-5 0,-2 3 2 0,0-3-7 16,-1 0 3-16,0 0-7 0,0-1-4 0,-1-1-24 15,1 0-34-15,-1 0-56 0,5-4-55 0,-2-1-191 16,0-3-356-16,2 3 159 0</inkml:trace>
          <inkml:trace contextRef="#ctx0" brushRef="#br1" timeOffset="-202976.5719">-6488 945 22 0,'0'0'191'0,"0"0"-8"0,0 0-4 0,0 0 0 15,0 0-4-15,0 0-10 0,-8 21-5 0,5-14-12 16,-3 2-8-16,-1 3-10 0,0-1-12 0,-1 1-9 16,-1-2-7-16,-2 5-11 0,0-1-10 0,0 0-10 15,2-3-21-15,0-2-39 0,0-1-65 0,2-3-74 16,1 2-227-16,1 0-382 0,-1-4 169 0</inkml:trace>
          <inkml:trace contextRef="#ctx0" brushRef="#br1" timeOffset="-203632.7727">-6613 1134 28 0,'0'0'183'0,"0"0"-6"0,0 0-9 15,0 0-7-15,0 0-11 0,3 20-13 0,-3-20-10 16,0 8-12-16,1-4-13 0,-1-4-9 0,1 11-8 16,-1-6-11-16,0 0-5 0,0 3-5 0,-1-1-6 15,0 1-5-15,0 0-9 0,-1-1-3 0,-1 1-5 16,-1-1-2-16,0 1-1 0,0-1-5 0,-2 2-5 15,2-3-6-15,-1 0-4 0,1 0 1 0,0-3-4 16,2 0-2-16,-2 0-6 0,4-3 2 0,-5 5 1 16,5-5-13-16,-6-2 14 0,6 2-4 0,0 0-7 15,-7-6 9-15,5 2 3 0,2 4 0 0,-2-9 6 16,0 1 1-16,0 0 1 0,1 0 4 0,-1-1-5 16,1-1 3-16,0 1-1 0,0 0-1 0,0-1-1 15,1 1-2-15,-1 0 1 0,1 1-2 0,0 2-3 0,0 6-19 16,-1-7-25-16,1 7-42 0,-1-8-39 0,1 8-70 15,0 0-134-15,-5-1-346 0,5 1 153 0</inkml:trace>
          <inkml:trace contextRef="#ctx0" brushRef="#br1" timeOffset="-201211.0611">-6788 856 46 0,'0'0'187'0,"0"0"-4"15,-9 16-8-15,3-8-11 0,-3 1-10 0,-2 4-5 16,-2 0-16-16,0 2-6 0,1 1-11 0,-1-1-12 16,0 0-14-16,0 2-7 0,-1-1-7 0,1-3-8 15,1 2-22-15,2-4-33 0,1 0-55 0,3-4-54 16,1-1-200-16,0-1-321 0,2-1 141 0</inkml:trace>
          <inkml:trace contextRef="#ctx0" brushRef="#br1" timeOffset="-203351.5444">-6805 1279 38 0,'2'6'174'0,"-2"-6"-7"0,2 8-7 16,-2-4-9-16,0-4-7 0,3 9-1 0,-3-5-10 0,0 4-6 15,-2 0-1-15,1 1-10 0,-1 0-6 0,0 0-9 16,-1-1-6-16,-1 0-14 0,-2 3 1 0,-1-1-13 15,0-1-3-15,1-1-10 0,-1 0-24 0,1-1-13 16,0-2-25-16,0 0-34 0,1 0-44 0,2-1-25 16,0-2-31-16,3-2-163 0,-8 1-326 0,8-1 144 15</inkml:trace>
          <inkml:trace contextRef="#ctx0" brushRef="#br1" timeOffset="-201726.6496">-6977 1109 35 0,'0'0'210'0,"0"0"-15"0,0 0-5 0,0 0-11 15,3 18-9-15,-2-13-9 0,-1 2-9 0,2 2-3 16,0-1-13-16,-2 1-10 0,1-3-10 0,0 3-7 16,-1-2-8-16,0 1-7 0,0 0-10 0,-1-1-10 15,1 0-7-15,0 1-6 0,-1-3-5 0,0 2-5 16,1-7-3-16,-3 10-5 0,2-5-6 0,-2 0-6 16,0-2-10-16,1 1-9 0,-1 1-13 0,-1-2-10 15,0 0-13-15,0 3-8 0,0-5-12 0,-1 2-7 16,0-1-1-16,1-1-5 0,4-1 1 0,-11 0 2 15,5 0 2-15,6 0-1 0,-9-3 8 0,5 1 5 16,-2-2 6-16,3 1-4 0,-2 1 6 0,2-2 8 16,0 0-1-16,0-1 3 0,1 0 9 0,0 1 1 15,2 4 9-15,-5-9 9 0,5 4 6 0,0 5 8 16,-3-8 8-16,2 4 5 0,1 4 1 0,-2-6-6 0,2 6 1 16,-2-4-1-16,2 4 2 0,0 0-2 0,0 0-4 15,0 0 1-15,0-8-6 0,0 8 0 0,0 0 1 16,0 0-2-16,0 0 3 0,0 0-3 0,0 0-11 15,0 0 7-15,0 0 3 0,0 0-6 0,9 11 4 16,-9-11-6-16,1 6 0 0,-1-6-4 0,0 6 7 16,0-6 1-16,-2 9-6 0,-1-5-2 0,2 1-1 15,1-5 1-15,-8 6 0 0,4-5 1 0,-2 2-2 16,0 0-2-16,-1-1-5 0,2 1 1 0,-3-1-3 16,2-1 2-16,0 0 0 0,-1 1 0 0,3-1 2 15,4-1 3-15,-8 0-3 0,8 0-7 0,-7-3 6 16,7 3 4-16,-5-1-1 0,5 1 5 0,-5 0-1 15,5 0 1-15,0 0 1 0,0 0-1 0,0 0-3 0,-5-3 1 16,5 3 2-16,0 0-1 0,0 0 0 16,0 0 1-16,0 0 0 0,0 0-1 0,0 0 2 15,0 0 2-15,0 0-4 0,11 14-2 0,-9-12 0 0,-2-2 4 16,4 7-4-16,-1-3 0 0,-2 0-4 0,-1-4 2 16,3 8 2-16,-3-8 0 0,2 5-3 0,-1-1 2 15,-1-4-2-15,3 5 3 0,-3-5 1 0,0 0 1 16,0 0-6-16,0 0-4 0,0 0-10 0,0 0-1 15,-6 6-4-15,6-6-5 0,0 0-3 0,0 0-1 16,-9-5-1-16,9 5 0 0,-6-6-8 0,3 3 4 16,3 3-6-16,-7-6 9 0,4 5-5 0,0-3-2 15,3 4 6-15,-6-7-5 0,2 4 3 0,2-1 3 16,-1 1 2-16,3 3 2 0,-5-6 6 0,3 3 8 16,2 3-6-16,-6-5-2 0,3 2 5 0,3 3 1 15,-7-3 2-15,7 3 4 0,-6-3-2 0,1 3 5 16,5 0 1-16,-7-1 2 0,7 1 1 0,-8 2 5 0,4 0 2 15,4-2 5-15,-8 2 0 0,5 1 1 0,3-3-1 16,-5 4 10-16,3-1-3 0,2-3 4 16,-4 7 3-16,2-3 4 0,-1 3 1 0,2-3 5 0,0 4 1 15,1-8 0-15,-1 11 9 0,1-2 4 0,1-1 1 16,-2 0 10-16,1 0 0 0,0 2 1 0,1-1-2 16,0 0 1-16,-1 0-2 0,1-1 0 0,0 4-7 15,-1-3-2-15,2-1-7 0,-2 0-3 0,0 1-5 16,0-2-3-16,2-1-5 0,-2-1-6 0,0-5-11 15,-2 11-12-15,2-11-17 0,2 7-16 0,-2-7-15 16,0 5-25-16,0-5-22 0,0 0-36 0,0 0-28 16,0 0-40-16,0 0-166 0,0 0-399 0,0 0 177 15</inkml:trace>
          <inkml:trace contextRef="#ctx0" brushRef="#br1" timeOffset="-201414.1846">-7140 1135 227 0,'0'0'270'0,"1"-6"-9"16,-1 6-11-16,3-6-22 0,-2 2-23 0,-1 4-16 15,2-5-23-15,-2 5-13 0,0 0-21 0,2-5-23 16,-2 5-44-16,0 0-50 0,0 0-60 0,0 0-68 16,4-4-82-16,-4 4-125 0,0 0-346 0,0 0 153 15</inkml:trace>
          <inkml:trace contextRef="#ctx0" brushRef="#br1" timeOffset="-199726.7909">-7385 1203 160 0,'5'-1'152'0,"-5"1"-5"0,0 0-8 15,0 0-1-15,0 0-14 0,0 0-7 0,0 0-15 16,7 5-7-16,-7-5-8 0,0 6-6 0,0-6-6 15,0 0-6-15,-1 8-9 0,1-8-6 0,-3 5-2 16,3-5-5-16,-4 8-8 0,2-5-4 0,-1 0-4 16,0 1-4-16,0 0-11 0,3-4-14 0,-7 4-6 15,3-1-13-15,4-3-3 0,-7 3-12 0,3-2-13 16,4-1-6-16,-8 0-5 0,8 0 8 0,-8-1-2 16,8 1 9-16,-7-3-5 0,5 0 15 0,2 3-3 15,-5-4 16-15,3 0-4 0,2 4 6 0,-4-7 9 0,2 4 8 16,2 3 4-16,-2-9 5 0,2 9-3 0,-1-7 7 15,1 7 2-15,-1-8 5 0,1 8 5 16,0 0 2-16,2-8-3 0,-2 8-1 0,0 0 0 0,2-4 1 16,-2 4 1-16,0 0-2 0,0 0 0 0,0 0-1 15,0 0 3-15,0 0-6 0,0 0-2 0,0 0 1 16,0 0-3-16,0 0 7 0,0 0-8 0,-5 15-3 16,5-15-3-16,-3 6 2 0,0-2-3 0,0 1-5 15,0-3-13-15,3-2 2 0,-9 7-17 0,6-4-12 16,-3 0 3-16,2-1-5 0,-1 0 5 0,1 0-4 15,4-2-5-15,-8 1 11 0,8-1 4 0,-8 0 0 16,8 0 0-16,-8-2 3 0,8 2 8 0,-5-5 3 0,5 5 8 16,-4-6-2-16,4 2 3 0,0 4 15 15,-2-8 8-15,2 8 3 0,-1-8 0 0,1 8-2 16,-2-6 9-16,2 6 4 0,-1-5-8 0,1 5 5 0,0 0-3 16,0 0-2-16,0-8 2 0,0 8-4 0,0 0-5 15,0 0 2-15,0 0-2 0,0 0-11 0,0 0 8 16,0 0-1-16,0 0 0 0,0 0-3 0,0 0 3 15,0 0-5-15,0 0 1 0,0 0 1 0,0 0 2 16,0 0-9-16,-3 18-1 0,3-18 1 0,-3 5-11 16,3-5-7-16,-3 3-7 0,3-3-18 0,-5 2 11 15,5-2-10-15,-5 4-5 0,0-2-4 0,5-2 1 16,-8 1-2-16,8-1 7 0,-8 0-9 0,8 0 4 16,-7-1 8-16,2 0 2 0,5 1 6 0,-8-1 3 15,4-1-3-15,4 2 8 0,-6-4 6 0,3 1-9 0,3 3 18 16,-7-4 16-16,7 4 3 0,-3-7 1 15,0 6-2-15,3 1 10 0,-3-5 4 0,3 5 7 16,-3-3 5-16,3 3 3 0,0 0 6 0,-3-6-5 0,3 6-1 16,0 0-6-16,0 0-1 0,-1-4-4 0,1 4-3 15,0 0-2-15,0 0 0 0,0 0-1 0,0 0 7 16,0 0 1-16,0 0-7 0,0 0 2 0,0 0 1 16,-4 13-9-16,4-13 1 0,-2 9-1 0,2-9-1 15,-2 6-5-15,2-6 2 0,-3 6-3 0,2-2 5 16,1-4-3-16,-5 7-2 0,4-5-8 0,-3 2 3 15,4-4 3-15,-6 4-11 0,1-2-2 0,1 0 2 16,4-2 1-16,-9 2 2 0,3-2-5 0,1 2 9 0,0-2-6 16,-1 0-3-16,0-2 9 0,0 2-4 0,0-4-5 15,1 1 3-15,5 3 6 0,-7-3-1 16,4-2-12-16,0 1 10 0,2-1 2 0,1 5 11 16,-2-11-2-16,3 5 4 0,0-1 0 0,0-2 4 0,1 0 1 15,0-3-2-15,1-2 7 0,-1 0-5 0,1-1-1 16,0-5 5-16,0 6 6 0,-1 0-2 0,0 2 3 15,-1 2 1-15,1 2 3 0,-2 2-4 0,2 1-4 16,-2 5-7-16,1-7-8 0,-1 7-22 0,0 0-32 16,0 0-49-16,0 0-44 0,0 0-210 0,0 0-371 15,0 0 164-15</inkml:trace>
          <inkml:trace contextRef="#ctx0" brushRef="#br1" timeOffset="-199414.3271">-7675 1347 160 0,'0'0'183'15,"0"0"3"-15,0 0-10 0,0 0-17 0,0 0-13 16,0 0-14-16,0 0-14 0,0 0-7 0,0 0-10 16,0 0-10-16,0 0-4 0,-17-2-15 0,17 2-8 15,-8-1-3-15,3 2-9 0,5-1-20 0,-7-1-27 16,7 1-42-16,-9 0-29 0,9 0-37 0,-6 2-65 16,6-2-93-16,-7 2-282 0,4-2 125 0</inkml:trace>
          <inkml:trace contextRef="#ctx0" brushRef="#br1" timeOffset="-199242.4672">-7757 1414 157 0,'0'0'186'0,"2"-7"-27"15,-2 7-31-15,0-8-74 0,1 2-63 0,-1 6-104 16,-2-10-122-16,0 7 54 0</inkml:trace>
          <inkml:trace contextRef="#ctx0" brushRef="#br1" timeOffset="-198086.2776">-7862 1205 28 0,'0'0'174'15,"0"0"-10"-15,0 0-8 0,0 8-17 0,0-8-4 16,0 0-8-16,-3 8-9 0,3-8-10 0,-4 7-6 0,2-4-10 16,2-3-11-16,-3 6-5 0,2-1-4 0,1-5-6 15,-5 8-8-15,5-4-9 0,-3-1-2 0,3-3-8 16,-4 6-5-16,2-3-13 0,2-3-13 0,-6 3-16 16,3-2-7-16,3-1-13 0,-6 3-11 0,6-3-10 15,-6 0-3-15,6 0-1 0,0 0-2 0,-8-2 5 16,8 2 6-16,-4-4 10 0,4 4-2 0,-2-6-1 15,2 6 11-15,-2-9 1 0,2 9 16 0,0-7-2 16,0 7 14-16,-1-7 4 0,1 7 11 0,0-6-4 16,0 6 0-16,0 0 9 0,0-9-4 0,0 9 7 15,0 0-6-15,1-7 6 0,-1 7-2 0,0 0-4 16,0 0 2-16,0 0-4 0,0 0 1 0,0 0 1 0,0 0-1 16,0 0-3-16,0 0-1 0,0 0-4 15,0 0 6-15,0 0-4 0,0 0 3 0,0 0-2 16,0 0 1-16,-7 17-10 0,7-17 0 0,-2 5 2 0,0 0-3 15,2-5-8-15,-3 4-5 0,3-4-9 0,-6 4-9 16,4-3-8-16,-1 2-1 0,3-3-8 0,-6 4-7 16,2-3-1-16,4-1 2 0,-8 0 15 0,4 1-5 15,4-1 2-15,0 0 5 0,-9-3-4 0,9 3 11 16,-4-6 6-16,4 6 5 0,-3-4 7 0,1 0 10 16,2 4 6-16,-3-6 3 0,3 6 2 0,-1-6 8 15,1 6 5-15,-2-4 7 0,2 4 9 0,0 0 5 16,-1-7-2-16,1 7-2 0,0 0-1 0,-2-5-2 0,2 5-4 15,0 0-4-15,0 0-7 0,0 0 0 16,0 0-3-16,0 0-2 0,0 0 5 0,0 0-7 16,0 0 3-16,0 0-4 0,0 0-5 0,0 0 1 0,5 17 1 15,-5-17-4-15,1 7 1 0,-1-7-3 0,0 0-9 16,-3 10 0-16,3-10-10 0,-2 7 1 0,0-3-6 16,2-4-4-16,-3 6-10 0,-1-3 7 0,1-1-11 15,3-2 3-15,-6 3-12 0,6-3-1 0,-6 1 2 16,6-1-3-16,-6 0-3 0,6 0 4 0,-6-4 5 15,2 2 10-15,4 2-6 0,-5-4 14 0,2 0-5 16,3 4 8-16,-3-8-4 0,-1 3 11 0,2 1-5 16,-1-3 6-16,0 1 1 0,0-1 1 0,0-1 0 15,1 1 8-15,0-1 3 0,-1 0 11 0,1-2-12 16,0 3 11-16,0-2 11 0,0 1 15 0,0 1 3 0,2 1 7 16,0 6 4-16,-1-9 1 0,0 4 1 15,1 5 4-15,0-6 3 0,0 6-1 0,0 0-5 16,-2-7-3-16,2 7-3 0,0 0-3 0,0 0 6 0,0 0-3 15,0 0-4-15,0 0 2 0,0 0 2 0,0 0-11 16,0 0 9-16,6 19-5 0,-6-14-2 0,1 0-6 16,0 0 1-16,-1 4-8 0,0-1 1 0,0-1-6 15,-1 1-1-15,0-2 0 0,1 0-2 0,-2 2 1 16,0-1-6-16,-2-1-1 0,0 0-2 0,0-1-1 16,-1 2-6-16,-1-1-3 0,0-1-3 0,-1 1-8 15,-1-1-2-15,-1 0-2 0,3-2-5 0,-2 0-4 16,2 1-4-16,-1-2 6 0,2-2-3 0,-2 2 1 15,3-1 7-15,4-1-4 0,-9 0 2 0,9 0 7 16,-6-1 0-16,6 1 0 0,-5-2-2 0,5 2 15 16,-4-4-3-16,4 4 6 0,-3-2 7 0,3 2 6 15,0 0 6-15,-2-6 2 0,2 6 2 0,0 0-2 0,0 0 0 16,0 0-6-16,0 0 4 0,0 0-5 0,0 0 6 16,0 0-4-16,0 0 5 0,0 0 0 15,0 0 3-15,0 17-7 0,0-17-1 0,-1 12 0 0,1-8 0 16,-2 4-5-16,1-1 0 0,-1 2 0 0,-2-2-1 15,1 4-6-15,0-2 2 0,-2-1-3 0,-1 2 2 16,2-2-12-16,-3 1-5 0,0-2-13 0,1 2-10 16,0-3-17-16,-2-1-14 0,1-1-24 0,-1 1-22 15,3-3-25-15,-1 0-38 0,1-1-46 0,5-1-132 16,-9-1-375-16,9 1 166 0</inkml:trace>
          <inkml:trace contextRef="#ctx0" brushRef="#br1" timeOffset="-197554.0904">-7939 875 174 0,'0'0'231'15,"0"0"-9"-15,5-4-19 0,-5 4-19 0,0 0-20 0,0 0-15 16,0 0-14-16,0 0-5 0,0 0-8 0,-3 17-6 15,1-10-12-15,-2 2 0 0,-1 0-7 0,1 3-7 16,-2 0-11-16,0-1-4 0,0 2-8 0,-1-1-5 16,0-1-9-16,0 0-6 0,-2 0-10 0,2 0-17 15,-3-1-23-15,2 0-24 0,-2 0-36 0,1-2-20 16,0-2-35-16,3 1-40 0,0-2-42 0,-1-3-136 16,2 1-363-16,1 0 160 0</inkml:trace>
          <inkml:trace contextRef="#ctx0" brushRef="#br1" timeOffset="-197383.2134">-8047 958 155 0,'0'0'188'0,"0"0"-17"0,0 0-14 0,-6 14-12 16,3-11-16-16,-1 3-14 0,-1-1-41 0,-1 0-43 0,1-1-66 15,0 2-154-15,0-2-204 0,-1 1 91 0</inkml:trace>
          <inkml:trace contextRef="#ctx0" brushRef="#br1" timeOffset="-197851.9425">-8222 1132 140 0,'0'0'290'0,"3"-6"-11"16,-3 6-21-16,2-6-18 0,-2 6-20 0,2-5-21 15,-2 5-26-15,0 0-20 0,2-5-33 0,-2 5-47 16,0 0-62-16,0 0-70 0,0 0-78 0,0 0-190 16,0 0-354-16,0 0 157 0</inkml:trace>
          <inkml:trace contextRef="#ctx0" brushRef="#br1" timeOffset="-195883.3361">-8742 1276 116 0,'0'0'284'16,"0"0"-15"-16,-1-6-21 0,1 6-17 0,0 0-25 15,0 0-17-15,0 0-27 0,2-7-12 0,-2 7-22 16,0 0-31-16,0 0-52 0,0 0-69 0,0 0-61 0,0 0-93 15,0 0-129-15,0 0-332 0,0 0 148 0</inkml:trace>
        </inkml:traceGroup>
      </inkml:traceGroup>
      <inkml:traceGroup>
        <inkml:annotationXML>
          <emma:emma xmlns:emma="http://www.w3.org/2003/04/emma" version="1.0">
            <emma:interpretation id="{A0A3592C-74B1-4047-AC9D-3418158F9B99}" emma:medium="tactile" emma:mode="ink">
              <msink:context xmlns:msink="http://schemas.microsoft.com/ink/2010/main" type="line" rotatedBoundingBox="14696,17035 6442,17046 6441,16409 14695,16399"/>
            </emma:interpretation>
          </emma:emma>
        </inkml:annotationXML>
        <inkml:traceGroup>
          <inkml:annotationXML>
            <emma:emma xmlns:emma="http://www.w3.org/2003/04/emma" version="1.0">
              <emma:interpretation id="{B5AFB9AC-C7DB-4708-B004-5CD111EBB80B}" emma:medium="tactile" emma:mode="ink">
                <msink:context xmlns:msink="http://schemas.microsoft.com/ink/2010/main" type="inkWord" rotatedBoundingBox="14696,16911 13673,16913 13672,16532 14695,16531"/>
              </emma:interpretation>
              <emma:one-of disjunction-type="recognition" id="oneOf16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1" timeOffset="-251598.0482">-757-72 17 0,'0'0'254'0,"0"0"-21"0,0-6-24 16,0 6-7-16,0 0-2 0,0 0-3 16,0 0-9-16,0 0-5 0,0 0-14 0,0 0 0 15,3 18-5-15,-3-18-14 0,-1 10-8 0,2-2 5 16,0-1-23-16,-1 2-6 0,-1 0-8 0,0-1-14 0,1 0-10 15,-1 2-12-15,1-1-1 0,-1 2-26 0,0-3-25 16,-1 5-43-16,1-1-59 0,-2 0-79 16,0-2-86-16,0 2-234 0,-2-3-518 0,0 2 230 15</inkml:trace>
          <inkml:trace contextRef="#ctx0" brushRef="#br1" timeOffset="-251144.9534">-898 60 153 0,'0'0'185'0,"3"3"-6"0,-3-3-8 0,3 5-11 16,-3-5-11-16,0 6-12 0,0-6-1 0,2 7-4 0,-2-7-8 16,0 8-8-16,0-8-7 0,-2 7-6 15,1 0-14-15,-2-3-8 0,2 2-9 0,-1-1-3 16,-2-1-10-16,2 2-6 0,-1-2-5 0,-1 0-6 16,0 0-2-16,-1 0-3 0,2 0-8 0,-1-2-11 15,-3 0-9-15,2 2-12 0,-2-3-7 0,4 2 0 16,-4-3 3-16,2 0 1 0,5 0 0 0,-7-4 1 15,3 2-1-15,-1-1 6 0,1-2 8 0,1 1 4 16,0-1 8-16,-1-1 7 0,2 1 10 0,1-3 2 16,0 0 2-16,1-1 8 0,1-2 2 0,2-1-1 15,0-3-1-15,2-3 2 0,1 1-12 0,0 3-5 0,-1 0-2 16,-1-1 0-16,1 3-1 0,-1 4-7 0,0 0 9 16,-2 3-11-16,-1 0-11 0,1 1-24 15,-2 4-27-15,3-5-45 0,-3 5-63 0,0 0-62 16,0 0-231-16,0 0-477 0,0 0 211 0</inkml:trace>
          <inkml:trace contextRef="#ctx0" brushRef="#br1" timeOffset="-250926.2207">-939 263 92 0,'3'4'285'0,"-3"-4"-15"0,0 0-18 15,0 0-15-15,0 0-31 0,0 0-16 0,-8 4-20 16,8-4-13-16,-8 0-16 0,0-1-27 0,2 1-40 16,-1-2-54-16,-1 1-63 0,2-2-90 15,-1 0-206-15,0-1-367 0,2 0 162 0</inkml:trace>
          <inkml:trace contextRef="#ctx0" brushRef="#br0" timeOffset="-261550.4511">0 0 228 0,'0'0'252'16,"0"0"-6"-16,0 0-7 0,4 15-22 0,-3-10-11 16,-1-5-18-16,1 10-17 0,-1-4-16 0,1-1-16 15,1 3-8-15,-1-1-14 0,-1-2-10 0,2 3-16 16,1 1-4-16,-2 3-12 0,0-4-18 0,-1-1-27 16,0 1-34-16,0 0-40 0,0 0-61 0,0 0-69 15,-1 0-228-15,0-2-435 0,-1-1 193 0</inkml:trace>
          <inkml:trace contextRef="#ctx0" brushRef="#br0" timeOffset="-261800.4183">-117-12 197 0,'0'0'270'0,"0"0"-9"0,0 0-17 16,0 0-17-16,0 0-16 0,0 0-8 15,0 0-20-15,0 0-20 0,0 0-10 0,0 0-12 0,0 0-4 16,0 0-6-16,0 0-14 0,5 11-13 0,-4-6-3 16,1 0-12-16,1 0-16 0,-2 1-5 15,1 2-6-15,0-1-2 0,1 2-7 0,-1-2-10 16,-2 2-11-16,0 0-13 0,2 0-22 0,-1 0-41 0,-1 0-52 16,1-1-62-16,0 0-65 0,0 1-247 0,-1-2-509 15,1-2 225-15</inkml:trace>
          <inkml:trace contextRef="#ctx0" brushRef="#br0" timeOffset="-261003.6145">-182-81 87 0,'0'0'248'0,"0"0"-13"16,-7 10-14-16,7-10-7 0,0 0-5 0,-1 8-7 15,1-8-16-15,-2 7-3 0,0 1-2 0,-1-3 1 16,1 2-8-16,-2 0-2 0,-1 1 0 16,0 4 0-16,0-3-15 0,0 2-11 0,-1 1 12 0,0-1-23 15,0 2-2-15,1 0-10 0,-3 3-6 0,4-1-14 16,0-2-8-16,1 1-4 0,1 0-14 15,1 2-10-15,2-4-15 0,1 3-51 0,4-4-45 16,-1 3-49-16,2-2-68 0,1-1-108 0,0-2-352 0,2-1-673 16,-1-1 297-16</inkml:trace>
          <inkml:trace contextRef="#ctx0" brushRef="#br1" timeOffset="-252129.2549">-521 69 22 0,'0'0'228'0,"0"0"-14"15,0 0-8-15,0 0-10 0,0 0-6 0,0 0-16 16,0 0-4-16,0 0-13 0,0 0-11 0,0 0-3 15,13-6-10-15,-13 6-10 0,7-2-7 0,-7 2-6 16,5-1-3-16,-5 1-6 0,0 0-11 0,6 0-5 16,-6 0-11-16,6 0-2 0,-6 0-13 0,0 0-4 15,7 0-11-15,-7 0-2 0,0 0-4 0,6-1-2 16,-6 1-5-16,4 2 0 0,-4-2 0 0,4 3-9 16,-4-3-9-16,3 3-3 0,-3-3-10 0,2 4-2 15,-2-4-7-15,0 0 3 0,2 8-11 0,-2-8 0 16,1 7-4-16,-1-7 2 0,0 6 2 15,0-6-2-15,0 9-1 0,0-9 7 0,0 7-6 0,0-7 0 0,2 8 1 16,-2-8 3-16,1 4-2 0,-1-4 2 0,1 6-1 16,-1-6 0-16,2 5 5 0,1-3-1 0,-1 2 3 15,-2-4 1-15,5 2-1 0,-5-2 1 16,6 2 0-16,-4 0 4 0,-2-2-1 0,6 1-1 0,-6-1 3 16,4 4 5-16,-4-4-4 0,0 0 1 0,5 0-5 15,-5 0 5-15,0 0-2 0,0 0 2 0,0 0-5 16,0 0 2-16,0 0-1 0,-13 6 1 0,9-5-3 15,4-1-5-15,-11 1-11 0,3-1 0 0,0 0-6 16,0 0 2-16,-4 0-3 0,5-1 4 0,-5 0-1 16,1 1 0-16,-1-2 4 0,1 1 1 0,-1-1 0 15,0-1 6-15,1 0-3 0,0 0 6 16,2 2-4-16,3-2 5 0,-3 0 5 0,3 0 1 0,0-1-1 16,2 0 8-16,0 2 9 0,0-2 3 0,1-2 6 15,-1 1 9-15,0 3 3 0,4 2 12 0,-5-7 12 16,5 7 3-16,-3-4 0 0,3 4 4 0,-4-3 4 15,4 3-2-15,0 0-5 0,0 0-8 0,-3-3-6 16,3 3-5-16,0 0-3 0,0 0-4 0,0 0-1 16,0 0-5-16,0 0-1 0,0 0-6 0,8 12-2 15,-6-7 2-15,1 0 0 0,0 2-3 0,0-2-1 16,1 2-6-16,-2 0-1 0,-1 0 0 0,1 0 0 16,-2-1-3-16,1-2-5 0,-1-4 3 0,-3 12-20 15,1-5-6-15,0 0-5 0,-2-2-22 0,-1 1-26 16,-1-1-20-16,0 1-25 0,0-1-38 0,-1-2-39 15,3-1-32-15,-1 1-187 0,0-1-451 0,5-2 200 16</inkml:trace>
          <inkml:trace contextRef="#ctx0" brushRef="#br1" timeOffset="-251894.8909">-482-91 109 0,'0'0'282'16,"2"-4"-12"-16,-2 4-18 0,5-5-16 0,-3 3-14 16,-2 2-13-16,4-5-27 0,-4 5-20 0,3-3-20 15,-3 3-18-15,0 0-27 0,0 0-42 0,0 0-49 16,0 0-58-16,0 0-48 0,0 0-66 0,0 0-173 15,0 0-367-15,-12 10 164 0</inkml:trace>
        </inkml:traceGroup>
        <inkml:traceGroup>
          <inkml:annotationXML>
            <emma:emma xmlns:emma="http://www.w3.org/2003/04/emma" version="1.0">
              <emma:interpretation id="{14A0FA7F-C39D-4884-A44F-22E0FAC2249B}" emma:medium="tactile" emma:mode="ink">
                <msink:context xmlns:msink="http://schemas.microsoft.com/ink/2010/main" type="inkWord" rotatedBoundingBox="13538,16976 11489,16978 11488,16430 13537,16427"/>
              </emma:interpretation>
              <emma:one-of disjunction-type="recognition" id="oneOf17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1" timeOffset="-244161.0863">-2872-212 199 0,'0'0'228'0,"0"0"-7"0,0 0-1 0,-7 17-10 15,1-7-10-15,-1 2-19 0,-1-1-10 0,-4 4-13 16,0-2-15-16,-2 2-13 0,1 2-13 0,-2-3-15 16,0 0-10-16,1-1-19 0,1 0-24 0,4-4-50 15,-1 2-62-15,4-4-75 0,-1-2-244 0,1-1-415 16,4-1 184-16</inkml:trace>
          <inkml:trace contextRef="#ctx0" brushRef="#br1" timeOffset="-249223.2197">-1406-78 270 0,'6'-3'262'15,"-4"0"-30"-15,-2 3-17 0,3-3-26 0,-3 3-23 16,0 0-22-16,0 0-33 0,0 0-52 0,0 0-63 16,0 0-72-16,0 0-76 0,0 0-84 0,0 0-256 15,0 0 113-15</inkml:trace>
          <inkml:trace contextRef="#ctx0" brushRef="#br1" timeOffset="-249426.3296">-1495 68 98 0,'0'0'232'16,"0"0"-9"-16,0 0-13 0,0 0-19 0,0 0-2 16,0 0-9-16,9-8-18 0,-9 8-12 0,5-1-14 15,-5 1-11-15,5-3-9 0,-5 3-14 0,0 0-9 16,8-1-7-16,-8 1-13 0,4 0-9 0,-4 0-3 16,0 0-8-16,8 1-5 0,-8-1-2 0,0 0-6 15,5 4-5-15,-5-4-3 0,3 6-7 0,-1-4-4 16,-2-2-9-16,4 5-8 0,-4-5-10 0,2 5-10 15,0-1-7-15,-2-4-3 0,1 8-13 0,1-4-12 16,-2-4-8-16,1 7-8 0,1-3-4 0,-2-4-5 16,1 10 5-16,0-7-4 0,-1-3 5 0,2 7 5 15,0-3 2-15,-2-4 5 0,2 4 5 0,-2-4 9 16,4 5 8-16,-2-3 0 0,-2-2 3 0,3 4 3 16,-3-4 6-16,3 2 1 0,-3-2 2 0,4 2 2 15,-4-2 3-15,0 0-2 0,6 0 6 0,-6 0-3 16,0 0 9-16,0 0-5 0,5 0 5 0,-5 0 0 15,0 0 1-15,0 0-2 0,0 0 5 0,0 0-3 0,0 0 4 16,0 0 3-16,0 0 2 0,0 0-3 0,0 0 6 16,0 0-6-16,-15 4 4 0,10-4-4 0,0 0 4 15,-2 3-2-15,-1-2-1 0,1-1-4 0,-4 4 3 16,2-4 3-16,-1 1-1 0,-2 1 0 0,2 0 0 16,-1-2-3-16,1 0 4 0,1 0-5 0,2 0 4 15,1-1-2-15,0 1 6 0,6 0-1 0,-9-1 8 16,6 0 5-16,3 1 11 0,-7-4 7 0,5 1 3 15,2 3 4-15,-4-9 4 0,4 4 2 0,0 5 11 16,0-13 3-16,2 5-2 0,0-2-1 0,1-2-2 16,2 0-1-16,-1 0-8 0,0-2-6 0,1 2-3 0,-1-3-5 15,1 3-1-15,-1 1-5 0,-1 4-14 0,-1-1-17 16,2 1-29-16,-2 3-50 0,0 0-47 16,-2 4-57-16,3-7-163 0,-3 7-377 0,3-3 167 0</inkml:trace>
          <inkml:trace contextRef="#ctx0" brushRef="#br1" timeOffset="-248659.7586">-1742 107 22 0,'3'-4'163'15,"-1"-1"-18"-15,3 0-4 0,-1 1-9 0,2-1-10 16,-2 0-1-16,0 2-7 0,-1 1-11 0,1-2-3 16,1 2 3-16,-1-1-4 0,0 1-6 0,0 0-3 15,1 1-8-15,-5 1-4 0,7-3-2 0,-3 3-6 16,3-1-3-16,-7 1-3 0,9 3-5 0,-6-2-9 16,2 1 0-16,-2 0-7 0,-3-2 0 0,6 6-4 15,-5-2 2-15,2 1-4 0,-2 0 2 0,-1-5 0 16,2 8-1-16,-2-8 0 0,-4 9-1 0,1-5-7 15,-1 0 1-15,-2 1-5 0,1-2-2 0,-3 1-3 16,1 0 0-16,-2 0-10 0,-2-1-3 0,-1-2-6 16,1 2-6-16,0-1 4 0,0-1-4 0,3-1-2 15,-3 0 1-15,3 0 4 0,1-2 0 0,-1 3-5 16,1-3 4-16,1 1 2 0,0 0-3 0,0-1 5 16,6 2 5-16,-9-3 4 0,6 2 0 0,3 1 2 15,-6-1 5-15,6 1 0 0,0 0 3 0,-6-1-5 0,6 1 0 16,0 0 0-16,0 0 2 0,-4 4 2 0,4-4 3 15,0 0-5-15,0 10 1 0,0-10-1 16,2 9 0-16,-2-9-2 0,1 14 6 0,-1-5 1 0,0 0-1 16,1-1 5-16,0 3-6 0,-3-1 1 0,1 3-5 15,-2-1 0-15,-1-1-3 0,0 0-2 0,0-1 3 16,-2 0-7-16,0 0-3 0,-1-1-13 0,0-1-17 16,0-2-19-16,1 0-29 0,-1-1-39 0,1 1-41 15,2-3-59-15,0 0-218 0,0-1-466 0,4-2 207 16</inkml:trace>
          <inkml:trace contextRef="#ctx0" brushRef="#br1" timeOffset="-248348.2828">-1730 117 1 0,'0'-7'255'0,"0"-7"-13"0,0 5-14 15,0-3-5-15,-2-2-13 0,2 2-15 0,-1-1-14 16,-1 1-17-16,1 0-7 0,0 3-18 0,0 0-14 15,0 0-12-15,1 3-11 0,-1-1-13 0,1 2-24 16,0 5-29-16,1-11-39 0,-1 7-46 0,0 4-40 16,2-8-51-16,-2 8-66 0,1-7-134 0,-1 7-368 15,0 0 163-15</inkml:trace>
          <inkml:trace contextRef="#ctx0" brushRef="#br1" timeOffset="-247004.6129">-2049 125 68 0,'0'0'190'0,"0"0"-11"16,0 0-11-16,9 3-8 0,-9-3-3 0,5 1-7 16,-1 0-9-16,-4-1-11 0,4 1-4 0,-4-1-7 0,6 5-6 15,-3-2-7-15,0-2-10 0,-3-1-10 16,5 5-3-16,-2-2-10 0,-3-3-8 0,2 6-4 16,0-4-3-16,-2-2-10 0,2 6-5 0,-2-6-3 0,0 7-3 15,0-7-3-15,0 0-3 0,-3 8-6 16,3-8-6-16,-3 6-10 0,3-6-8 0,-5 4-10 15,2-2-7-15,3-2-6 0,-5 4-2 0,5-4-3 16,-6 2-12-16,6-2-2 0,-7-1-2 0,7 1-4 0,-7-2-7 16,7 2-2-16,-9-4-3 0,7 2-3 0,-2-3 8 15,4 5 6-15,-6-7 1 0,5 1 1 0,1 6 3 16,-2-8 8-16,2 4 9 0,0 4-2 0,-1-15 6 16,2 10 8-16,-1 5 14 0,0-12 14 0,0 8 5 15,0 4 2-15,2-10 4 0,-1 5 6 0,-1 5 4 16,2-7-1-16,-2 7-2 0,1-5-1 0,-1 5 0 15,0 0-3-15,3-7-3 0,-3 7-6 0,0 0-1 16,0 0-5-16,0 0 0 0,0 0 3 0,0 0-7 16,0 0-2-16,0 0 6 0,0 0-6 0,0 0 3 15,0 0-3-15,0 0-1 0,-7 17 1 0,7-17-5 16,-5 2-2-16,2 2-2 0,0 0-6 0,3-4 0 16,-6 7-5-16,2-5-10 0,-1-2 6 0,5 0-6 0,-8 4-2 15,3-2-6-15,0-1-6 0,1-1-1 0,4 0 1 16,-8-1 7-16,5-2 4 0,3 3-1 0,-8-5 8 15,5 1 2-15,0-2 4 0,1 3-4 0,0-1 5 16,2 4 4-16,-3-10 5 0,2 6 1 0,0-2 7 16,1 6-7-16,-1-9 14 0,1 9 3 0,-1-7 7 15,1 7 8-15,-1-7 0 0,1 7-4 16,0 0 1-16,0 0-5 0,-1-6 1 0,1 6-3 0,0 0-1 16,0 0-4-16,0 0-5 0,0 0-4 0,0 0 4 15,0 0-2-15,0 0 1 0,0 0 1 0,0 0-4 16,0 0-2-16,0 0 2 0,2 20 1 0,-2-20-7 15,-3 8 0-15,0-4-6 0,-2 1-2 0,1-1-1 16,-1 2-3-16,-1-3-8 0,2 0-7 0,1 0-2 16,-4 2-1-16,1-3-1 0,2 1 0 0,-3-3 4 15,2 2-3-15,0 0 2 0,0 0 2 0,5-2-4 16,-7-1 8-16,7 1 8 0,-9 0-11 0,9 0 14 16,-7-3 5-16,7 3 8 0,-6-1 7 0,6 1 3 0,-6-1 1 15,6 1 0-15,-5-4 7 0,2 2 9 16,3 2-1-16,0 0 9 0,-5-4-2 0,5 4-3 15,0 0-4-15,-5-3-2 0,5 3-4 0,0 0-1 0,0 0-1 16,0 0-4-16,0 0 1 0,-3 11 1 0,3-11-4 16,0 8 3-16,0-8-6 0,0 8 1 0,0-8 1 15,1 11 1-15,-1-4-1 0,0-2 7 16,0 2 3-16,0 1 9 0,-1 1 5 0,0-1-1 0,-1-1 0 16,0 3-7-16,-1-3 2 0,-2 5-7 0,3-1 3 15,-4-1 2-15,0 1-5 0,2 0-8 0,-3-1-21 16,3-3-20-16,-1 2-32 0,-1-4-36 0,2 0-52 15,-1 1-43-15,2 1-154 0,0-3-371 0,0 1 164 16</inkml:trace>
          <inkml:trace contextRef="#ctx0" brushRef="#br1" timeOffset="-246770.2589">-2166 312 19 0,'0'0'231'0,"6"0"-14"16,-6 0-15-16,0 0-17 0,0 0-17 0,0 0-19 16,0 0-16-16,0 0-11 0,0 0-20 0,-21 2-25 15,14-1-32-15,1-1-44 0,-3-1-46 0,4 0-58 16,-3 1-148-16,3-3-271 0,-4 1 120 0</inkml:trace>
          <inkml:trace contextRef="#ctx0" brushRef="#br1" timeOffset="-246535.9145">-2264 2 104 0,'2'-6'253'0,"-2"6"-21"0,0 0-6 16,2-5-19-16,-2 5-16 0,2-3-22 0,-2 3-13 16,0 0-14-16,0 0-30 0,3-5-41 0,-3 5-63 15,0 0-63-15,0 0-85 0,0 0-140 0,0 0-302 16,0 0 133-16</inkml:trace>
          <inkml:trace contextRef="#ctx0" brushRef="#br1" timeOffset="-245879.7115">-2316-183 46 0,'3'-3'229'0,"-3"3"-16"0,0 0-16 0,0 0-10 16,0 0-12-16,0 0 0 0,0 0-17 0,6 7-7 16,-6-7-10-16,0 0-9 0,-9 18-7 0,5-10-13 15,-1-1-9-15,0 2-9 0,-3 1-10 0,2 0-6 16,-3 0-25-16,0 2-27 0,1 0-33 0,-2-3-43 15,2 2-58-15,-3 0-77 0,-2 2-171 0,4-4-383 16,0-1 169-16</inkml:trace>
          <inkml:trace contextRef="#ctx0" brushRef="#br1" timeOffset="-246145.2672">-2458 6 42 0,'0'0'204'0,"0"0"-11"0,6 12-5 0,-6-12-6 15,2 9-9-15,-1-4-16 0,-1-1-9 0,0-4-14 16,1 9-11-16,0-3-8 0,0 2-3 0,-1-3-10 0,0-5-10 16,-1 12-5-16,-1-5-9 0,1-3-8 0,-1 4-2 15,1-2-5-15,-1 0-7 0,-2 1-5 16,2-1-6-16,-1-4-4 0,-1 5 1 0,1-5-6 0,0 2-9 15,-1-1-1-15,0-1 2 0,0 0-6 0,4-2-3 16,-8 2-1-16,4-1 3 0,4-1-7 0,-8-2-1 16,4-1-2-16,4 3 1 0,-7-3 6 0,4-1-3 15,0 0 5-15,0 0 6 0,-1-3-1 0,3 1 0 16,-1-1-3-16,0-2 0 0,2 0-4 16,1 0-3-16,-1-3 0 0,1 0-7 0,0 2-10 0,0 0-23 15,0 0-26-15,0 2-33 0,0 0-46 0,0 0-53 16,-1 1-70-16,-2 2-133 0,2 5-418 0,-1-10 185 15</inkml:trace>
          <inkml:trace contextRef="#ctx0" brushRef="#br1" timeOffset="-245410.9811">-2629 127 154 0,'0'0'240'0,"0"0"-19"0,0 0-10 0,0 0-8 16,0 0-14-16,0 0-5 0,0 0-4 0,0 0-8 16,0 0-8-16,5 18-8 0,-3-11-18 0,-2 1-12 15,-2 0-12-15,2-1-13 0,-1 5-8 0,-1-3-8 16,0 0-8-16,-2 0-8 0,1 0-2 0,-2 3-11 16,-1-1-11-16,-3-2-24 0,1 1-21 0,-1 0-46 15,2 0-49-15,-2-3-63 0,2-2-63 0,-2 2-204 16,2-2-459-16,1-1 203 0</inkml:trace>
          <inkml:trace contextRef="#ctx0" brushRef="#br1" timeOffset="-244879.7843">-2733 118 102 0,'-8'4'126'15,"5"-1"-18"-15,-3 1-11 0,2-1-8 0,-1 3-12 16,-2-1 6-16,1 0-11 0,0-1-4 0,2 1-4 16,-2 1 0-16,1 0-7 0,1-1-9 0,1-2-3 15,-1 1-5-15,1-1-12 0,0 0 3 0,3-3-5 16,-4 7 0-16,2-4 1 0,2-3-5 0,0 0-4 15,0 8 7-15,0-8-8 0,4 5-1 0,-4-5-8 16,3 2 8-16,2-1-3 0,-5-1 4 0,5 3 1 16,-1-1 10-16,-4-2 5 0,6 2 5 0,-6-2 3 15,5 0 5-15,-5 0 1 0,5 0 3 0,-5 0 3 0,0 0-1 16,5 2-2-16,-5-2-2 0,0 0-5 0,0 0 2 16,4 1-3-16,-4-1 1 0,0 0-2 0,0 0 0 15,1 6-3-15,-1-6-2 0,0 0-4 0,0 0 0 16,0 0-1-16,-7 11-2 0,4-9-3 0,1 2-2 15,2-4-3-15,-8 3 6 0,2 2-9 0,2-2 1 16,-3 0-3-16,2 0 0 0,-2 0 0 0,0-2-2 16,0 2-4-16,0 0-1 0,0-1-1 0,0-2 2 15,0 1-1-15,0 0-4 0,-1-2 4 0,1 0-1 16,-1 0-2-16,0-1 1 0,1-1-1 0,1 1-3 16,1-3 1-16,1 1-1 0,1 0-1 0,2-1-1 15,-1-3 0-15,2-1-3 0,0-1-8 0,1 0-11 16,0 1-22-16,1 0-33 0,0-4-42 0,1 1-42 15,0 3-50-15,0-1-132 0,1 0-369 0,-2 3 165 0</inkml:trace>
          <inkml:trace contextRef="#ctx0" brushRef="#br1" timeOffset="-244411.0661">-3059 21 226 0,'0'0'224'0,"10"12"-7"0,-10-12-10 0,1 7-12 0,0-2-14 15,0 3-10-15,-1-1-7 0,0-7-15 0,0 9-13 16,0-1-11-16,-1-2-9 0,0 1-7 0,0 1-10 16,0-1-9-16,-1-2-6 0,-1 2-8 0,2-2-7 15,-2 2-5-15,1-4-4 0,-2 4-12 0,1-3-1 16,0 1-8-16,-1-3-1 0,4-2-5 0,-8 6-2 16,4-6-5-16,-1 4-1 0,5-4-3 0,-9 0 0 15,9 0-7-15,-7-4 4 0,1 3-6 0,2-3 3 16,4 4-5-16,-6-5 1 0,4 0-2 0,-2 2-1 15,2-2 0-15,2 5-1 0,-5-6-5 0,3 3 5 16,2 3 0-16,-3-4-4 0,3 4-4 0,-5-4 3 16,5 4-1-16,0 0 1 0,0 0-4 0,-8 8 3 15,6-4 0-15,-1-2 1 0,0 2-1 0,2 2-1 16,-2 0-14-16,0-1-12 0,1 0-16 0,0-1-25 16,-3 1-32-16,3-1-32 0,0 2-44 0,2-6-48 0,-4 6-193 15,1-3-449-15,3-3 199 0</inkml:trace>
          <inkml:trace contextRef="#ctx0" brushRef="#br1" timeOffset="-250504.3299">-1141 98 129 0,'0'0'177'0,"0"0"-21"15,0 7-5-15,0-7-10 0,-1 11-8 0,1-11-10 0,-2 6-9 16,0-1-11-16,0 0-4 0,2-5-13 16,-3 8-9-16,1-5 1 0,-1 2-7 0,3-5-7 15,-5 3-6-15,2 1-5 0,3-4 1 0,-6 2-1 0,6-2-2 16,-5 1-1-16,5-1-4 0,0 0 4 0,-7-6 3 15,7 6-3-15,-6-4 0 0,5-3-7 0,-2 3 1 16,3 4-2-16,-3-8 0 0,1 4-4 0,0 0 3 16,-1-1-5-16,3 5 4 0,-4-6-2 0,4 6-2 15,-1-6-3-15,1 6 1 0,-3-3-4 0,3 3-4 16,0 0-5-16,-6-1 1 0,6 1-4 0,0 0-3 16,-9 5 0-16,6-1-2 0,3-4-16 0,-7 6-8 15,4-5-9-15,-2 3-14 0,1 0-14 0,-1-1-19 16,0 1-34-16,1 0-21 0,0-2-30 0,-1 1-39 15,1 2-167-15,0-1-389 0,1-1 172 0</inkml:trace>
          <inkml:trace contextRef="#ctx0" brushRef="#br1" timeOffset="-250332.5138">-1234 301 46 0,'0'0'349'0,"0"0"-5"0,0 0-21 16,5-7-25-16,-5 7-28 0,0 0-20 16,2-5-33-16,-2 5-22 0,0 0-51 0,0 0-66 0,0 0-95 15,0 0-119-15,1-6-258 0,-1 6-427 0,0 0 190 16</inkml:trace>
        </inkml:traceGroup>
        <inkml:traceGroup>
          <inkml:annotationXML>
            <emma:emma xmlns:emma="http://www.w3.org/2003/04/emma" version="1.0">
              <emma:interpretation id="{FC1E26FD-9742-496F-9D32-C51E056FDFF2}" emma:medium="tactile" emma:mode="ink">
                <msink:context xmlns:msink="http://schemas.microsoft.com/ink/2010/main" type="inkWord" rotatedBoundingBox="11334,16988 9728,16990 9727,16549 11333,16547"/>
              </emma:interpretation>
              <emma:one-of disjunction-type="recognition" id="oneOf18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1" timeOffset="-243223.6509">-3387 68 55 0,'0'0'164'0,"0"0"-6"0,0 0-12 0,0 0-6 16,0 0-6-16,0 0-8 0,0 0-19 0,0 0-2 15,3 15-9-15,-3-15-8 0,5 6-2 0,-2-4-4 0,0 5-7 16,0-4-5-16,1 3-9 0,-1-3 3 0,-1 3 0 16,2-1 4-16,0 0-6 0,-2-2-2 15,1 0 1-15,-3-3-3 0,2 7 4 0,-1-4-2 0,-1-3-6 16,0 7 5-16,0-7-9 0,-3 7-3 0,0-3-4 15,-2 0-3-15,-1 1-5 0,0-4-16 0,-1 4-18 16,1-3-36-16,-1 2-41 0,0-2-56 0,0-1-67 16,-1 1-161-16,2-2-390 0,-2 0 173 0</inkml:trace>
          <inkml:trace contextRef="#ctx0" brushRef="#br1" timeOffset="-242958.0068">-3508-36 146 0,'0'0'231'15,"0"0"-12"-15,0 0-6 0,0 0-13 0,0 0-7 0,0 0-10 16,0 0-6-16,1 15-11 0,-1-15-5 0,-1 13-12 15,1-6-5-15,0 1-14 0,0 0-14 0,-2 0-9 16,2-1-10-16,0 3-9 0,0-2-8 0,-1 0-7 16,1 1-19-16,-1 0-31 0,0 3-34 0,0-3-54 15,-2-1-61-15,2 1-67 0,-2-1-234 0,1-2-460 16,-2 2 204-16</inkml:trace>
          <inkml:trace contextRef="#ctx0" brushRef="#br1" timeOffset="-242692.43">-3624 150 79 0,'0'0'219'0,"-3"6"-2"0,3-6-11 0,0 0-8 15,0 0-6-15,3 9-9 0,-3-9-8 0,2 11-13 16,-1-4-8-16,0-1-11 0,0 1-1 0,-1 0-5 15,0 1-10-15,-2-1-12 0,1 3-10 0,-1-3-9 0,0 1-9 16,0 1-9-16,0-1-5 0,-3-1-7 0,0 1-5 16,1 0-13-16,-1 0-18 0,-1-2-15 15,0-1-35-15,1 2-36 0,0-2-46 0,0 0-49 16,2-3-49-16,-1-1-55 0,-1 1-133 0,5-2-419 0,-7 0 185 16</inkml:trace>
          <inkml:trace contextRef="#ctx0" brushRef="#br1" timeOffset="-242208.0863">-3766 69 16 0,'3'-1'111'0,"-3"1"-10"16,5-4-2-16,-5 4-2 0,4-2 2 0,-4 2-10 16,6-2 0-16,-6 2-7 0,6 0-6 0,-6 0-7 15,6 0-6-15,-6 0-2 0,5 0 2 0,-5 0-4 16,4 2-2-16,-4-2-7 0,6 4 6 0,-6-4-11 16,3 2 3-16,-3-2-6 0,3 3 3 0,-3-3-3 15,2 5 4-15,-2-5 0 0,0 0 1 0,-4 10-4 0,4-10-2 16,-6 3-6-16,2 0 0 0,0 0 2 0,-3 0-6 15,3 0-4-15,-2 1-2 0,-2-2 0 16,1 0-5-16,1-1-2 0,0 3-1 0,2-3-2 16,-1 0 4-16,0 0-4 0,0 2-2 0,5-3-1 0,-7 1 3 15,4 0-2-15,3-1 0 0,-6 2 1 0,6-2-1 16,-6 4 3-16,3-3 1 0,3-1 1 0,-3 8 3 16,0-4 2-16,0 0-2 0,3-4 4 0,-3 9-3 15,2-3 2-15,0-1-1 0,1 2 2 0,-1-2 4 16,2 2-4-16,0 0-2 0,-1 2 4 0,0-1 0 15,1 0 2-15,-1 1-4 0,-1-1-2 0,1 0-2 16,-1 0-2-16,1-1-2 0,0-1-9 0,0-6-20 16,-1 9-30-16,0-3-39 0,1-6-53 0,-3 8-55 15,1-4-185-15,2-4-406 0,-3 3 180 0</inkml:trace>
          <inkml:trace contextRef="#ctx0" brushRef="#br1" timeOffset="-241067.5441">-3840 347 27 0,'0'0'148'0,"0"0"-8"0,0 0-5 16,0 0 2-16,0 0-1 0,0 0-3 0,0 0 4 15,0 0-3-15,0 0 3 0,0 0-5 0,0 0 3 16,0 0-1-16,0 0-3 0,0 0-7 0,0 0-3 15,0 0-2-15,0 0-6 0,0 0-12 0,0 0-5 16,0 0-5-16,4-10-15 0,-4 10-10 0,1-8-3 16,-1 8-6-16,1-9-5 0,0 2-8 0,0 2-4 15,-1-2-19-15,0-3-23 0,1-3-47 0,0 1-51 16,1 0-59-16,-2-1-56 0,1 2-195 0,1 0-443 16,-2-1 197-16</inkml:trace>
          <inkml:trace contextRef="#ctx0" brushRef="#br1" timeOffset="-241676.8905">-3985 149 50 0,'-6'-3'124'16,"6"3"-6"-16,-4-6-13 0,4 6-9 0,-5-3-1 15,5 3-11-15,-1-6-7 0,1 6-4 0,0-6-6 16,0 6 0-16,-1-7-6 0,1 7-8 0,0 0 5 16,2-9-4-16,0 5-6 0,-2 4 5 0,5-4-2 15,-5 4 3-15,4-5-6 0,-4 5 5 0,4-2 3 16,-4 2 3-16,6-1 1 0,-6 1 2 0,0 0-5 15,7 1 2-15,-7-1 2 0,5 4 1 0,-4-1-3 16,2 1 3-16,-3-4 2 0,3 9-3 0,-2-3 3 16,0 0 8-16,-1 3-4 0,-2-1-1 0,0 1-2 15,-2 3-7-15,-3 0-2 0,1-1-3 0,-2 1-6 16,-2-2-5-16,-2 4-18 0,2-4-22 0,-1 0-43 16,-2 1-61-16,3-5-78 0,1 1-238 0,1-1-452 15,2-2 199-15</inkml:trace>
          <inkml:trace contextRef="#ctx0" brushRef="#br1" timeOffset="-239817.6364">-4148 129 9 0,'0'0'165'0,"5"4"-13"0,-5-4-9 16,4 5-13-16,-3-2 0 0,-1-3-12 0,3 8-11 15,-2-3-11-15,1-2 0 0,-2-3-14 0,0 8-7 0,0-8-8 16,0 7-7-16,0-7-1 0,0 0-6 0,-1 8-6 16,1-8-6-16,-3 6-8 0,3-6 1 15,-5 4 0-15,5-4-3 0,-5 2-9 0,5-2-2 0,-5 1-7 16,5-1-7-16,0 0-5 0,-9-2 4 0,9 2-4 15,-5-5-2-15,3 3-2 0,2 2 4 0,-3-7-3 16,3 7 3-16,-2-7-3 0,2 7 1 0,-1-7-6 16,1 7 9-16,1-8-4 0,-1 2 1 0,0 6 4 15,2-9-5-15,-1 4 3 0,-1 5 9 0,2-6-7 16,-2 6 2-16,0 0 2 0,0-7 2 0,0 7 1 16,0 0-3-16,0 0-2 0,0 0 1 0,-2-6 0 15,2 6 1-15,0 0-3 0,0 0 0 0,-10 1 1 16,10-1 4-16,-7 3-9 0,3-1 2 0,0 2 3 15,-2-2 2-15,0 2-4 0,-1-2 4 0,-2 2-4 16,0 1 5-16,2 0-1 0,1-2-4 0,-1 1 4 16,1-2-2-16,-1 2-3 0,3 0-1 0,-2 0 10 0,3-1-8 15,0 0-1-15,0-1-2 0,3-2 3 16,-4 7-5-16,2-4 5 0,2-3-4 0,-4 5 0 16,4-5 2-16,0 5 0 0,0-5 1 0,0 0 3 0,0 0 4 15,0 7-6-15,0-7-2 0,0 0 8 0,4 6 0 16,-4-6-4-16,5 1 5 0,-5-1-4 0,5 3 6 15,-2-1-7-15,-3-2 2 0,5 1 0 0,-5-1 6 16,5 4-7-16,-5-4-1 0,2 2 5 0,-2-2 2 16,0 0-8-16,2 8 11 0,-2-8-3 0,0 6 0 15,0-6 4-15,0 0 1 0,-5 9-2 0,2-6-1 16,3-3 3-16,-5 6-7 0,3-5-3 0,2-1 6 16,-9 3-1-16,6-2-3 0,3-1-1 0,-12 2-3 15,6-1 3-15,-2-1-1 0,2 0 1 0,-3-1 1 16,1 1-3-16,1 2-3 0,-1-2-2 0,0-1 1 15,1 0 0-15,0 0-10 0,1 0 9 0,2-1-8 16,-2-1 10-16,3 2-1 0,3 1-4 0,-6-8 4 16,3 4-4-16,3 4 4 0,-1-9-9 0,0 4 3 0,1 5-4 15,2-14-5-15,-1 7-8 0,0 0-10 16,2 0-21-16,-1 0-17 0,1 0-37 0,0 0-46 16,-1 3-163-16,1-4-342 0,-2 4 151 0</inkml:trace>
          <inkml:trace contextRef="#ctx0" brushRef="#br1" timeOffset="-238989.5864">-4450-12 1 0,'0'0'190'0,"0"0"-21"0,-18 4-10 0,18-4-14 16,-11 2-19-16,5 0-11 0,-1-1-21 0,1-1-33 16,-1 3-35-16,0 0-40 0,-1-2-48 0,1-1-107 15,-1 0-182-15,1 1 81 0</inkml:trace>
          <inkml:trace contextRef="#ctx0" brushRef="#br1" timeOffset="-239270.7995">-4499 84 2 0,'0'0'210'0,"0"0"-9"0,0 0-9 0,0 0-9 15,14 7-7-15,-14-7-17 0,3 5-9 0,-1 0-7 0,-2-5-14 16,2 8-10-16,0-3-10 0,-2-5-3 0,2 7-12 16,-2-3-4-16,0-4-8 0,0 9-7 15,0-9-5-15,-1 7-11 0,1-7 0 0,-4 7-8 0,1-3-3 16,0-1-5-16,-1-1-3 0,-1 1-5 0,1-1-5 15,-1 0-10-15,0-1-8 0,0 3-10 0,-2-3-9 16,2 1-10-16,-2-2-5 0,1 2-11 0,0-2-2 16,6 0-9-16,-10-2-6 0,2-1 2 0,1 2-6 15,2-2 5-15,0 2-3 0,0-1-5 0,0 0 18 16,5 2 1-16,-7-4-1 0,4 0 9 0,3 4 4 16,-3-4-3-16,3 4 8 0,-2-6 0 0,2 6-2 15,0 0 8-15,0 0 6 0,1-9-2 0,-1 9 6 16,3-4 8-16,-3 4 7 0,3-3 2 0,-3 3 5 15,4-4 2-15,-4 4 2 0,0 0 1 0,9 3 5 16,-9-3-4-16,7 4 2 0,-4-4-2 0,0 4 2 16,1-1 3-16,-1 0 5 0,-1 1 0 0,2-1 1 15,-3 3 2-15,1-1 0 0,-1 1 1 0,-1 1 0 16,0-7-2-16,-4 14 1 0,2-6-2 0,-1 0-4 16,-1 1-2-16,-2-2-5 0,2 0 2 0,-1-2-9 15,-2 1-12-15,1 0-24 0,1-2-29 0,-1 0-43 0,1-2-52 16,0 0-55-16,1-1-159 0,4-1-386 15,-8-1 171-15</inkml:trace>
          <inkml:trace contextRef="#ctx0" brushRef="#br1" timeOffset="-238270.8879">-4739 35 76 0,'0'0'190'0,"0"0"-8"16,0 0-3-16,0 0-15 0,-2 6-17 0,2-6-10 15,0 0-7-15,0 8-10 0,0-8-7 0,2 7-11 16,-2-1-5-16,0-6-9 0,2 8-8 0,-1-4-4 0,-1-4-7 16,-1 10-4-16,1-10-5 0,-1 6-9 15,0-1-4-15,1-5-1 0,-3 8-7 0,0-6-7 16,-3 2 1-16,2-3-5 0,-4 3-3 0,2-2-7 0,0-2-7 15,-1 2-6-15,1 0-8 0,0-1-1 0,0 0-4 16,-1-1 3-16,7 0 4 0,-9-1-5 0,6 0 1 16,3 1 2-16,-7-2 4 0,7 2-5 15,-5-1 4-15,5 1-2 0,0 0-3 0,-5 3 2 0,5-3-1 16,0 0 5-16,0 0-4 0,0 0-5 16,0 0 3-16,0 0 4 0,0 0 4 0,0 8-6 15,0-8-2-15,0 0 4 0,0 0 0 0,3 10 0 0,-3-10-1 16,2 7 1-16,-1-4-2 0,-1-3 6 0,1 7-4 15,-1-7-1-15,0 8 4 0,0-8-4 0,0 0 3 16,2 6 1-16,-2-6 0 0,0 0-1 0,0 0-2 16,-2 8-1-16,2-8-4 0,0 0-6 0,-5 3-7 15,5-3-6-15,-6 0 0 0,6 0-7 0,-7-1-4 16,7 1 2-16,-6-4-4 0,6 4 5 0,-7-1-8 16,3-3 1-16,4 4 4 0,-4-6-1 0,1 2 3 15,3 4 0-15,-3-8-7 0,2 5 16 0,1 3-16 16,0-9 20-16,0 9-1 0,0-10 8 0,0 10-2 15,0-9 8-15,1 4-2 0,-1 5 0 0,0-7-1 16,0 7 8-16,1-6-2 0,-1 6 9 0,0 0 3 16,0 0-4-16,0-7-3 0,0 7 1 0,0 0-3 15,0 0 4-15,-3-6 4 0,3 6-8 0,0 0 8 0,-7-1-2 16,7 1 0-16,0 0 4 0,-10 2-1 16,10-2-8-16,-6 3 14 0,3-1-3 0,-1 0 0 15,4-2 3-15,-7 6 0 0,3-5 5 0,1 3-3 0,-1-1 0 16,-1-1-1-16,2 1-2 0,-1 0 12 0,1 2 0 15,0-1 5-15,0 0 0 0,1 1 2 0,2-5 7 16,-4 10 1-16,4-4 3 0,0 0-3 0,0-1 1 16,0 2 4-16,0 2 3 0,1-1 3 0,0-1 2 15,1 4-3-15,-1-2-4 0,1-2 3 0,0 7-3 16,-2-5-3-16,1 0-2 0,-1 3-4 0,0-2-2 16,-1-1-2-16,1-1-5 0,-1 1-7 0,0-3-6 15,0 2-20-15,0-1-28 0,0-3-33 0,1-4-35 16,-1 8-46-16,1-8-71 0,0 0-146 0,-2 4-394 15,2-4 174-15</inkml:trace>
          <inkml:trace contextRef="#ctx0" brushRef="#br1" timeOffset="-238032.5302">-4779-83 225 0,'0'0'304'0,"3"-4"-9"0,-3 4-18 0,0 0-18 16,0 0-17-16,3-4-23 0,-3 4-22 0,0 0-16 16,0 0-24-16,0 0-18 0,4-2-37 0,-4 2-49 15,0 0-69-15,0 0-88 0,0 0-115 0,0 0-167 16,0 0-417-16,0 0 185 0</inkml:trace>
        </inkml:traceGroup>
        <inkml:traceGroup>
          <inkml:annotationXML>
            <emma:emma xmlns:emma="http://www.w3.org/2003/04/emma" version="1.0">
              <emma:interpretation id="{3D33DB89-F1B7-4505-B5BB-E8CC52B23AF5}" emma:medium="tactile" emma:mode="ink">
                <msink:context xmlns:msink="http://schemas.microsoft.com/ink/2010/main" type="inkWord" rotatedBoundingBox="9590,17042 8094,17044 8093,16407 9589,16405"/>
              </emma:interpretation>
              <emma:one-of disjunction-type="recognition" id="oneOf19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1" timeOffset="-234771.1417">-5747-156 118 0,'0'0'225'0,"0"0"-10"0,0 0 2 0,0 0-17 0,0 0-9 16,-7 16-15-16,2-10-14 0,0 2-12 16,-1-2-13-16,-5 2-14 0,2 2-10 0,-1-3-15 15,-2 2-13-15,-1 2-36 0,2-2-45 0,-3 1-64 16,3-2-63-16,1-2-79 0,-3 3-111 0,2-3-340 0,-4 2 151 15</inkml:trace>
          <inkml:trace contextRef="#ctx0" brushRef="#br1" timeOffset="-235036.7447">-5904-31 160 0,'0'0'197'0,"0"0"-11"0,0 0-6 0,0 0-11 0,0 0-9 16,0 0-6-16,0 0-14 0,2 22-6 0,-1-17-15 16,0 2-3-16,-1-2-8 0,0 2-8 0,-1 2-13 15,0-1-4-15,-1 1-9 0,1 0-9 0,-2-3-2 16,1 4-7-16,0-2-5 0,-3 1-7 0,1-2-1 16,0 1-5-16,0-2-3 0,-1 0-1 0,0 1-4 15,0-2-7-15,1 0-3 0,-1-1-3 0,1-2 0 16,0 2-5-16,0-3 0 0,4-1-3 0,-8 0-3 15,8 0-4-15,-8-3 0 0,4 0 0 0,1-1-2 16,-3-2 5-16,3 1-5 0,0-2 3 0,-1 2-4 16,2-2 3-16,-2-2 0 0,1 2-1 0,0-1 1 15,2 0-1-15,-1-2 0 0,0 2-1 0,2-5-4 16,0 4 3-16,0-4 4 0,2 4-9 0,-1-1-19 16,0 1-23-16,0 2-30 0,-1 0-47 0,2 0-44 0,-1 1-217 15,-1 6-417-15,1-6 185 0</inkml:trace>
          <inkml:trace contextRef="#ctx0" brushRef="#br1" timeOffset="-237317.8158">-5089 118 83 0,'0'0'204'0,"-2"9"-14"0,2-9-13 0,-1 11-3 16,-1-3-9-16,1 1-10 0,-2-1-3 0,1 1-16 16,-2 3-10-16,1-4-16 0,0 4-7 0,0-5-12 0,1 3-4 15,-3-3-17-15,0 1-12 0,0-2-30 0,0 2-37 16,-1-3-46-16,0 2-52 0,-1-2-45 16,-2 1-146-16,2-2-322 0,-1 1 142 0</inkml:trace>
          <inkml:trace contextRef="#ctx0" brushRef="#br1" timeOffset="-236911.6104">-5213 175 70 0,'0'0'157'0,"0"0"-32"0,-6-1 11 16,6 1-3-16,0 0-15 0,-7-2-14 0,7 2-8 16,0 0-11-16,-5-3-9 0,5 3-11 0,-3-4-7 15,3 4 0-15,-3-5-7 0,3 5-3 0,-2-5-7 0,2 5-11 16,-1-7 2-16,1 7-1 0,0 0-1 16,0 0-19-16,0-10 13 0,0 10-8 0,3-5 2 15,-3 5-7-15,2-4 3 0,-2 4-2 0,4-5 7 0,-4 5-3 16,5-2 1-16,-5 2-2 0,0 0 2 15,8 0-3-15,-8 0 3 0,0 0 3 0,0 0 4 16,6 4 10-16,-5-1 1 0,-1-3 3 0,2 7-3 0,0-3 1 16,-2-4 4-16,1 11-1 0,0-4 3 15,-1 0-1-15,0 0-4 0,-2 2-3 0,0-1 2 16,-2-1-3-16,1 1-4 0,-3-1-3 0,0 3-2 16,0-3-8-16,-3 0-16 0,-1 1-21 0,-1-1-28 0,-1-2-37 15,2-1-32-15,3 0-57 0,-4-1-148 0,3-1-349 16,2-1 155-16</inkml:trace>
          <inkml:trace contextRef="#ctx0" brushRef="#br1" timeOffset="-236099.1712">-5341 98 52 0,'2'3'178'0,"-2"-3"-14"0,1 6-12 0,-1-6-7 15,0 7-20-15,0-7 1 0,0 0-15 0,-1 10-5 16,1-10-7-16,-2 8-8 0,2-8-10 0,-4 7-9 16,2-5-6-16,-1 2-9 0,0 0-2 0,3-4-7 15,-6 6-15-15,2-4-12 0,1 1-13 0,-1-2-11 16,4-1-7-16,-8 3 0 0,3-4-6 0,5 1-7 15,0 0 1-15,-11-2-1 0,8-1-10 0,3 3 20 16,-6-6 2-16,6 6 3 0,-2-4-6 0,0-1-2 16,2 5 7-16,-2-7 7 0,1 2 10 0,1 5-2 15,1-9 2-15,-1 9 7 0,0-8 11 0,0 8 3 16,0-6 14-16,0 6-3 0,0 0 2 0,0-7-9 0,0 7 4 16,0 0-12-16,0 0-3 0,0 0-2 15,0 0 0-15,0 0-1 0,0 0-5 0,0 0-1 16,0 0 0-16,0 0 1 0,0 0-3 0,0 0-4 0,-2 21 0 15,1-17-7-15,1-4-5 0,-6 6-6 0,4-2-8 16,0 0-4-16,-1-1-12 0,-1 0-12 16,0 0 2-16,-1-1-18 0,0-1-3 0,1 1 0 15,4-2 2-15,-9 1-2 0,9-1 2 0,-9-1 16 16,9 1 8-16,-8-2-4 0,4-1 0 0,0 2 14 16,4 1 1-16,-7-7 2 0,4 5 6 0,1-2 8 15,2 4 16-15,-5-5 2 0,5 5-2 0,-4-4 13 0,4 4 0 16,-3-6 17-16,3 6-5 0,-3-4 18 0,3 4 3 15,0 0 3-15,-3-6-1 0,3 6 1 16,0 0-5-16,0 0-2 0,0 0-3 0,-1-5 4 0,1 5 3 16,0 0 4-16,0 0-6 0,0 0 5 0,0 0 2 15,0 0-1-15,0 0 3 0,0 0-5 0,0 0-3 16,0 0-4-16,8 13-6 0,-6-9 5 0,-2-4-7 16,4 8 7-16,-2-3-7 0,-1-1 3 0,1 0-3 15,0 2-2-15,-1-1-5 0,0 1-3 0,0-1-2 16,-1-5 3-16,0 10-3 0,0-10-2 0,0 9 1 15,0-9-3-15,-3 10-1 0,1-5-1 0,-1 1 0 16,-1-1-6-16,0-2 4 0,1 1-1 0,-3 2-12 16,-1-1 8-16,2-2-1 0,-2 1 0 0,-1-1-4 15,0 1 3-15,-2 0-4 0,-1-2 2 0,-1 0 0 16,0 0 1-16,0-1-5 0,0 0 1 0,-2-1-2 0,1-4 2 16,-4 4-2-16,5-3 3 0,1-1-3 0,0 1 1 15,2 0-9-15,0-5 9 0,2 4 3 0,1-1-3 16,1-1-9-16,1 1 1 0,3-3-4 0,-1 1-12 15,1-3-6-15,2 1-22 0,1-3-14 0,2 0-53 16,0-1-22-16,3 1-39 0,-2-1-49 0,1 1-122 16,0 2-377-16,1 1 166 0</inkml:trace>
          <inkml:trace contextRef="#ctx0" brushRef="#br1" timeOffset="-235786.6935">-5379 6 189 0,'0'0'202'0,"0"0"-7"15,0 0-13-15,0 0-12 0,-15 5-11 0,15-5-15 16,-7 1-12-16,2 0-12 0,-1 0-12 0,0-1-11 15,6 0-10-15,-10-1-7 0,5 1-8 0,5 0-9 16,-10-3-7-16,6 0-7 0,1 1-5 0,-2 0-14 16,5 2-13-16,-4-7-12 0,2 3-3 0,2 4-10 15,-1-11-5-15,1 11 0 0,2-13-1 0,0 6-4 16,0-1 6-16,-1 2-6 0,2-2 3 0,-1 2 4 16,-1 2-3-16,1-2 6 0,-2 6-5 0,0-7-17 15,0 7-27-15,0-8-46 0,0 8-69 0,-3-3-109 16,3 3-305-16,-6-3 136 0</inkml:trace>
          <inkml:trace contextRef="#ctx0" brushRef="#br1" timeOffset="-232911.9008">-5988-235 114 0,'0'0'220'0,"0"0"-1"0,-11 12-18 15,5-6-9-15,-4 4-15 0,-3 2-14 0,-1 0-14 0,0 1-15 16,-2 2-14-16,-1-1-14 0,1-2-20 0,-4 2-25 16,3-1-39-16,-1 1-58 0,3-3-60 0,-1 0-75 15,1-1-107-15,5-2-299 0,1 0 133 0</inkml:trace>
          <inkml:trace contextRef="#ctx0" brushRef="#br1" timeOffset="-234411.7938">-6124 105 144 0,'0'0'205'0,"3"11"-10"0,-3-11-17 0,1 6-7 0,-1 0-6 16,0-6-8-16,0 8-7 0,0-8-6 16,0 12-7-16,-1-5-10 0,-2 0-8 0,1 1-12 15,-1 1-8-15,1-2-12 0,-2 1-6 0,0-2-8 16,-2 1-5-16,1 2-5 0,-1-3-17 0,0 0-17 0,-1 1-20 16,0-1-28-16,-2 0-41 0,1 0-50 0,2-3-48 15,-1 0-52-15,-3 0-124 0,2 0-360 16,1-2 160-16</inkml:trace>
          <inkml:trace contextRef="#ctx0" brushRef="#br1" timeOffset="-233411.8667">-6283-22 25 0,'0'0'199'16,"0"0"-12"-16,0 0-13 0,6 13-11 0,-6-10-5 16,0-3-9-16,0 10-7 0,0-5-9 0,2 1-8 0,-2-6-2 15,0 9-12-15,0-1-5 0,-1-1-9 16,0 1-10-16,1-1-7 0,-2-1-6 0,0 0-11 15,0 2 0-15,-1 0-7 0,0-1-6 0,0 0-5 16,0-2-5-16,0 2-6 0,-1 0-4 0,-1-2 1 0,1 2-9 16,-1-3-2-16,1 1-16 0,-2-1-8 0,3-2-4 15,0 0-11-15,-1 2-5 0,4-4-7 16,-9 1-3-16,9-1-4 0,-9-1-5 0,4 1 4 0,5 0 4 16,-9-5 1-16,5 2 1 0,0 2 5 0,1-3 1 15,0 0 3-15,3 4 2 0,-5-9 2 0,3 5 6 16,0 0 0-16,2 4 3 0,-2-7 5 0,2 7 3 15,-1-6 9-15,1 6 2 0,0 0 2 0,-2-10 3 16,2 10-2-16,0 0 6 0,-2-5-4 0,2 5-3 16,0 0 0-16,0 0-3 0,0 0 0 0,0 0-2 15,0 0 1-15,0 0-2 0,0 0-1 0,0 0 1 16,0 0-3-16,0 0 7 0,0 0-4 0,0 0-1 16,6 17 2-16,-6-17-2 0,1 7-2 0,-1-7 4 15,0 0-3-15,-3 8 3 0,3-8-1 0,-3 4-1 16,0 0-3-16,3-4 0 0,-5 3 0 0,5-3-3 15,-7 3 1-15,7-3 4 0,-8 1-5 0,8-1-2 16,-7 0 2-16,3 1 0 0,4-1 0 0,-6 0 0 0,6 0 5 16,-6 0-3-16,6 0 0 0,0 0 1 15,-6 2-5-15,6-2 0 0,0 0 7 0,-4 1-6 16,4-1 2-16,0 0 0 0,-2 4-1 0,2-4 1 0,-1 5-2 16,1-5 7-16,0 0-7 0,0 10 3 0,0-10-3 15,1 8 4-15,1-4-2 0,-2-4 4 0,2 9-7 16,0-3 3-16,-1-1-2 0,0 1 2 15,0-1 0-15,0 0 1 0,-1 1-7 0,1 0 4 0,-1-6-11 16,2 9 5-16,-2-9-3 0,0 6 1 0,0-6-1 16,-1 6-9-16,1-6-6 0,0 0-8 0,-3 6 2 15,3-6-8-15,0 0-3 0,-7-1 3 0,7 1-2 16,0 0-3-16,-8-5-3 0,5 1-1 0,-1-1-3 16,1 0 5-16,-1-2-8 0,2 3 9 0,-2-2 0 15,1 0 6-15,0 1-2 0,1 1 6 0,-2-1 9 16,4 5-4-16,-5-7 5 0,3 3 11 0,2 4-13 15,-4-6 12-15,4 6-2 0,-3-4 5 0,3 4-2 16,-3-4 3-16,3 4-7 0,0 0 11 0,0 0 3 16,0 0 5-16,0 0 2 0,-7 0 1 0,7 0 10 0,0 0-11 15,-7 1 4-15,7-1 10 0,-5 3-3 16,5-3 5-16,-7 3 5 0,4-2-1 0,0 2 0 16,3-3 5-16,-7 5 0 0,5-1 8 0,2-4 1 0,-5 6-1 15,2-1 5-15,2-2-6 0,-2 1 4 0,1 0-3 16,2-4-2-16,-2 8 6 0,0-2-3 0,1-1 1 15,1-5 6-15,-3 11 9 0,2-6-2 0,1 3 2 16,0-8 2-16,0 12-2 0,1-3 1 0,0-1 5 16,-2-1-6-16,2 2 2 0,-1-1 0 0,0 2-2 15,0-1-4-15,0 0-3 0,0 0-2 0,-1 0-4 16,-1-1-2-16,2 0-3 0,0-1-4 0,-1 0-5 16,-2-2-12-16,1 0-26 0,2 1-28 0,0-6-41 15,-3 6-43-15,3-6-57 0,-1 5-153 0,1-5-365 16,0 0 162-16</inkml:trace>
          <inkml:trace contextRef="#ctx0" brushRef="#br1" timeOffset="-233099.3889">-6458 13 39 0,'0'0'290'0,"5"-6"-11"0,-4 3-12 15,-1 3-15-15,5-4-22 0,-5 4-21 0,5-3-21 16,-5 3-19-16,4-3-20 0,-4 3-18 0,0 0-28 16,0 0-41-16,2-3-54 0,-2 3-60 0,0 0-76 15,0 0-89-15,3-6-114 0,-3 6-356 0,5-2 158 16</inkml:trace>
        </inkml:traceGroup>
        <inkml:traceGroup>
          <inkml:annotationXML>
            <emma:emma xmlns:emma="http://www.w3.org/2003/04/emma" version="1.0">
              <emma:interpretation id="{4979AE2F-80A4-4AF3-A023-6C60BE7052BB}" emma:medium="tactile" emma:mode="ink">
                <msink:context xmlns:msink="http://schemas.microsoft.com/ink/2010/main" type="inkWord" rotatedBoundingBox="7959,17005 6442,17007 6441,16421 7958,16419"/>
              </emma:interpretation>
              <emma:one-of disjunction-type="recognition" id="oneOf20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1" timeOffset="-229880.8616">-7247 93 34 0,'0'0'178'0,"0"0"-7"0,3 8-14 15,-3-8-2-15,0 6-11 0,0-6-6 0,0 7-9 16,0-7-11-16,0 0-9 0,-1 10-7 0,1-10-11 0,-3 6-6 15,3-6-7-15,-3 6-10 0,3-6-7 16,-2 4-4-16,2-4-4 0,-5 4-10 0,5-4-7 16,-4 5-5-16,4-5-6 0,-4 3-10 0,4-3-5 15,-6 0-4-15,6 0-3 0,-7 2-7 0,7-2 3 0,-5-2-3 16,5 2-1-16,-5-3 0 0,5 3 8 16,-6-6-9-16,6 6 0 0,-5-4 2 0,5 4 0 15,-2-7 0-15,1 3-1 0,1 4 2 0,-1-8 1 0,1 8-2 16,0-8 8-16,0 8-4 0,0 0 3 0,1-9 5 15,-1 9 6-15,3-5 3 0,-3 5 0 0,0 0-1 16,0 0-2-16,0-6 1 0,0 6-3 16,0 0 0-16,0 0 0 0,0 0-6 0,0 0 3 0,0 0 4 15,0 0-4-15,0 0-1 0,0 0 0 0,0 0 2 16,1 17-6-16,-1-17 0 0,0 0 2 0,-1 11-1 16,1-11 3-16,-2 5-2 0,2-5-1 0,-2 6-6 15,2-6-3-15,-4 6-3 0,3-3-8 0,1-3-5 16,-5 3-7-16,1-2-8 0,4-1-6 0,-6 4 0 15,2-3-9-15,4-1 2 0,-6 1-3 0,1 0 5 16,5-1-1-16,-7-2 10 0,7 2 3 0,-9-4 3 16,6 1 5-16,3 3-1 0,-6-4 2 0,3 0 8 15,1-1 0-15,2 5 12 0,-3-8 4 0,2 4 6 16,1 4 5-16,-4-7 9 0,4 7 3 0,-2-7 6 16,1 2 8-16,1 5 0 0,0 0 2 0,-1-7 1 15,1 7-4-15,0 0 2 0,-1-5 0 0,1 5-4 16,0 0-4-16,0 0-5 0,0 0-3 0,0 0 3 0,0 0 0 15,0 0-7-15,0 0-2 0,0 0 1 0,0 0-2 16,0 0 0-16,0 0-4 0,-3 17 1 16,3-17-2-16,-1 7 5 0,1-7-4 0,-2 8-1 15,1-4-3-15,1-4 3 0,-5 6-4 0,5-6-4 0,-3 4-3 16,0-2-4-16,3-2-9 0,-5 2-7 0,5-2-4 16,-6 2-7-16,6-2-2 0,-8-1-3 0,8 1-4 15,-8-3 2-15,4 0 0 0,0 1-3 0,-2-1-2 16,2-1 4-16,-1-2 1 0,-1 2 1 0,2-1 6 15,-2-1 4-15,1-1-2 0,2 0 8 0,-1-1 4 16,-1 2 0-16,1-3 5 0,2 1 7 0,0 0 1 16,-1 1 12-16,1-1 12 0,1 3 0 0,0-1 6 15,1 6 8-15,-1-9-2 0,1 9 7 0,-1-8 0 16,1 8 2-16,0-5 0 0,0 5-4 0,0 0-6 16,0 0-1-16,0 0 9 0,0 0-3 0,0 0 0 15,0 0-1-15,0 0 1 0,0 0-6 0,0 0 0 16,0 0 3-16,2 20-3 0,-2-20-2 0,0 10-1 15,1-2 0-15,-2-1-3 0,-1 0-2 0,2 1-3 0,-1-1 0 16,-1 0 0-16,0 0-3 0,-1 1 1 16,2-4-1-16,-1-1 0 0,-2 4-3 0,1-3 1 15,-1 1-1-15,-1-1 5 0,-1 0-10 0,3-2 2 16,-4 2-2-16,1-2-1 0,0-1-4 0,-1 1-2 0,1 0-2 16,1-2-4-16,-1 1 5 0,-1-1 1 0,2 1-3 15,5-1-1-15,-9-2 2 0,5 1-1 0,4 1 0 16,-9-2 1-16,9 2 0 0,-7-1 1 0,7 1 3 15,-5-3 2-15,5 3-2 0,-4-1 8 0,4 1-3 16,0 0-3-16,0 0 2 0,-6-3-3 0,6 3 3 16,0 0-3-16,0 0 3 0,-2 8 1 0,2-8 2 15,-1 7-2-15,1-2 0 0,0-5-2 0,0 12 1 16,0-6 0-16,-1 2-3 0,0 0 3 0,0 0-2 16,-2 2 1-16,1-1 2 0,-2 1-3 0,-2 0 6 15,-1 1-6-15,1-2-1 0,-2 1-3 0,-1-1-8 16,0-1-7-16,1-1-13 0,-1 1-16 0,1-1-23 15,1-2-30-15,1-3-33 0,2-2-41 0,4 0-174 16,-8 2-375-16,8-2 167 0</inkml:trace>
          <inkml:trace contextRef="#ctx0" brushRef="#br1" timeOffset="-229396.5316">-7334-222 127 0,'-5'10'228'15,"2"-4"-12"-15,0 2-10 0,-2-1-20 0,0 5-15 16,-3-1-11-16,1-1-13 0,0 1-9 0,0-1-10 0,-1 1-14 16,0-1-8-16,0-1-9 0,-1 0-13 0,-1 1-8 15,1 0-19-15,1-3-27 0,1-2-39 16,1 1-46-16,-2 0-52 0,2-3-53 0,-1 1-164 0,2 0-350 15,0-1 155-15</inkml:trace>
          <inkml:trace contextRef="#ctx0" brushRef="#br1" timeOffset="-229209.0447">-7462-129 102 0,'0'0'188'0,"-9"12"-15"0,6-9-19 0,-1 0-16 16,1 1-17-16,-1 1-33 0,-1-2-47 0,0 1-61 15,0 3-145-15,0-5-177 0,-1 5 78 0</inkml:trace>
          <inkml:trace contextRef="#ctx0" brushRef="#br1" timeOffset="-229662.1241">-7619 4 183 0,'2'-7'309'0,"-2"7"-10"15,2-3-14-15,-2 3-13 0,0 0-28 0,0 0-20 16,2-6-19-16,-2 6-25 0,0 0-19 0,0 0-23 16,0-5-39-16,0 5-57 0,0 0-77 0,0 0-81 15,0 0-94-15,0 0-170 0,0 0-412 0,0 0 182 16</inkml:trace>
          <inkml:trace contextRef="#ctx0" brushRef="#br1" timeOffset="-231443.2475">-6720 78 87 0,'0'0'184'0,"0"0"-16"0,0 0-11 15,0 0-11-15,0 0-10 0,0 0-7 0,0 0-7 16,0 0-4-16,0 0-3 0,0 0-10 0,0 0-8 15,0 0-8-15,0 0-6 0,0 0-12 0,0 20-3 16,0-20-10-16,-2 7-3 0,2-7-7 0,-2 7-7 16,-1-3-1-16,3-4-5 0,-3 5-5 0,1-2-6 15,-1 1-11-15,3-4-9 0,-6 6-12 0,3-4-11 16,0 1-9-16,3-3-10 0,-7 2-2 0,3-1-16 16,-1 0-4-16,5-1 2 0,-9 0-10 0,9 0 10 15,-8-3 4-15,4 3 4 0,4 0 3 0,-7-4 5 16,5 0 6-16,-1 1 1 0,3 3 6 0,-4-7 7 15,2 2 5-15,2 5 3 0,-2-7 15 0,2 7 4 0,-2-7 4 16,2 7 6-16,-1-7 5 0,1 7 4 0,-1-5 2 16,1 5 5-16,0 0-3 0,0 0-5 0,0 0-5 15,-1-8-3-15,1 8 2 0,0 0-4 0,0 0 2 16,0 0-5-16,0 0 1 0,0 0 1 0,0 0-5 16,0 0 1-16,0 0 3 0,0 0-3 15,0 0-7-15,-4 20 5 0,4-20-6 0,-2 7 4 0,-2-4-9 16,2 0 0-16,-1 1-7 0,3-4-9 0,-7 4-12 15,4-1 1-15,3-3-8 0,-8 3-8 0,4-2-3 16,-1 0-3-16,5-1-6 0,-11 0 10 0,5 0 5 16,1-2-14-16,5 2 19 0,-9-2-1 0,6-1 8 15,3 3 6-15,-7-4 6 0,4 0 8 0,3 4 14 16,-4-7-18-16,1 5 18 0,3 2 7 0,-2-7 6 16,2 7 9-16,-4-6-1 0,4 6 5 0,0-6 2 15,0 6 1-15,-2-5 2 0,2 5-5 0,0 0 9 16,0 0-7-16,-1-6 1 0,1 6-12 0,0 0 5 0,0 0-12 15,0 0 9-15,0 0-2 0,0 0-5 0,0 0 1 16,0 0-18-16,0 0 14 0,0 0-2 16,-8 11 3-16,8-11-4 0,-2 6-3 0,2-6-8 0,-4 5 4 15,2-1-6-15,2-4-8 0,-3 5 4 0,3-5 0 16,-6 5-7-16,4-3 2 0,2-2-4 0,-5 4 1 16,5-4 6-16,-5 0-8 0,5 0-1 0,0 0 1 15,-9-2-5-15,9 2 8 0,-6-2 5 0,6 2-3 16,-6-4-6-16,3 2 13 0,3 2 3 0,-6-5-3 15,3 1 8-15,0 1-5 0,3 3 6 0,-6-8 10 16,4 5 6-16,2 3 11 0,-3-6 3 0,1 2 8 16,2 4 4-16,0 0 0 0,-3-6 7 0,3 6-11 15,0 0 3-15,0 0 0 0,-3-3-5 0,3 3-4 16,0 0-4-16,0 0-3 0,0 0-4 0,-4-3 1 0,4 3-3 16,0 0-3-16,0 0-3 0,0 0 0 0,0 0 1 15,0 0-2-15,0 0-3 0,0 0-1 16,-1 16 1-16,0-13 5 0,1-3-5 0,-3 9-6 0,2-4 7 15,-3 0-3-15,2-3-4 0,-1 3 2 0,0-1-6 16,-2-2 2-16,1 3 1 0,0-1-3 0,-1-2 3 16,1 0-2-16,0 0 1 0,-1 0 0 0,5-2 3 15,-8 2-8-15,1-2 6 0,1 0-3 0,6 0 3 16,-10-4-3-16,5 2 1 0,1-2 1 0,-1 1-1 16,2 1-1-16,0-3 8 0,-1 0 1 0,2 0 2 15,2 5 9-15,-3-11 4 0,3 6-2 0,0-2 0 16,0 0 1-16,0 0 4 0,0-1-5 0,1-1 3 0,0 0-6 15,2-3 0-15,0-1 1 0,0 1-4 0,-2 1-2 16,-1 2-3-16,3 0-1 0,-1 1 3 16,0 1-4-16,-1-1-6 0,0 4 2 0,-1 4-16 15,2-10-18-15,-2 10-25 0,1-5-38 0,-1 5-21 0,0 0-15 16,0 0-34-16,0 0-132 0,0 0-317 0,0 0 140 16</inkml:trace>
          <inkml:trace contextRef="#ctx0" brushRef="#br1" timeOffset="-231162.0248">-7040 234 32 0,'0'0'246'0,"0"0"-4"16,0 0-11-16,0 0-17 0,0 0-17 0,0 0-16 16,0 0-16-16,0 0-15 0,0 0-6 0,0 0-20 15,-18-5-9-15,14 4-12 0,-1 1-11 0,-2 0-8 16,1-3-10-16,0 3-14 0,6 0-23 0,-10 0-28 16,6 0-43-16,4 0-41 0,-7 1-48 0,7-1-47 15,-6 2-180-15,6-2-379 0,-4 1 167 0</inkml:trace>
          <inkml:trace contextRef="#ctx0" brushRef="#br1" timeOffset="-230990.1658">-7133 310 58 0,'6'-11'239'0,"-6"11"-22"0,0-5-18 16,0 5-21-16,0 0-16 0,1-9-18 15,-1 9-25-15,1-5-47 0,-1 5-55 0,0 0-67 16,-2-10-72-16,0 7-84 0,2 3-223 0,-3-6 99 0</inkml:trace>
          <inkml:trace contextRef="#ctx0" brushRef="#br1" timeOffset="-228771.5779">-7819-42 8 0,'0'0'205'0,"0"0"-9"0,-8 14-2 0,7-8-3 16,1-6-13-16,0 11-13 0,-1-3-5 0,2 0-13 16,-1 1-11-16,0 0-9 0,0 0-12 0,0 3-14 15,1 0-8-15,-1 0-13 0,1-2-22 0,-2-2-42 0,0 4-58 16,0-3-76-16,-1 0-217 0,1 1-364 15,-1-3 162-15</inkml:trace>
          <inkml:trace contextRef="#ctx0" brushRef="#br1" timeOffset="-228521.5949">-7917 144 206 0,'0'0'208'0,"-2"12"-3"0,2-5-10 15,-1 0-7-15,-1 0-10 0,1 3-11 0,0-1-14 16,-1 0-7-16,0-1-14 0,0 2-14 0,-2-2-10 16,1 1-12-16,-2-1-9 0,1-1-8 0,-1 0-16 15,1-1-22-15,-1 0-30 0,1 0-37 0,-2-1-31 0,1 0-30 16,1-1-48-16,0-2-63 0,-1-1-115 0,1 1-340 15,4-2 151-15</inkml:trace>
          <inkml:trace contextRef="#ctx0" brushRef="#br1" timeOffset="-228006.0073">-8039 61 123 0,'0'0'150'0,"1"-8"-13"0,-1 8-7 16,1-6-1-16,-1 6-10 0,2-6-9 0,-2 6-5 15,3-5-1-15,-3 5-11 0,4-4-5 0,-4 4-2 16,4-3-7-16,-4 3-10 0,3-3 1 0,-3 3-7 0,0 0-5 15,0 0 3-15,0 0-2 0,6 0-1 16,-6 0-4-16,0 0-3 0,5 4-6 0,-5-4-2 16,6 2-2-16,-5 1-4 0,-1-3-3 0,6 5-6 15,-4-3 4-15,-2-2-9 0,3 7 4 0,-3-7 1 0,0 7-3 16,0-7-2-16,-2 7 3 0,-1-3-5 0,3-4 0 16,-4 7-5-16,1-3 4 0,-2 1-7 15,1-1-1-15,0-1-1 0,0 3 0 0,0-4-1 0,-1 1 0 16,-1-1-1-16,1 3-4 0,0-4-3 0,1 0 5 15,0 3-1-15,0-2-1 0,0 0-3 16,1 1 2-16,3-3-4 0,-7 5 5 0,4-2-4 0,0 1 2 16,0 0 0-16,1 0 5 0,0 0-8 0,2-4 10 15,-4 10 0-15,2-3 2 0,1 0-2 0,1-1 4 16,0 3 3-16,0 1 7 0,0 0 0 0,0-1-2 16,1 3 1-16,0 0 2 0,0 1-2 0,-1-3 0 15,2 2-4-15,-4 1-3 0,4-4 2 0,-2 1-8 16,0-1-9-16,-2 0-21 0,2 1-35 0,-1-2-49 15,-1 0-48-15,0-4-63 0,0 1-180 0,-1-1-428 16,0 0 190-16</inkml:trace>
          <inkml:trace contextRef="#ctx0" brushRef="#br1" timeOffset="-227756.0091">-8237 124 92 0,'2'-4'322'0,"-2"4"-11"15,5-5-9-15,-5 5-10 0,4-5-17 0,-4 5-34 16,0 0-20-16,4 0-16 0,-4 0-22 0,0 0-44 15,0 0-70-15,0 0-124 0,0 0-186 0,0 0-152 16,-9 14-426-16,9-14 189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19T01:42:15.13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9794C89E-3772-478F-AC74-17742C7CCB8E}" emma:medium="tactile" emma:mode="ink">
          <msink:context xmlns:msink="http://schemas.microsoft.com/ink/2010/main" type="writingRegion" rotatedBoundingBox="14743,1259 2977,1292 2975,630 14742,597"/>
        </emma:interpretation>
      </emma:emma>
    </inkml:annotationXML>
    <inkml:traceGroup>
      <inkml:annotationXML>
        <emma:emma xmlns:emma="http://www.w3.org/2003/04/emma" version="1.0">
          <emma:interpretation id="{1BA825A0-5FAB-400F-B950-A1506BA25FEE}" emma:medium="tactile" emma:mode="ink">
            <msink:context xmlns:msink="http://schemas.microsoft.com/ink/2010/main" type="paragraph" rotatedBoundingBox="14743,1259 2977,1292 2975,630 14742,5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602CB6E-7068-427D-BE12-925197AF3974}" emma:medium="tactile" emma:mode="ink">
              <msink:context xmlns:msink="http://schemas.microsoft.com/ink/2010/main" type="line" rotatedBoundingBox="14743,1259 2977,1292 2975,630 14742,597"/>
            </emma:interpretation>
          </emma:emma>
        </inkml:annotationXML>
        <inkml:traceGroup>
          <inkml:annotationXML>
            <emma:emma xmlns:emma="http://www.w3.org/2003/04/emma" version="1.0">
              <emma:interpretation id="{4A02E79D-EBD5-473A-A97A-B4600AE2105F}" emma:medium="tactile" emma:mode="ink">
                <msink:context xmlns:msink="http://schemas.microsoft.com/ink/2010/main" type="inkWord" rotatedBoundingBox="14743,1023 14613,1024 14612,871 14742,87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688-75 16 0,'0'0'203'0,"0"0"-27"15,0 0-8-15,0 0-14 0,0 0-7 0,0 0-12 16,0 0 1-16,7-1-4 0,-7 1-9 0,0 0-9 16,6 7-5-16,-6-7-11 0,5 6-5 0,-2-2-7 15,-2 0-3-15,-1-4-8 0,3 7-5 0,-1-3-8 16,0 1-1-16,0-1-13 0,-2 1 1 15,2 2-6-15,0 1-5 0,-2-3-3 0,0 1-5 16,0-6-4-16,0 10 8 0,0-4-11 0,0-6 0 0,0 10-3 16,0-10 2-16,-1 10 2 0,1-10-9 0,-1 5-6 15,1-5-4-15,-2 8-7 0,2-8-3 16,-5 4-9-16,2-2-1 0,3-2-6 0,-4 2 4 16,4-2-3-16,-6 0-3 0,6 0 4 0,0 0-4 15,-9-2-3-15,9 2 9 0,-4-3 1 0,0-1 2 0,4 4-1 16,-3-4 1-16,3 4 3 0,-4-4 1 0,4 4 6 15,0 0-4-15,-4-4-3 0,4 4 10 0,0 0-3 16,-3-6 1-16,3 6 5 0,0 0 0 0,0 0 1 16,0 0-2-16,0 0 1 0,-1-5 0 15,1 5-2-15,0 0 3 0,0 0-6 0,0 0 2 0,0 0 0 16,0 0-5-16,0 0-1 0,0 0 9 0,0 0-1 16,0 0 5-16,0 0-8 0,0 0 2 0,0 0-3 15,0 0 5-15,0 0 2 0,0 0-3 0,0 19-1 16,0-19 6-16,-1 5-2 0,1-5-2 0,-2 8-4 15,2-8 6-15,-2 4-5 0,2-4 0 0,-4 5-1 16,4-5-3-16,-3 6-2 0,3-6 1 0,-6 3-7 16,3-2-8-16,3-1-3 0,-6 2-2 0,1 0 1 15,0-2-2-15,5 0 1 0,-8 1-2 0,8-1-1 16,-9-1 6-16,5-1-1 0,4 2 3 16,-6-2 4-16,3-1 6 0,3 3-6 0,-6-6 7 15,5 3 4-15,0-3 3 0,1 6 3 0,-1-10 3 0,1 10 0 16,2-11 3-16,-1 5-4 0,3-1 2 0,-1-1-1 15,1-1 1-15,0 2 1 0,0 0-4 0,4-2-8 16,-2 2-30-16,-2 0-35 0,2-2-30 0,-1 1-46 16,-1 2-133-16,0 2-305 0,-1-2 134 0</inkml:trace>
        </inkml:traceGroup>
        <inkml:traceGroup>
          <inkml:annotationXML>
            <emma:emma xmlns:emma="http://www.w3.org/2003/04/emma" version="1.0">
              <emma:interpretation id="{335F12BC-FFC7-4324-8E10-530B45CADE87}" emma:medium="tactile" emma:mode="ink">
                <msink:context xmlns:msink="http://schemas.microsoft.com/ink/2010/main" type="inkWord" rotatedBoundingBox="14518,1081 14419,1082 14418,783 14517,782"/>
              </emma:interpretation>
              <emma:one-of disjunction-type="recognition" id="oneOf1"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N</emma:literal>
                </emma:interpretation>
                <emma:interpretation id="interp3" emma:lang="" emma:confidence="0">
                  <emma:literal>¢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V</emma:literal>
                </emma:interpretation>
              </emma:one-of>
            </emma:emma>
          </inkml:annotationXML>
          <inkml:trace contextRef="#ctx0" brushRef="#br0" timeOffset="12374.1079">498-71 167 0,'0'0'206'0,"0"0"-7"0,0 0-12 16,0 0-5-16,0 0-22 0,0 0-11 0,0 0-10 16,-4 8-6-16,4-8-11 0,0 0-7 0,-2 6-10 15,2-6-7-15,0 9-5 0,-1-4-12 0,1-5-3 16,1 11-9-16,-1-3-7 0,0-2-3 15,2 3-9-15,-2-3 2 0,0 3-10 0,0-2-6 0,1 1-2 16,-1 0-3-16,0-2-15 0,-1 1-26 0,2 1-33 16,-1-8-53-16,0 10-69 0,0-10-228 0,-3 8-424 15,3-8 189-15</inkml:trace>
          <inkml:trace contextRef="#ctx0" brushRef="#br0" timeOffset="12920.9389">468-164 120 0,'0'0'192'0,"0"0"-11"0,0 0-2 0,-7 14-6 16,7-14-9-16,-4 6-7 0,1-2-11 0,0-1-3 15,0 4-8-15,-2 0-13 0,1-2-7 0,0 2-2 16,0-1-12-16,0 2-2 0,1-1-9 0,0 2-5 15,0-1 1-15,0 0-6 0,0 2-5 0,1-2-9 16,-2 3-1-16,2-2-4 0,0 0-8 0,0 0-4 16,1 3-5-16,1-2-2 0,0 3-8 0,0-4 0 15,0 0-6-15,1 1-1 0,1-2-3 0,-1 2-1 16,1-2-6-16,1-1-16 0,0 2-21 0,0-2-18 16,-1 0-53-16,1-1-71 0,1 1-56 0,-2-3-215 15,-2-4-469-15,5 8 209 0</inkml:trace>
        </inkml:traceGroup>
        <inkml:traceGroup>
          <inkml:annotationXML>
            <emma:emma xmlns:emma="http://www.w3.org/2003/04/emma" version="1.0">
              <emma:interpretation id="{5D923367-CF18-4B5D-AE8B-4C3E9FF3A215}" emma:medium="tactile" emma:mode="ink">
                <msink:context xmlns:msink="http://schemas.microsoft.com/ink/2010/main" type="inkWord" rotatedBoundingBox="14266,1205 12327,1211 12326,742 14265,737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1" timeOffset="-64526.5447">178-119 278 0,'2'-5'281'0,"-2"5"-24"0,3-6-25 0,-3 6-21 15,4-5-20-15,-4 5-18 0,2-4-18 0,-2 4-19 16,0 0-37-16,0 0-45 0,0 0-64 0,0 0-73 15,0 0-66-15,-8-5-156 0,8 5-329 0,-7 0 146 16</inkml:trace>
          <inkml:trace contextRef="#ctx0" brushRef="#br1" timeOffset="-64229.7039">-82-113 67 0,'0'0'238'0,"0"0"-18"16,0 0-16-16,0 0-9 0,0 0-4 0,0 0-13 15,0 0-3-15,0 0 1 0,6 16-15 0,-6-16-10 16,1 11-10-16,0-6-5 0,0 1-7 0,0 0-11 15,0 2-9-15,-1-1-8 0,2 3-10 0,-4-2-10 16,4 1-7-16,-4 0-4 0,2 0-8 0,-1 0-6 16,0 0-19-16,-1-1-25 0,1-1-28 0,-1 1-42 15,0-3-63-15,1 0-76 0,-2 1-78 0,0 0-143 16,3-6-452-16,-6 7 199 0</inkml:trace>
          <inkml:trace contextRef="#ctx0" brushRef="#br1" timeOffset="-63792.249">-204 23 32 0,'0'0'193'16,"0"0"-9"-16,0 0-11 0,0 0-15 0,0 0-9 15,0 0-14-15,0 0-13 0,12 10-9 0,-12-6-12 16,0-4-9-16,2 7-10 0,-2-7-3 0,2 8-10 16,-2-8-7-16,-1 8-3 0,1-8-8 0,-3 6-2 15,1-3-3-15,2-3-7 0,-5 5-2 0,3-2-3 16,-3 0-4-16,1-2-7 0,4-1-2 0,-9 5 0 16,5-4-3-16,0 0-3 0,4-1-3 0,-10 0-1 15,10 0 0-15,-8 0 0 0,3-2-3 0,5 2 0 16,-6-2 2-16,6 2-1 0,-7-6 2 0,5 3 0 15,-1 0 6-15,3 3 9 0,0-10 0 0,0 10 10 16,1-12 6-16,0 3 5 0,2-3-2 0,1 0 0 16,-1-3-4-16,1 1 1 0,-1 2-4 0,0-3 0 15,0 3 2-15,1 4-7 0,-1-2-4 0,-1 3-2 16,0 2-2-16,-1 0-5 0,-1 5-17 0,2-7-29 16,-2 7-29-16,1-4-37 0,-1 4-46 0,0 0-47 15,0 0-56-15,0 0-121 0,0 0-393 0,0 0 174 16</inkml:trace>
          <inkml:trace contextRef="#ctx0" brushRef="#br1" timeOffset="-63557.8861">-197 158 20 0,'0'0'273'0,"0"0"-16"16,0 0-16-16,-9 3-14 0,9-3-18 0,-7-1-19 15,3 2-17-15,-4 0-14 0,2 0-17 16,-1 0-15-16,-1-1-14 0,0-1-20 0,3 2-41 16,-3-2-59-16,8 1-85 0,-11-3-81 0,6 1-161 0,5 2-363 15,-10-3 161-15</inkml:trace>
          <inkml:trace contextRef="#ctx0" brushRef="#br1" timeOffset="-63120.423">-454 45 175 0,'0'0'188'0,"0"0"-8"0,0 0-14 16,0 0-5-16,0 0-17 0,0 0-12 0,0 0-9 16,5 15-16-16,-5-15 0 0,0 0-15 0,0 0-5 15,-4 11-7-15,4-11-10 0,-3 4-9 0,3-4-2 16,-3 6-12-16,3-6 4 0,-3 3-8 0,3-3-1 15,0 0-5-15,-6 2-5 0,6-2 6 0,-5 0-10 16,5 0 2-16,0 0-2 0,-8-5 1 0,8 5 3 16,-5-5-1-16,2 3 1 0,3 2-1 0,-4-8-1 15,2 4-1-15,-1 1 2 0,1-2-3 16,-1 0-2-16,3 5 1 0,-5-8 1 0,4 6-2 0,1 2-6 16,-3-6 1-16,3 6-5 0,-5-1-1 0,5 1 1 15,0 0-5-15,-7 0 0 0,7 0-1 16,-6 3-2-16,2-1-3 0,1 1-6 0,-1 1-5 15,0 0-9-15,0-2-11 0,-2 2-15 0,0-1-25 0,0 2-28 16,2-1-32-16,-1 1-45 0,2-2-52 0,-1 1-119 16,1-1-371-16,3-3 164 0</inkml:trace>
          <inkml:trace contextRef="#ctx0" brushRef="#br1" timeOffset="-62932.9377">-544 222 105 0,'0'0'350'0,"0"0"-23"16,6-2-27-16,-6 2-33 0,0 0-26 0,3-4-27 16,-3 4-30-16,0 0-52 0,3-5-67 0,-3 5-105 15,0 0-126-15,0 0-165 0,6-6-356 0,-6 6 158 16</inkml:trace>
          <inkml:trace contextRef="#ctx0" brushRef="#br1" timeOffset="-62198.6173">-793 9 161 0,'11'-9'201'0,"-11"9"-9"0,3-3-14 0,-3 3-21 15,0 0-11-15,6-3-15 0,-6 3-16 0,6-3-9 16,-2 2-17-16,-4 1-3 0,6-2-11 0,-6 2-6 16,6 0-3-16,-6 0-11 0,0 0-4 0,6 0-4 0,-6 0-10 15,4 3-2-15,-4-3-5 0,3 5 2 16,-3-5-5-16,3 6-3 0,-1-2-9 0,-2-4-12 15,2 6-1-15,-1-3-6 0,-1-3-5 0,3 5-8 16,-3-5-5-16,3 7 13 0,-1-4-13 0,-2-3-1 0,2 6 8 16,0-3-4-16,-2-3-1 0,3 5 4 15,-1-1-1-15,-2-4 0 0,4 4 3 0,-3 0 2 16,-1-4-3-16,3 4 6 0,-3-4-1 0,3 4-5 16,-3-4 6-16,4 2 6 0,-4-2-5 0,0 0 10 0,5 2-8 15,-5-2 1-15,0 0 4 0,0 0 2 0,6 0 5 16,-6 0 3-16,0 0-2 0,0 0-1 0,0 0-2 15,0 0-5-15,0 0 5 0,0 0 5 16,0 0-3-16,0 0-4 0,-16 4-3 0,10-1 6 0,-1-2-2 16,-1 1-9-16,2 0 19 0,-3-1-16 0,0 1 3 15,-2 1-6-15,1-2 9 0,0 0-5 0,-2 1-4 16,2 0 4-16,-1-4 1 0,4 3-4 0,-1-1 4 16,0 0 0-16,2 0 0 0,0-1 2 0,1 0 1 15,1-1-7-15,4 2 7 0,-8-3 8 0,5-1-9 16,1 0 14-16,2 4 13 0,-2-8 0 0,1 2 9 15,2-2 6-15,0-1 2 0,1 1 6 0,1-4 6 16,3-1-4-16,-2 0 2 0,1-1 2 0,-2-1-8 16,3 3-5-16,-3-1-4 0,0 5-4 0,0-2-5 15,0 2-2-15,-1 1-6 0,0 2-11 0,-1 0-20 16,-1 5-34-16,2-7-40 0,-1 3-59 0,-1 4-53 0,1-8-162 16,-1 8-386-16,1-5 172 0</inkml:trace>
          <inkml:trace contextRef="#ctx0" brushRef="#br1" timeOffset="-61995.5052">-721-188 270 0,'0'0'266'0,"4"-6"-21"0,-4 6-23 0,3-6-26 15,-1 3-19-15,-2 3-19 0,0 0-19 0,3-4-35 16,-3 4-40-16,0 0-55 0,0 0-57 0,0 0-67 16,0 0-167-16,-11 9-304 0,5-5 134 0</inkml:trace>
          <inkml:trace contextRef="#ctx0" brushRef="#br1" timeOffset="-61401.7961">-1068 63 67 0,'2'-3'164'0,"2"-4"-8"0,-1 3-16 16,0-4-9-16,0 4-10 0,0 0-8 0,0-2-3 16,-1 4-10-16,-2 2-2 0,5-8-12 0,-1 5-8 15,-1 0-4-15,0 0-6 0,1 0-6 0,-4 3-9 16,6-3 1-16,-3 0-6 0,1 1-4 0,-4 2 1 16,7 0-2-16,-2-2-6 0,-5 2-1 0,6 1 1 15,-6-1-9-15,7 3 3 0,-4-2-5 0,-3-1-1 16,5 5-2-16,-2-3 3 0,-3-2-3 0,2 6-5 15,-2-6 4-15,2 7-3 0,-2-7-1 0,1 7 2 16,-1-7-3-16,-3 8 0 0,2-4 2 0,-5-1-4 16,4 2-7-16,-6-2 5 0,2 1-1 0,-3 1-1 15,2-3 0-15,-3 3 0 0,0-2-3 0,0 0-5 16,2 0-2-16,-2-1-1 0,2-1-5 0,0 2 4 16,0-1-8-16,1-2 4 0,0 1-2 0,1 0 6 15,0 0-5-15,0-2 5 0,6 1-3 0,-9-1 3 16,9 1 1-16,-8-3 1 0,8 3 6 0,-4 0-1 15,4 0 8-15,-4-3 2 0,4 3 4 0,0 0 2 16,0 0 0-16,-5-1-5 0,5 1-4 0,0 0 2 16,0 0-4-16,0 0 0 0,0 0 1 0,0 0-4 0,0 0 3 15,0 0 0-15,5 16-3 0,-4-12-2 16,1 1 3-16,-1 1 2 0,-1-6-2 0,0 13-5 16,-1-5 1-16,-1 4 4 0,-1-3-3 0,0 1 1 15,-4-1-2-15,2 3 1 0,-1-1-3 0,0-1-3 0,-1 1-9 16,1-4-15-16,-1 2-29 0,0-2-34 0,1-2-37 15,0 1-35-15,1-1-60 0,0 1-111 16,-1-3-358-16,4-1 158 0</inkml:trace>
          <inkml:trace contextRef="#ctx0" brushRef="#br1" timeOffset="-60886.1833">-1065 72 33 0,'0'0'141'16,"0"0"13"-16,0 0-8 0,-3 4-1 0,3-4-13 16,0 0-1-16,0 0-6 0,0 0-13 0,0 0-3 15,0 0-3-15,0 0 1 0,0 0-1 0,0 0-2 16,3-16-4-16,-3 16-13 0,3-7-2 0,-3 7-1 0,1-8 6 16,-1 8-7-16,2-9 0 0,-2 3-8 15,0-1-3-15,1-1-10 0,0-2 1 0,0-2-12 16,-1-1-3-16,1 1-5 0,-1-1-6 0,2-1-6 15,-2 1-11-15,1 0-16 0,-1 3-25 0,-1 2-37 16,1 0-66-16,0 0-50 0,-2 4-225 0,2 4-432 16,-4-8 191-16</inkml:trace>
          <inkml:trace contextRef="#ctx0" brushRef="#br1" timeOffset="-53933.5836">-1232-158 53 0,'0'0'144'16,"3"-3"-25"-16,-3 3 4 0,0 0-12 0,0 0 3 16,0 0-4-16,0 0-5 0,0 0-6 0,0 0-7 15,0 0-10-15,0 0-1 0,0 0-4 0,-6 15-11 16,6-15-6-16,-2 4-3 0,2-4-4 0,-3 5-8 16,3-5-3-16,-3 5-2 0,3-5 2 0,-4 5-6 15,1-3-1-15,3-2-11 0,-6 5 7 0,3-5-8 16,3 0 4-16,-8 2-4 0,4 0-1 0,4-2-1 15,-9 1-1-15,9-1 0 0,-7-1 1 0,-1-1 1 16,3 0 1-16,0 1 11 0,-1 0-4 0,3-2 5 16,-1 1 2-16,4 2-8 0,-8-2 7 0,8 2-3 15,-5-2-6-15,5 2-2 0,-5-1-4 0,5 1-1 16,0 0-6-16,0 0-6 0,0 0-15 0,-9 3-13 0,6 0-31 16,3-3-22-16,-6 6-43 0,3-2-31 0,-1 1-41 15,-2-1-114-15,1 2-327 0,-1-1 144 0</inkml:trace>
          <inkml:trace contextRef="#ctx0" brushRef="#br1" timeOffset="-54339.7949">-1342-36 173 0,'0'0'190'0,"0"0"-13"0,0 0-14 0,0 0-10 15,0 0-10-15,0 0-11 0,0 0-13 0,0 0-5 16,0 0-9-16,0 0-10 0,0 0 1 0,-3 18-5 15,3-18-1-15,0 11-5 0,0-11-4 0,1 7-7 16,-2 0-7-16,1-7-7 0,-1 11-5 16,1-4-6-16,0 0-5 0,-2 0-6 0,1-2-1 0,1 1-16 15,0-6-14-15,-2 10-22 0,1-6-14 0,-1 1-44 16,2-5-46-16,-3 8-25 0,3-4-42 0,0-4-130 16,-1 5-342-16,1-5 151 0</inkml:trace>
          <inkml:trace contextRef="#ctx0" brushRef="#br1" timeOffset="-53136.7716">-1493 18 25 0,'0'0'210'16,"0"0"-12"-16,0 0-14 0,0 0-12 0,0 0-9 16,0 0-12-16,0 0-16 0,0 0-9 0,0 0-3 15,0 0-8-15,0 0-7 0,0 0-7 0,0 0-6 16,0 0-5-16,0 0-9 0,0 0-6 0,0 0-6 15,0 0-8-15,0 0-3 0,0 0-5 0,0 0-7 16,0 0-3-16,0 0-3 0,0 0-6 0,0 0-2 16,0 0-5-16,0 0 1 0,0 0-2 0,0 0-4 15,0 0-2-15,0 0 2 0,0 0-6 0,0 0 1 16,0 0 2-16,0 0-3 0,0 0 4 0,0 0 0 16,0 0-4-16,0 0-2 0,0 0-1 0,0 0 8 15,0 0-9-15,0 0-4 0,0 0 0 0,0 0 2 16,0 0 0-16,0 0-1 0,0 0 8 0,0 0-8 15,0 0 1-15,0 0 9 0,0 0-4 0,0 0 7 0,0 0-4 16,0 0 2-16,0 0-1 0,0 0-2 0,0 0-2 16,0 0 1-16,0 0-2 0,0 0 0 15,0 0-5-15,0 0 0 0,0 0 1 0,0 0-1 16,0 0-4-16,0 0 4 0,0 0-7 0,0 0 8 0,0 0-8 16,0 0-2-16,0 0 0 0,0 0 4 0,0 0-3 15,0 0-2-15,0 0 2 0,0 0-3 0,0 0 1 16,0 0 3-16,0 0-5 0,0 0 10 15,0 0-7-15,0 0-3 0,0 0 2 0,0 0 0 0,0 0-2 16,0 0 2-16,0 0 1 0,0 0-1 0,0 0 1 16,0 0 2-16,0 0-1 0,0 0 1 0,0 0-4 15,0 0 3-15,0 0 0 0,0 0-1 16,0 0-3-16,-1 9 6 0,1-9-3 0,0 0 1 0,-1 6-3 16,1-6 1-16,-3 4-2 0,3-4-1 0,-5 4-2 15,5-4-3-15,-2 3 2 0,2-3-4 0,-4 4 4 16,4-4 2-16,-6 4-6 0,3-3 1 0,3-1 3 15,-9 4-2-15,6-4-2 0,-1 3 1 0,-1-2-5 16,5-1-2-16,-10 3 1 0,5-3-1 0,1 1-3 16,-1 0 5-16,-2-1-4 0,1 0 2 0,-1 0-2 15,1 0 4-15,-3-1-1 0,2 0 6 0,-4-1-1 16,1 0 3-16,-1-1-5 0,2 0 6 0,-1 1 0 16,0 0-1-16,3 0 4 0,0-2 3 0,3 2-5 15,1 0 4-15,0-1-4 0,3 3 1 0,-3-7 1 16,3 7-1-16,0-6-10 0,0 6-15 0,0 0-25 15,3-9-30-15,1 5-34 0,-2 1-47 0,2 0-41 16,-4 3-158-16,5-5-393 0,-2 4 175 0</inkml:trace>
          <inkml:trace contextRef="#ctx0" brushRef="#br1" timeOffset="-52902.4096">-1635 213 235 0,'7'-4'286'0,"-7"4"-19"0,6-4-20 15,-6 4-27-15,3-1-25 0,-3 1-16 0,0 0-20 16,3-5-20-16,-3 5-31 0,0 0-51 0,0 0-62 15,0 0-81-15,0 0-90 0,0 0-129 16,0 0-329-16,0 0 146 0</inkml:trace>
          <inkml:trace contextRef="#ctx0" brushRef="#br1" timeOffset="-64776.5503">145 27 7 0,'0'0'225'0,"0"0"-15"16,0 0-16-16,8-12-1 0,-8 12-10 0,3-2-8 15,-3 2-13-15,0 0-16 0,0 0 6 0,5-4-14 16,-5 4-14-16,4-1-9 0,-4 1-11 0,6-3-11 16,-6 3-12-16,5-2-4 0,-5 2-6 0,5-3-11 15,-5 3-3-15,6 0-11 0,-6 0 0 0,0 0-5 16,5 0-2-16,-5 0-8 0,0 0-3 15,0 0-2-15,5 2-4 0,-5-2-1 0,0 0-3 0,4 3-3 16,-4-3-1-16,2 4-4 0,-2-4-5 0,0 6 0 16,0-6-5-16,2 5-3 0,-2-5-7 0,0 6-6 15,0-6 2-15,0 0 0 0,1 9 3 0,-1-9-11 16,0 6 5-16,0-6-5 0,2 6 0 0,-2-6 0 16,3 4-1-16,-3-4 1 0,3 3-3 0,-3-3 3 15,4 3 2-15,-4-3 4 0,5 3 4 0,-5-3-5 16,6 2 4-16,-2-1 1 0,-4-1 0 0,0 0 6 15,4 2 0-15,-4-2-6 0,0 0 3 0,5 1 1 16,-5-1-1-16,0 0 1 0,0 0 4 0,4 2-1 16,-4-2-2-16,0 0 0 0,0 0 3 0,0 0-2 15,0 0 7-15,0 0-4 0,0 0 1 0,0 0 2 16,0 0-2-16,0 0 0 0,0 0 2 0,-10 7-2 16,10-7-1-16,-7 2 2 0,2-2 1 0,0 1-1 15,0 1 7-15,0-1-4 0,-2 1-4 0,1-1 3 16,0-1-6-16,-1 1 0 0,7-1 2 0,-12-1-3 15,6-2 2-15,-2 3 3 0,1 0-2 0,0-3-1 16,0 2 5-16,-1-1-6 0,-2-1 3 0,2 2 1 16,1-2-1-16,0 0 1 0,1 0 2 0,1 1 9 15,1-1 4-15,0 0 8 0,-1 0 1 0,2 0 0 16,3 3-2-16,-5-6 3 0,2 3 4 0,1-1-1 16,2 4 5-16,-2-6 5 0,2 6 6 0,-3-4 5 15,3 4 7-15,-2-4-2 0,2 4 3 0,0 0-1 16,0 0-5-16,-4-4 1 0,4 4-7 0,0 0-4 15,0 0-3-15,0 0-3 0,0 0-7 0,0 0-5 16,0 0 2-16,0 0-5 0,0 0-6 0,0 0 5 16,0 0-2-16,0 0-6 0,0 0 4 0,7 12-4 15,-4-8 2-15,0 1-3 0,-2-1-1 0,1 2-2 16,-2-6 2-16,1 9-3 0,-2-3 2 0,1-6-2 16,0 11 5-16,-2-1-8 0,1-4-3 0,-1 1-3 0,-2-1-8 15,-1-1-8-15,0 0-5 0,-1 0-16 0,1 0-20 16,-1-1-29-16,1 1-45 0,-2-3-57 15,3 1-57-15,4-3-196 0,-12 3-483 0,12-3 214 16</inkml:trace>
        </inkml:traceGroup>
        <inkml:traceGroup>
          <inkml:annotationXML>
            <emma:emma xmlns:emma="http://www.w3.org/2003/04/emma" version="1.0">
              <emma:interpretation id="{1CA58709-7D09-4DB4-AA72-AC8F8B8029AE}" emma:medium="tactile" emma:mode="ink">
                <msink:context xmlns:msink="http://schemas.microsoft.com/ink/2010/main" type="inkWord" rotatedBoundingBox="12163,1191 9752,1197 9751,711 12162,704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1" timeOffset="-49746.379">-2066 222 127 0,'0'0'188'0,"0"0"-11"0,0 0-15 0,0 0-17 0,-11 3-12 15,11-3-15-15,-8 0-9 0,8 0-8 0,-8 1-19 16,2 1-24-16,-1-1-33 0,1-2-51 0,-1 1-47 16,7 0-148-16,-11-3-240 0,8 0 106 0</inkml:trace>
          <inkml:trace contextRef="#ctx0" brushRef="#br1" timeOffset="-49496.4114">-2220-27 13 0,'0'0'294'16,"0"0"-10"-16,2-6-11 0,-2 6-17 0,0 0-20 15,0 0-21-15,2-4-21 0,-2 4-19 0,0 0-23 16,0 0-17-16,0 0-28 0,0 0-40 0,0 0-67 0,0 0-91 16,0 0-108-16,11 4-154 0,-6-1-380 15,-1-1 169-15</inkml:trace>
          <inkml:trace contextRef="#ctx0" brushRef="#br1" timeOffset="-48683.9692">-2316 107 76 0,'0'0'128'0,"-6"0"-3"15,6 0-7-15,-7-2-9 0,3 1-3 0,4 1 3 16,-9-2-5-16,9 2-9 0,-6-3-7 0,6 3-4 16,-5-1-7-16,5 1 4 0,-5-3-9 0,5 3-6 15,-3-3-4-15,3 3-5 0,0 0-9 0,-5-5 0 16,5 5-6-16,0 0-3 0,-1-6-9 0,1 6 2 16,0 0-7-16,0 0-1 0,0 0-4 0,7-7 4 15,-7 7-2-15,4-2-2 0,-4 2 1 0,5-3 5 16,-5 3-5-16,4-3 4 0,-4 3 3 0,0 0 0 15,7 2-3-15,-7-2 1 0,0 0 1 0,7 1 2 16,-4 2 2-16,-3-3-4 0,5 5-1 0,-3-2 1 16,1 1-2-16,-1 0-6 0,-1 1 1 0,-1-5 0 15,2 10 4-15,-2-5-1 0,-1 1 0 0,1-6 2 16,-4 13-1-16,1-6 0 0,-3 0-2 0,0 0-4 0,-3 0 0 16,0 0-5-16,0-1-12 0,-2 0-28 15,0-2-33-15,0 1-51 0,0-2-59 0,3 1-202 16,0-2-402-16,2 1 177 0</inkml:trace>
          <inkml:trace contextRef="#ctx0" brushRef="#br1" timeOffset="-50152.6099">-1859-114 116 0,'0'0'131'0,"0"0"-9"0,0 0-3 0,2 5 0 16,-2-5-6-16,0 0-4 0,0 0-7 0,0 0-9 15,-10 5-9-15,5-4-7 0,1 1-10 0,-2 0-7 16,-2 1-19-16,2 0-49 0,-1-2-55 15,-1 1-151-15,3-1-231 0,0 1 101 0</inkml:trace>
          <inkml:trace contextRef="#ctx0" brushRef="#br1" timeOffset="-50543.2087">-1891 18 87 0,'0'0'206'0,"0"0"-15"0,0 0-21 16,0 0-12-16,0 0-13 0,0 0-17 0,0 0-15 15,0 0-8-15,0 0-14 0,0 0-11 16,0 0-3-16,0 0-8 0,0 0-3 0,0 0-7 16,0 0-8-16,0 0-6 0,0 15 2 0,0-15-6 15,0 0-6-15,0 8-1 0,0-8-3 0,1 8-5 16,-1-8-4-16,0 7 2 0,0-7-3 0,0 5-2 15,0-5-6-15,0 0 3 0,-2 8 1 0,2-8-2 0,0 0-4 16,-3 6 0-16,3-6 0 0,-4 3 0 0,0-1-5 16,4-2-7-16,-6 1-1 0,1 1-2 0,5-2-6 15,-9 1 1-15,4-1 2 0,5 0-5 16,-11 1 0-16,7 0 5 0,4-1-3 0,-8-1 5 0,8 1 3 16,-7-1-1-16,7 1 10 0,0 0-9 0,-6 0-1 15,6 0 3-15,0 0 6 0,0 0-1 0,-5-1-3 16,5 1 3-16,0 0-3 0,0 0-2 0,0 0 4 15,0 0-1-15,0 0-1 0,0 0-1 0,0 0 3 16,0 0-1-16,0 0 3 0,0 0-8 0,0 0 4 16,0 0-2-16,8 12-1 0,-8-12 2 0,1 4-1 15,-1-4 0-15,2 6 5 0,-2-6-4 16,4 7-2-16,-2-5 3 0,-2-2 0 0,1 8-3 0,-1-8 0 16,0 5 0-16,0-5 4 0,0 0-3 0,0 8-4 15,0-8-6-15,0 0 0 0,-4 5-7 0,4-5 1 16,0 0-4-16,-5 2 2 0,5-2 2 0,-6-1-6 15,6 1 0-15,0 0-1 0,-9-3-8 0,9 3 6 16,-7-3-3-16,4 0 5 0,3 3 4 0,-4-5-3 16,2 2 6-16,2 3 2 0,-3-7 1 0,3 7 3 15,-2-7 0-15,2 7 2 0,-1-9 7 0,1 9 12 0,1-8 3 16,-1 8 3-16,2-8 6 0,-2 8 2 16,0-7-2-16,0 7 0 0,3-6-1 0,-3 6 2 15,0-6-3-15,0 6-1 0,0 0 1 0,2-4-7 16,-2 4-3-16,0 0-1 0,0 0-2 0,0 0-1 0,0 0 1 15,0 0-1-15,0 0-3 0,0 0 3 0,0 0-3 16,0 0 3-16,0 0-3 0,0 0-1 16,0 0 3-16,-9 14 2 0,7-10-4 0,-1-1-5 0,3-3-1 15,-6 3-1-15,2 1-7 0,4-4 6 0,-7 2-4 16,2-1-5-16,5-1-3 0,-7 2-13 0,2-2 5 16,5 0 3-16,-7-1-5 0,7 1 7 15,-10-3 0-15,6 2 1 0,4 1-2 0,-7-4 1 0,4 2 3 16,3 2 4-16,-6-6 1 0,4 3-1 0,2 3 3 15,-5-6-7-15,4 2 16 0,1 4-4 0,-3-8 14 16,3 8-5-16,-1-8 7 0,0 4 0 0,1 4 6 16,0 0 5-16,1-9 1 0,-1 9 2 0,0 0 3 15,0 0-4-15,-2-7-1 0,2 7-1 0,0 0-3 16,0 0-6-16,0 0-3 0,0 0 1 0,0 0 2 16,0-6-4-16,0 6-1 0,0 0-2 0,0 0 0 15,0 0 0-15,0 0 2 0,0 0 0 0,0 0-2 16,0 0 0-16,2 18 1 0,-2-18-6 0,0 7 1 15,0-7 3-15,-4 6-6 0,4-6-2 0,-3 7 3 16,-1-4-11-16,1 1-4 0,-2 0-3 0,0-2-1 16,1 1 5-16,-3 0-1 0,2-2-4 0,-1 1 6 15,0 0 4-15,-1-2-7 0,1 0 8 0,0 0 1 16,6 0-1-16,-8 0 1 0,8 0 0 0,-8-2 16 0,8 2-3 16,-6-2 1-16,6 2 9 0,-6-1 1 15,6 1 6-15,-3-3-1 0,3 3 5 0,0 0 5 16,0 0 7-16,-4-3-4 0,4 3-6 0,0 0-2 15,0 0-5-15,0 0 1 0,0 0-7 0,0 0 6 0,0 0-9 16,0 0 2-16,0 0-3 0,-4 11 1 0,4-11-1 16,0 5-2-16,0-5-5 0,2 9 4 0,-2-9-3 15,0 12 3-15,-1-3 0 0,0-4-4 0,0 3 2 16,-1 0 0-16,-1 0 1 0,0 0-1 0,-1 1-5 16,0-1 2-16,-2 2-8 0,0-2-10 0,-3-1-12 15,2 1-12-15,-3-1-17 0,1-1-19 0,2-1-36 16,1-2-31-16,1-1-42 0,-1 2-151 0,2-2-359 15,4-2 159-15</inkml:trace>
          <inkml:trace contextRef="#ctx0" brushRef="#br1" timeOffset="-47699.6645">-2473 30 46 0,'0'0'180'0,"0"0"-14"16,0 0-1-16,0 0-13 0,0 0-15 0,0 0-5 16,5 9-11-16,-5-9-6 0,0 0-6 15,0 9-8-15,0-9-11 0,0 0-3 0,-4 9-9 16,4-5-6-16,-2 0-7 0,-1 0-7 0,3-4-6 0,-5 5-3 15,2-1-6-15,3-4-5 0,-5 5-5 16,1-3 1-16,1 0-6 0,-1 0-3 0,4-2-6 16,-8 2-6-16,3-1-2 0,5-1-5 0,-6-1-2 0,6 1-4 15,-7-2 0-15,7 2-1 0,-8-3 0 0,8 3-1 16,-5-5-2-16,5 5 4 0,-5-4-3 0,5 4 3 16,-3-5 2-16,3 5-4 0,-1-6 2 0,1 6 0 15,-1-6 0-15,1 6 8 0,0 0-2 0,-1-7 4 16,1 7-3-16,0 0-1 0,0 0-2 0,0 0 3 15,0 0-6-15,0 0 4 0,0 0-6 0,2-9 4 16,-2 9-3-16,0 0 3 0,0 0-2 0,0 0-1 16,0 0 2-16,0 0-3 0,0 0 3 0,0 0-1 15,0 0-3-15,4 16 8 0,-4-16-4 0,-2 9-3 16,2-9-3-16,-4 5-1 0,2-2-1 0,2-3-5 16,-6 6-7-16,3-3-7 0,-1-1 4 0,4-2-6 15,-7 5-5-15,3-4 1 0,4-1-3 0,-7 1-3 16,2 0 8-16,5-1-2 0,-7 1 3 0,7-1 3 15,-6-3 1-15,6 3 3 0,-6-2 0 0,6 2 0 0,-5-5 6 16,5 5 4-16,-4-6 0 0,4 6 5 16,-3-5 1-16,3 5 10 0,-2-7 2 0,2 7 3 15,-2-7 2-15,1 4 7 0,1 3-2 0,0 0 2 16,-2-10-1-16,2 10 3 0,-2-5 3 0,2 5-3 16,0-5-4-16,0 5 2 0,0 0-6 0,0 0-6 15,0 0 4-15,0 0-1 0,0 0-3 0,0 0-1 16,0 0 4-16,0 0-4 0,0 0-2 0,0 0 0 15,0 0-1-15,0 0 2 0,0 0 0 0,0 0-2 0,-3 18-6 16,1-14 2-16,2-4-1 0,-3 7-2 0,1-3-5 16,0-2-2-16,-3 2-2 0,2 1 6 15,-3-2-4-15,1 1-6 0,-1-2 3 0,1 0-2 0,-1 1 5 16,2-2 3-16,4-1-5 0,-9 1 6 0,2-1-1 16,7 0-1-16,-8-1 8 0,5 0 8 0,3 1 2 15,-7-3 5-15,3 0-1 0,4 3 3 0,-4-7 1 16,3 1 5-16,-1 2 2 0,0-1 1 0,2 5 5 15,-1-10-5-15,1 2-5 0,1-2-3 0,0 1 5 16,0-3-7-16,2-1-1 0,-1-1-2 0,-1 1 3 16,1 3-4-16,1 3-1 0,-2-1-8 0,1 2 0 15,-1 3-2-15,-1 3-19 0,2-7-17 0,-2 7-28 16,0 0-16-16,0 0-38 0,0 0-39 0,0 0-142 16,0 0-325-16,0 0 144 0</inkml:trace>
          <inkml:trace contextRef="#ctx0" brushRef="#br1" timeOffset="-46762.233">-2850-42 27 0,'0'0'219'0,"0"0"-10"0,0 0-20 15,0 0-16-15,0 0-16 0,0 0-14 16,0 0-11-16,0 0-10 0,0 0-12 0,0 0-15 0,0 0 2 16,0 0-2-16,0 0-3 0,0 0-2 0,5 19-9 15,-3-14-6-15,0-2-4 0,-2 5-5 0,1-2-9 16,1-2-2-16,-2 2-4 0,0 0-5 16,0 2-7-16,-2-1-1 0,1 0-4 0,-1 0-3 0,-1-1-4 15,-1 0 1-15,0 0-4 0,-1 0-2 0,-1-2-3 16,0 2-1-16,-1-3-3 0,1 2-3 0,-1-1-6 15,0-1-1-15,0-1-7 0,0 0 1 0,1-1 0 16,-1-1-2-16,0 1-4 0,3-1 9 0,4 0-6 16,-7 0 2-16,7 0-1 0,-8-1 2 0,8 1 0 15,-4 0 0-15,4 0 2 0,0 0 0 0,-5-2-4 16,5 2 5-16,0 0-3 0,0 0-1 0,0 0 0 16,0 0-1-16,0 0 1 0,0 0-1 0,0 0 0 15,0 0 3-15,0 0-2 0,-1 7 1 0,1-7 0 16,0 0 3-16,3 10-1 0,-3-10-4 0,4 7 4 15,-3-3 0-15,-1-4-4 0,1 8 4 16,0-4-3-16,-1-4 1 0,0 8-6 16,0-8-2-16,-1 6-6 0,1-6-3 0,-2 6-1 0,2-6-4 0,0 0-7 15,-4 4-11-15,4-4-1 0,0 0-1 0,-6-1-6 16,6 1-9-16,0 0 5 0,-7-4-1 0,4-1 2 16,3 5-3-16,-5-6 2 0,2 2-10 0,1 0 10 15,2 4 8-15,-4-9 6 0,3 4-3 0,-2-2 9 16,2 2 1-16,1 5 9 0,-2-11-8 0,1 7 10 15,1 4-3-15,-2-9 10 0,0 4 3 0,2 5 3 16,-1-5 2-16,1 5 4 0,-2-5 4 0,2 5 6 16,0 0-5-16,-2-5-8 0,2 5 11 0,0 0 0 15,-5-3-2-15,5 3-6 0,0 0 7 0,-8 0-3 16,8 0 0-16,-7 3 2 0,0-1-6 0,1 1 6 16,0 0-5-16,0-1 6 0,-1 3-4 0,1-1 3 15,-1-1-3-15,2 1 2 0,-1 0 2 0,3-1-5 16,-1 1 2-16,0-2-6 0,1 3 4 0,3-5 0 15,-4 5-2-15,4-5 4 0,-3 5 0 0,3-5-5 16,-3 4 1-16,3-4-5 0,0 5 5 0,0-5 0 16,0 0 2-16,0 0 3 0,4 7 2 0,-4-7 4 0,5 2-2 15,-5-2 5-15,3 3 2 0,-3-3 6 0,5 3 2 16,-1-3-4-16,-4 0 7 0,7 3-3 0,-7-3-4 16,5 1 4-16,-5-1-1 0,6 2-5 15,-4 1 3-15,-2-3 1 0,0 0-3 0,3 4 5 0,-3-4-3 16,0 0 7-16,-1 9 1 0,1-9-2 0,0 0-5 15,-6 8 7-15,3-4-7 0,3-4 2 0,-7 6 2 16,2-4 0-16,0 1-2 0,0 0-1 0,-2 1 0 16,-1-1-1-16,-2 2-6 0,2-4 3 0,-3 2-2 15,-1 0 1-15,1-1-5 0,-1-1-2 0,-1 1 0 16,0-2-1-16,2-2-3 0,0 1 1 0,0-2 1 16,0 0 0-16,0 0 0 0,2 0-2 0,0-3-3 15,2 3-1-15,1-4-4 0,0 3-9 0,1-3 0 16,1 2-5-16,0-3 1 0,1 0-12 0,3 0-9 15,1 0-3-15,1-2-22 0,0 1-24 0,3-2-41 16,0 1-35-16,-2 1-149 0,1 2-336 0,1-2 149 16</inkml:trace>
          <inkml:trace contextRef="#ctx0" brushRef="#br1" timeOffset="-45684.1847">-3189-235 19 0,'2'-4'185'0,"-2"4"-23"0,0 0-8 16,0 0-14-16,0 0-13 0,0 0-16 15,0 0-3-15,-11 15-6 0,8-9-11 0,-2 1-3 16,0 0-13-16,0 0-8 0,-2 2-2 0,-1 0-7 16,-2 2-8-16,0-2-8 0,1 1-22 0,-3 0-21 0,3-2-55 15,-3-1-53-15,-1 3-141 0,2-4-270 16,2-1 119-16</inkml:trace>
          <inkml:trace contextRef="#ctx0" brushRef="#br1" timeOffset="-45981.0428">-3366-48 39 0,'0'0'174'0,"0"0"-12"0,0 0-4 0,0 0-13 16,0 0-3-16,0 0-12 0,0 0-5 0,0 0-12 0,0 24-8 15,-1-18-8-15,-1 1-4 0,1 1-9 0,0 0-3 16,-1 0-9-16,0-1-4 0,0 0-2 15,0 1-9-15,-1-2-6 0,0 1-3 0,0-1 1 0,0-3-5 16,0 1-8-16,0 0-3 0,-1 0-1 0,1-2-4 16,0-1-2-16,3-1 0 0,-8 3-4 0,4-1-6 15,4-2 6-15,-9 0-1 0,3 1-6 16,6-1-2-16,-7-1-4 0,7 1 2 0,-9-2-1 0,6 1-5 16,3 1 2-16,-6-5 1 0,6 5 1 0,-4-4 0 15,1 1 5-15,3 3-6 0,-4-3-2 0,4 3 5 16,0 0-3-16,0 0 1 0,-4-5-2 0,4 5 0 15,0 0-4-15,0 0-2 0,0 0 0 0,0 0 0 16,0 0-1-16,-9 5-11 0,9-5-15 0,-4 4-8 16,1-1-19-16,1 2-19 0,-2-2-29 0,2 1-32 15,-2 1-21-15,1-2-24 0,0 2-119 0,3-5-320 16,-4 7 143-16</inkml:trace>
          <inkml:trace contextRef="#ctx0" brushRef="#br1" timeOffset="-44621.7622">-3541 118 74 0,'0'0'114'0,"0"0"-7"0,0 0 7 0,0 0-1 0,-4 2-3 16,4-2-1-16,0 0-6 0,0 0-5 0,0 0-10 15,0 0-7-15,0 0-15 0,0 0 4 0,0 0-8 16,10-11 0-16,-10 11-12 0,5-5-4 0,-2 2-6 15,-3 3-4-15,6-5-11 0,-4 2-21 0,-2 3-25 16,5-6-36-16,-3 2-32 0,-2 4-146 0,1-6-253 16,-1 6 112-16</inkml:trace>
          <inkml:trace contextRef="#ctx0" brushRef="#br1" timeOffset="-43012.5068">-3672 96 29 0,'0'0'152'0,"0"0"-9"0,-6 2-13 0,6-2-9 15,0 0-15-15,-6 0-2 0,6 0-6 0,0 0-8 16,-7 0-10-16,7 0-2 0,0 0-11 16,-8 0-4-16,8 0-14 0,0 0 3 0,-4-2-9 0,4 2-1 15,0 0-6-15,-5-3 1 0,5 3-8 0,0 0 2 16,-4-4-11-16,4 4 1 0,0 0-3 0,0 0 4 16,0-6-11-16,0 6 5 0,0 0-8 0,0 0 1 15,0 0 0-15,0 0 3 0,4-11-6 0,-4 11 2 16,5-4-7-16,-2 2 9 0,-3 2-11 0,6-4 5 15,-3 2-1-15,-3 2-1 0,5-3-4 0,-5 3 5 16,5-3-2-16,-5 3-2 0,6-1 4 0,-6 1-1 16,0 0-3-16,7 0 5 0,-7 0-4 0,0 0 0 15,5 6 3-15,-5-6-1 0,0 4-2 0,0-4 0 16,1 6 2-16,-1-6 2 0,-1 9-4 0,1-9 8 16,0 10 1-16,-3-4 6 0,1 1-5 0,-2 0 7 15,-1-1-1-15,-1 0 3 0,2 0 2 0,-2 0-6 16,-1-1 4-16,-1-1-7 0,2 0-1 0,-1 1-6 0,1-1-19 15,-2-1-36-15,2-1-51 0,-1 0-56 0,-1 0-116 16,1 0-295-16,2-2 131 0</inkml:trace>
          <inkml:trace contextRef="#ctx0" brushRef="#br1" timeOffset="-42215.6853">-3939 26 180 0,'0'0'169'15,"0"0"-15"-15,0 0-15 0,6-2-4 0,-6 2-20 16,0 0-7-16,5-1-13 0,-5 1-8 0,6 0-11 0,-6 0-3 16,6-1-7-16,-6 1-7 0,7 0-9 15,-7 0-2-15,6 1-9 0,-6-1-2 0,6 1-3 16,-6-1-4-16,5 3-4 0,-5-3-1 0,5 2-5 0,-3 1-3 16,-2-3 1-16,2 6-9 0,-2-6-5 15,2 6 0-15,-2-6-3 0,3 6-12 0,-3-6 2 16,0 6-3-16,0-6 2 0,1 5 4 0,-1-5-7 15,0 0 3-15,0 8 3 0,0-8-2 0,0 6 5 0,0-6-9 16,0 0 5-16,0 8-3 0,0-8 0 0,0 0 5 16,0 0-6-16,-1 6 7 0,1-6 0 15,0 0 3-15,0 0-2 0,2 6-2 0,-2-6 1 0,0 0 1 16,3 3 3-16,-3-3 0 0,0 0-2 0,5 1 0 16,-5-1 3-16,0 0-4 0,5 0 2 0,-5 0-3 15,0 0 5-15,5 2 5 0,-5-2-7 16,0 0 0-16,0 0 6 0,0 0-1 0,0 0 0 0,0 0 3 15,5 0 3-15,-5 0-3 0,0 0 1 0,0 0-2 16,0 0-5-16,0 0 5 0,0 0-5 0,0 0 8 16,0 0-8-16,-18-3 4 0,14 3-2 0,-4 0-3 15,2 0 4-15,-1 0 2 0,-2 0-8 0,-2 0 3 16,3 0-1-16,-1 0 7 0,-2 0-6 0,0 1-5 16,-1-2 5-16,2 1-3 0,-1 0 0 0,4 0-1 15,-4-1-1-15,2 1 1 0,2-2-5 0,0 2 9 16,1-2-14-16,-1 0 6 0,1-1-2 0,1 2 3 15,1-1-2-15,4 2 2 0,-6-4 3 0,6 4 1 16,-4-5-5-16,4 5 7 0,0 0-1 0,0 0-1 0,0-7-1 16,0 7-1-16,0 0 6 0,6-5-1 15,-6 5 1-15,3-3 3 0,-3 3 1 0,5-1 2 16,-5 1 3-16,0 0 0 0,7 0 3 0,-7 0 8 0,0 0 2 16,0 0 0-16,7 2 2 0,-7-2 5 0,4 3-2 15,-1 0 0-15,-3-3-3 0,4 6-3 0,-2-2 0 16,-1-1 1-16,-1-3 2 0,2 10 0 0,-3-5-1 15,1-5-1-15,-2 10 1 0,0-3-1 0,-2 0-6 16,-1-1 4-16,1 1-4 0,-2 0 0 0,0-1-4 16,-2 2-2-16,1-3-3 0,-2 3-6 0,2-4-16 15,1 2-13-15,0-2-26 0,2 1-32 0,1-2-30 16,-1 0-35-16,4-3-134 0,-7 1-305 0,7-1 135 16</inkml:trace>
          <inkml:trace contextRef="#ctx0" brushRef="#br1" timeOffset="-41996.9392">-3977 250 208 0,'0'0'315'0,"3"-5"-16"0,-3 5-21 0,2-3-27 15,-2 3-22-15,0 0-22 0,0 0-21 0,2-6-26 16,-2 6-47-16,0 0-65 0,0 0-92 0,0 0-100 16,-6-10-207-16,6 10-381 0,-5-4 168 0</inkml:trace>
          <inkml:trace contextRef="#ctx0" brushRef="#br1" timeOffset="-41653.2135">-4253 3 12 0,'0'0'146'0,"0"0"-4"0,13 9-7 0,-13-9 1 16,1 5-10-16,-1-5-2 0,4 6-8 0,-4-6-2 0,3 6-5 15,0-3-4-15,-2 2-8 0,-1-5 2 0,5 7 3 16,-2-3-4-16,0-1-6 0,-2 2-11 0,-1-5-7 16,2 7-7-16,-2-7-8 0,0 8-4 0,0-8-4 15,-3 7-1-15,0-4-10 0,-2 2-4 0,1-1-6 16,-2 1-26-16,1-1-29 0,-1-1-33 0,-1 1-50 15,3-2-52-15,-1 0-166 0,-1 0-351 0,6-2 156 16</inkml:trace>
        </inkml:traceGroup>
        <inkml:traceGroup>
          <inkml:annotationXML>
            <emma:emma xmlns:emma="http://www.w3.org/2003/04/emma" version="1.0">
              <emma:interpretation id="{9A070EBB-DAEE-4E55-A401-AF6776A21225}" emma:medium="tactile" emma:mode="ink">
                <msink:context xmlns:msink="http://schemas.microsoft.com/ink/2010/main" type="inkWord" rotatedBoundingBox="9543,1228 7287,1235 7286,796 9542,790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1" timeOffset="-34528.7463">-4724 87 5 0,'0'0'207'0,"0"0"-8"0,0 0-5 0,-1 14-9 0,1-14-14 15,2 8-3-15,-2-3-14 0,0-5-9 16,2 12-8-16,-2-3-9 0,0 0-5 0,1 3-2 16,-1-3-7-16,0-1-12 0,-1 2-6 0,-1-1-10 15,-2 0-6-15,1-1-9 0,0 0-9 0,0 0-8 0,0-1-3 16,-1 1-29-16,-1-2-28 0,0 1-37 0,0-1-52 15,0-1-51-15,-1-2-57 0,0 2-161 16,0-1-394-16,0-1 175 0</inkml:trace>
          <inkml:trace contextRef="#ctx0" brushRef="#br1" timeOffset="-34216.2397">-4880 22 142 0,'0'0'170'16,"0"0"-7"-16,0 0-10 0,0 0-7 0,0 0-11 15,0 0-11-15,0 0-7 0,9 15-9 0,-7-11-9 16,1 0-3-16,0 0 3 0,-1 0-11 0,1 0-5 15,-1 0-5-15,1 1-4 0,-2 0-5 0,1-1 0 16,-1 4-9-16,1-4-4 0,-2-4-4 0,0 11-1 16,0-6-9-16,-3 1-2 0,-1-2-4 0,0 3-6 15,-2-2-11-15,1 0-29 0,-2 0-34 0,1-2-57 16,-1-1-65-16,1-1-181 0,0 0-375 0,2 1 166 16</inkml:trace>
          <inkml:trace contextRef="#ctx0" brushRef="#br1" timeOffset="-33591.3098">-4564 152 31 0,'0'0'146'0,"0"0"-12"0,0 0-15 0,0 0-4 16,18-8-13-16,-16 5-9 0,3 2-11 0,0-3-12 15,-2 0-30-15,2 1-31 0,1-2-48 0,-3 1-112 16,-1-1-163-16,2 2 73 0</inkml:trace>
          <inkml:trace contextRef="#ctx0" brushRef="#br1" timeOffset="-34794.3486">-4621-81 84 0,'0'0'226'0,"0"0"-13"0,0 0-5 16,0 0-21-16,0 0-16 0,0 0-9 0,0 0-15 16,0 0 0-16,0 0-7 0,0 0-8 15,0 0-9-15,-3 18-4 0,3-13-8 0,0-5-6 16,1 14-7-16,-2-5-13 0,1-1-7 0,0 1-6 0,0 0-9 16,-2 0-5-16,2 4-7 0,0-4-5 15,-1 1-3-15,0-1-12 0,1-1-26 0,0 2-33 16,-1-3-51-16,-1 1-57 0,1-4-73 0,-1 4-201 0,1-3-442 15,-1 0 196-15</inkml:trace>
          <inkml:trace contextRef="#ctx0" brushRef="#br1" timeOffset="-35138.0735">-4502 15 101 0,'0'0'191'16,"0"0"-17"-16,0 0-17 0,0 0-10 0,0 0-8 0,0 0-15 15,-4 3-11-15,4-3-9 0,0 0-3 16,0 0-8-16,0 0-9 0,0 8-10 0,0-8-1 16,0 0-11-16,0 0-2 0,4 10-8 0,-3-6-4 15,-1-4-3-15,6 5-3 0,-4 0-5 0,0-2-3 16,0 1-3-16,0-1-4 0,1 1-3 0,-3-4-2 16,4 8 3-16,-2-6-4 0,-2-2-3 0,1 7 3 15,-1-7-2-15,-1 9-2 0,1-9-2 0,-3 6 0 0,1-3 1 16,2-3-6-16,-5 6-16 0,3-3-28 0,-1 0-22 15,3-3-41-15,-8 2-51 0,4 0-185 0,4-2-360 16,-10 0 159-16</inkml:trace>
          <inkml:trace contextRef="#ctx0" brushRef="#br1" timeOffset="-31919.5299">-4566 162 60 0,'0'0'116'0,"0"0"0"16,0 0-2-16,0 0-1 0,0 0 0 0,0 0-6 15,0 0-2-15,12 2-6 0,-12-2 4 0,0 0-1 16,9-4-11-16,-9 4-1 0,6-3-8 0,-3 0-10 16,1-1-6-16,1 1-7 0,-2 0-2 0,1 0-18 15,1-1-28-15,1 0-28 0,-1 0-47 0,0-1-36 16,-1 1-51-16,-1 0-80 0,0 1-249 0,0-1 110 15</inkml:trace>
          <inkml:trace contextRef="#ctx0" brushRef="#br1" timeOffset="-32825.7436">-5023 123 27 0,'0'0'114'0,"0"0"-19"16,0 0-1-16,-7-3-10 0,7 3-3 0,-4-2-5 0,4 2-2 16,0 0-7-16,-4-5 1 0,4 5 1 0,0 0-3 15,-2-4-10-15,2 4-1 0,0 0-7 0,0 0-5 16,0 0 2-16,4-10-7 0,-4 10 0 0,4-5-2 16,-1 3-1-16,-3 2-4 0,6-4-4 0,-2 2 5 15,-4 2 1-15,6-2 2 0,-3 1 5 0,2-1 4 16,-5 2 1-16,6-1 0 0,-6 1 3 0,7-2-3 15,-7 2 3-15,6 3 1 0,-6-3 6 0,6 3-5 16,-4-1 5-16,-2-2 3 0,3 6-1 0,-2-1-3 16,-1-5-5-16,0 12-4 0,-1-5-2 0,-1 2-5 15,-3 1-3-15,0 1-6 0,0 0-1 0,-2 0-1 16,1 0-6-16,-1 0-16 0,0-2-20 0,-2 1-34 16,0-1-41-16,3-5-39 0,-1 2-51 0,1 1-157 15,0-4-363-15,1 0 161 0</inkml:trace>
          <inkml:trace contextRef="#ctx0" brushRef="#br1" timeOffset="-30575.9075">-5191 78 14 0,'0'0'154'0,"0"0"-6"0,0 0-16 0,0 0-7 16,0 0-13-16,9 10-13 0,-9-10-6 0,3 6-8 15,-1-2-3-15,-2-4-10 0,2 6-8 0,0-3-7 16,-2-3 3-16,1 6-9 0,-1-6-9 0,-1 7 0 0,1-7-6 16,1 5 2-16,-1-5-1 0,0 0-9 15,-3 7 0-15,3-7-8 0,-5 4 4 0,5-4-7 16,-6 4-7-16,4-3-11 0,2-1-6 0,-6 1-13 15,6-1 5-15,0 0 1 0,-7-1 1 0,7 1 3 0,0 0-6 16,-6-6 1-16,6 6 2 0,-3-5 4 0,3 5-2 16,0-6 1-16,0 6 6 0,-1-7-5 15,1 7 4-15,1-8 2 0,-1 8 10 0,3-10-4 0,-2 6 0 16,1-1 8-16,-2 5 3 0,1-9-1 0,-1 9 9 16,2-7-8-16,-2 7 11 0,1-8-2 0,-1 8 0 15,1-4 2-15,-1 4 5 0,0 0-5 0,0 0 4 16,0 0-4-16,0 0 1 0,-7-3-2 0,7 3 1 15,0 0-9-15,-10 4 5 0,5-3 0 0,1 3-8 16,-2-1 0-16,2-2 0 0,-3 2-1 0,1 2-1 16,1-2-1-16,-1 0-3 0,1 1 2 0,1-1 1 15,-2-1-4-15,2 2 0 0,-1-2-6 0,2 2 2 16,0 0 4-16,0 0-1 0,3-4-2 0,-4 4-4 16,4-4 5-16,-2 5 2 0,2-5-3 0,-1 5 0 15,1-5-4-15,0 0 2 0,-1 7-1 0,1-7 2 16,0 0 1-16,4 6-3 0,-4-6 0 0,6 2 4 15,-3 0 1-15,-3-2-4 0,6 4 3 0,-3-2-3 0,-3-2-2 16,4 3 8-16,-4-3-6 0,6 4 0 0,-6-4-1 16,2 3 2-16,-2-3-4 0,2 3 3 0,-2-3-1 15,2 6 6-15,-2-6-2 0,0 0 1 16,0 0 1-16,-3 10-3 0,3-10 0 0,-4 5 1 0,1-3 0 16,0 2 5-16,0-1-6 0,-2 0 0 0,0 0 0 15,-1 0 5-15,1 0-3 0,-3 0 6 0,0-1-2 16,0 1 4-16,1 0-2 0,-2-2 1 0,0 1 0 15,-2-2 4-15,0 0 2 0,2 1 1 0,-3-3 0 16,5 1-1-16,-1 0 0 0,1-4 1 0,1 4 2 16,1-2 3-16,1-2-3 0,1 2 2 0,3 3-4 15,-1-11-3-15,1 4-1 0,1 1-4 0,1-3-1 16,0 0-10-16,2 1-16 0,-1 0-19 0,2 0-27 16,0 0-52-16,2-3-54 0,-1 5-185 0,0-1-383 15,1 2 170-15</inkml:trace>
          <inkml:trace contextRef="#ctx0" brushRef="#br1" timeOffset="-29872.834">-5533 0 2 0,'3'5'180'0,"-3"-5"-10"0,4 3-9 0,-4-3-7 15,2 6 4-15,0-3-23 0,-2-3-9 0,1 7-9 16,-1-7-8-16,0 8-2 0,0-8-9 0,0 9-5 15,0-9-6-15,-3 9-4 0,3-5-9 0,-3 2-8 16,0-2-4-16,0 0-7 0,0 0-3 0,0-1-6 16,-1 0-1-16,-2 0-7 0,2 1-5 0,0-3-3 15,-1 0-9-15,0 1-8 0,-1 0-6 0,0-1-9 16,1 0-11-16,0-1-6 0,5 0-5 0,-12-2-8 16,7 1-6-16,5 1-6 0,-10-2-3 0,5 0 0 15,1 1 6-15,0-3-3 0,4 4 6 0,-6-3-1 16,3 0 1-16,3 3 3 0,-5-4 4 0,5 4 1 0,-2-5 4 15,2 5 1-15,0 0-1 0,0 0 4 0,0 0 3 16,6-7 0-16,-6 7 7 0,4-3 5 0,-4 3 3 16,4-2 3-16,-4 2 9 0,6-2 0 0,-6 2 5 15,7-2-2-15,-7 2 0 0,6 1 2 0,-6-1 7 16,6 3 0-16,-4 0 3 0,-2-3-1 0,5 3 7 16,-3 2-2-16,-1-1-2 0,-1-4-4 0,1 9 4 15,-2-2-3-15,1-7 5 0,-1 12-6 0,-2-6-1 16,0 2-4-16,0-1 2 0,-1-1-4 0,-1 0 0 15,0 0-4-15,-2-1-6 0,0 0-13 0,0 1-6 16,1-1-13-16,-1-2-19 0,-1-1-26 0,1 0-30 16,-2 0-33-16,2-2-136 0,-1 1-295 0,2-3 131 15</inkml:trace>
          <inkml:trace contextRef="#ctx0" brushRef="#br1" timeOffset="-29638.4757">-5524-100 109 0,'0'0'178'0,"0"0"-17"0,0 0-10 16,0 0-17-16,0 0-14 0,0 0-7 0,-16 1-21 15,16-1-35-15,-8 3-34 0,3 0-41 0,0-3-49 16,-1 3-109-16,0-1-190 0,1 0 84 0</inkml:trace>
          <inkml:trace contextRef="#ctx0" brushRef="#br1" timeOffset="-27919.8447">-5595-79 59 0,'0'0'118'0,"0"0"-10"0,0 0-2 0,0 0-17 0,0 0-4 16,0 0-9-16,0 0-5 0,19-2-12 0,-19 2-1 16,6 0-17-16,-6 0-18 0,9-2-25 0,-3-1-25 15,1 2-35-15,-1 0-72 0,-2 0-145 16,2-1 64-16</inkml:trace>
          <inkml:trace contextRef="#ctx0" brushRef="#br1" timeOffset="-28872.9033">-5751 7 53 0,'-7'-5'179'0,"7"5"-16"0,0 0-14 16,0 0-19-16,0 0-11 0,0 0-9 0,0 0-15 15,0 0-1-15,0 0-4 0,0 0-12 0,4 15-2 0,-4-15-6 16,2 8-7-16,-2-8-4 0,0 8-7 16,1-3-2-16,-1-5-11 0,0 0 1 0,-2 10-2 15,1-6-4-15,1-4-2 0,-2 7-7 0,0-4-2 16,2-3 2-16,-5 4-6 0,1-1 1 0,0-1-5 0,4-2-11 16,-9 3-3-16,5-2-6 0,-1 0-2 15,-1 0-1-15,6-1 3 0,-11 0 1 0,7 0 1 16,4 0-2-16,-9 1-1 0,9-1 10 0,-7-2-7 15,7 2-1-15,-5-1-1 0,5 1 3 0,0 0 2 0,-6-1-4 16,6 1 1-16,0 0 1 0,0 0 0 0,0 0-4 16,0 0-1-16,-5 1 5 0,5-1-9 0,0 0 11 15,0 0 0-15,0 0 0 0,0 0-2 0,2 11 4 16,-2-11-1-16,0 0 2 0,4 11-4 0,-3-9 0 16,-1-2-1-16,2 7-3 0,-2-1-3 0,0-6-4 15,0 0-4-15,0 6-2 0,0-6-3 0,0 0 0 16,0 0-8-16,-1 7 4 0,1-7-14 0,0 0 0 15,0 0-6-15,0 0-1 0,0 0 15 0,0 0-14 16,0 0-13-16,0 0-5 0,-12-10 15 0,12 10-5 16,-4-5-9-16,2 0 8 0,2 5 1 0,-3-7 2 15,0 4 9-15,3 3 3 0,-4-8-1 0,2 5 6 16,-1-1 5-16,3 4 7 0,-4-6-3 0,2 3 4 16,2 3 9-16,-6-6-4 0,4 3 2 0,2 3 4 15,-6-2 2-15,6 2 5 0,-6-3-1 0,6 3 2 16,-8 0 10-16,8 0 4 0,-9 0 2 0,4 2-5 15,5-2 9-15,-11 1 6 0,5 0 7 0,1 0-19 16,1 2 19-16,0-2-1 0,-1 4 9 0,1-2 0 16,2 1-10-16,-1-1 15 0,-1 2-3 0,2-1 9 15,-2 3 6-15,1-3-1 0,2 1 6 0,-1 2 6 16,1 1 1-16,1 0 0 0,-2-2 2 0,2 3 2 16,0-1-3-16,0 0 1 0,2 1 0 0,-1-2-3 15,1 1 0-15,1 1-10 0,-2 0-3 0,1 2-4 16,-1-4-6-16,0 1-2 0,1 1-2 0,-2-1-7 15,1-1-1-15,0 1-8 0,-1-3-7 0,0-5-22 16,0 10-13-16,0-6-29 0,0-4-44 0,0 7-39 16,0-7-57-16,0 0-130 0,0 0-342 0,0 0 151 0</inkml:trace>
          <inkml:trace contextRef="#ctx0" brushRef="#br1" timeOffset="-28622.9204">-5786-116 220 0,'2'-5'268'0,"-2"5"-8"0,0 0-26 0,2-5-20 15,-2 5-25-15,0 0-15 0,0 0-19 0,0 0-31 16,0 0-50-16,0 0-75 0,0 0-95 0,0 0-207 16,0 0-327-16,-9 11 144 0</inkml:trace>
          <inkml:trace contextRef="#ctx0" brushRef="#br1" timeOffset="-26935.5312">-6111 7 15 0,'0'0'145'0,"0"0"-11"0,0 0-10 16,0 0-8-16,0 0-17 0,0 0-7 0,0 0-7 15,0 0-14-15,5 15 2 0,-5-15-8 0,2 5-5 16,0 0-2-16,-2-5 2 0,1 7-16 0,-1-7-2 15,1 6 0-15,-1-6 4 0,0 6 0 0,0-6-4 16,0 0 5-16,-2 6-2 0,2-6-10 0,-4 4-1 16,4-4-6-16,-5 4 2 0,5-4-3 0,-6 1-4 15,2 1-6-15,4-2 0 0,-11 1-5 0,4-1-2 16,0-1-12-16,2 1-15 0,-2 0-13 0,-1-2-15 16,2 1-6-16,-1-1-21 0,4 0-31 0,-3 1-25 15,6 1-95-15,-9-3-241 0,9 3 106 0</inkml:trace>
          <inkml:trace contextRef="#ctx0" brushRef="#br1" timeOffset="-26701.1867">-6184 208 63 0,'0'0'278'0,"0"0"-28"16,0 0-23-16,0 0-23 0,0 0-19 0,8-18-18 0,-8 18-21 15,3-6-27-15,-1 3-45 0,-2 3-49 16,0 0-65-16,2-8-69 0,-2 8-157 0,0-5-286 16,0 5 127-16</inkml:trace>
          <inkml:trace contextRef="#ctx0" brushRef="#br1" timeOffset="-25888.7429">-6275 8 140 0,'0'0'167'16,"0"0"-7"-16,0 0-9 0,9-5-6 0,-9 5-9 15,5-3-6-15,-5 3-14 0,4-3-8 0,-4 3-1 16,4-1-13-16,-4 1-4 0,0 0-6 0,5-3-15 0,-5 3-4 15,0 0-6-15,5 0-5 0,-5 0-7 16,0 0-4-16,7 0-4 0,-7 0-2 0,6 2-5 16,-6-2-11-16,4 2-4 0,-4-2-8 0,4 3-6 15,-4-3-8-15,3 3-9 0,-3-3-4 0,3 6-1 0,-3-6 2 16,1 5-6-16,-1-5-4 0,1 6-5 0,-1-6-2 16,2 6 3-16,-2-6 0 0,0 7-3 15,0-7 0-15,2 5 0 0,-2-5 5 0,1 6-3 0,-1-6 3 16,0 0 0-16,2 6 5 0,-2-6 5 0,3 3 1 15,-3-3-1-15,0 0 8 0,0 0-5 0,2 4 2 16,-2-4-7-16,0 0 11 0,0 0-3 0,0 0 4 16,4 4 2-16,-4-4 4 0,0 0-3 0,0 0 2 15,0 0 2-15,0 0 3 0,0 0-5 0,0 0 0 16,0 0 3-16,3 3 8 0,-3-3-10 0,0 0 0 16,0 0-12-16,0 0-6 0,0 0-6 0,0 0-2 15,0 0-1-15,0 0-5 0,0 0 4 0,-14 0-2 16,14 0 8-16,-8 1-3 0,2 0 11 0,0-1-3 15,-2 3 1-15,1-3 1 0,-1 0 3 0,1 3-4 16,-1-3 3-16,0 0-4 0,0 2-5 0,-3-1 2 16,2 1-7-16,1-2 1 0,0 1-3 0,-2-1 2 15,3 0 2-15,-2 0 5 0,2-1-1 0,-1 0 6 16,1 0-1-16,-1 0 2 0,3 1 4 0,5 0 3 0,-7-5 4 16,3 4 1-16,4 1 7 0,-4-4 4 15,4 4 7-15,-3-4-11 0,3 4 9 0,0 0 1 16,1-8 2-16,-1 8 7 0,0 0 8 0,4-8-8 15,-4 8 3-15,6-3 3 0,-6 3 4 0,4-4 9 0,-4 4-10 16,5-2 11-16,-5 2-2 0,6-3-5 0,-6 3-2 16,7 0 5-16,-7 0-5 0,6 1 6 15,-6-1-3-15,5 4 4 0,-2-1-6 0,-1 1 0 0,-2-4 6 16,4 7 3-16,-4-1 4 0,0-6 3 0,-2 14 0 16,-1-7 0-16,0 3 0 0,-1 1 0 0,-2 1-3 15,2-1 0-15,-5 0-7 0,2 0 1 0,0-1-8 16,2-4-3-16,-3 3-2 0,3-2-2 0,0-2-22 15,1 0-26-15,-1 1-31 0,0-5-43 0,2 1-41 16,-2 0-150-16,5-2-310 0,-8 2 138 0</inkml:trace>
          <inkml:trace contextRef="#ctx0" brushRef="#br1" timeOffset="-25623.1385">-6260-140 201 0,'0'0'229'0,"2"-7"-16"0,-2 7-23 0,2-5-18 0,-2 5-16 15,0 0-22-15,0 0-30 0,0 0-34 16,0 0-48-16,0 0-55 0,0 0-58 0,0 0-138 0,-12 14-246 16,8-8 109-16</inkml:trace>
          <inkml:trace contextRef="#ctx0" brushRef="#br1" timeOffset="-25341.9131">-6501 35 106 0,'6'9'191'0,"-6"-9"-10"16,2 6-4-16,-1-2-6 0,1 2-10 0,-1 0-9 15,1 2-5-15,-1-1-6 0,-1 1-6 0,-2 1-14 16,1 1-11-16,0-1-7 0,-2 3-6 0,-2 1-13 16,1 1-5-16,-1-2-8 0,-2-3-7 0,0 1-17 15,0 0-33-15,1 0-44 0,-2-1-56 0,2-4-65 16,0 0-197-16,0-1-376 0,1-1 166 0</inkml:trace>
          <inkml:trace contextRef="#ctx0" brushRef="#br1" timeOffset="-24779.4505">-6662 24 93 0,'0'0'118'0,"1"-6"-8"15,-1 6-5-15,4-6-11 0,-3 3-2 0,-1 3-6 16,0 0-6-16,6-6-3 0,-6 6 0 0,4-3-10 16,-4 3-7-16,5-3-4 0,-5 3-12 0,4-3 4 15,-4 3-5-15,5-1-2 0,-5 1-2 0,0 0-8 16,8 1 2-16,-8-1-9 0,5 2 2 0,-5-2-6 15,4 3 1-15,-4-3-2 0,3 3 1 0,-3-3-4 16,0 0 0-16,3 7-4 0,-3-7 5 0,2 6-8 16,-2-6 7-16,0 5-7 0,0-5 2 0,0 0 11 15,0 0-15-15,-5 9 3 0,3-6 4 0,2-3-7 16,-5 4 3-16,2-2 1 0,3-2 2 0,-4 4 0 16,-1-2-5-16,2 1 1 0,3-3-4 0,-9 3 4 15,3-1 0-15,-1 0-6 0,1 1 2 0,1 0-5 16,-2 0 2-16,1 0 0 0,-1 0 8 0,1 0-7 15,1-1 5-15,-1 1 5 0,2 0-2 0,-1 2-2 16,1-2 3-16,1 1-2 0,-1 1 0 0,2-1 6 16,-1 0 1-16,1 1 0 0,0 1 7 0,2 2 3 15,0-2 1-15,0 1 5 0,1 1 4 0,1 1-8 16,-1-1 3-16,0 0-2 0,1 2 5 0,-1-1-4 16,3 0-10-16,-3 0 7 0,1 0-2 0,0 0-6 15,0-1-1-15,-2-1-1 0,2 0-16 0,-1-1-20 16,-1 0-25-16,0-6-40 0,0 9-41 0,0-9-50 15,-2 8-147-15,2-8-347 0,-1 7 153 0</inkml:trace>
        </inkml:traceGroup>
        <inkml:traceGroup>
          <inkml:annotationXML>
            <emma:emma xmlns:emma="http://www.w3.org/2003/04/emma" version="1.0">
              <emma:interpretation id="{FBFEA234-4485-4395-9626-ACBE3D0B90F5}" emma:medium="tactile" emma:mode="ink">
                <msink:context xmlns:msink="http://schemas.microsoft.com/ink/2010/main" type="inkWord" rotatedBoundingBox="7158,1226 3975,1235 3974,679 7156,670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1" timeOffset="-22248.3857">-7181 49 82 0,'0'0'131'0,"0"0"-12"0,0 0-14 15,0 0-8-15,0 0-6 0,7 16-5 0,-5-12-9 16,-2-4-3-16,1 5-8 0,-1-5-7 0,2 4-4 16,-2-4-7-16,0 0 2 0,0 0-11 0,-3 11-3 15,2-7 1-15,1-4-3 0,-5 5-4 0,1-4-5 16,-1 1-4-16,2 1 1 0,-4 0-14 0,1-1 0 16,1-1-5-16,-1 1-1 0,1-1-3 0,-2-1 0 15,1 1-1-15,0 0-14 0,1-1 13 0,5 0 4 16,-8 0 1-16,8 0 1 0,-7-1-1 0,7 1 4 15,-7-1 5-15,7 1 6 0,-5-2 1 0,5 2-1 16,0 0 13-16,-5 0 0 0,5 0-5 0,0 0 5 16,0 0 2-16,0 0-5 0,0 0 0 0,0 0 2 0,0 0-1 15,0 0 4-15,-5 2-3 0,5-2 1 0,0 0-11 16,0 0 7-16,0 0-4 0,6 12-1 0,-5-7-3 16,1 2-1-16,-2-2-3 0,2 2 0 15,-2 1 1-15,-1 0-4 0,1-1 0 0,-1 1 3 0,0 0 3 16,-1-1-7-16,-2-1-1 0,1 0 1 15,-1 0 0-15,0 1-1 0,-2-2-7 0,1 0-9 16,0-1-13-16,-1 0-14 0,-1 0-20 0,3-2-16 16,-1 1-21-16,-1-1-26 0,0-1-30 0,1 1-110 0,5-2-277 15,-8 0 123-15</inkml:trace>
          <inkml:trace contextRef="#ctx0" brushRef="#br1" timeOffset="-22014.0286">-7231-37 193 0,'0'0'246'0,"2"-5"-15"0,-2 5-11 16,1-5-16-16,-1 5-19 0,2-4-17 0,-2 4-16 15,0 0-20-15,0 0-10 0,1-6-33 0,-1 6-38 16,0 0-51-16,0 0-65 0,0 0-61 0,0 0-175 16,-12 8-325-16,6-4 144 0</inkml:trace>
          <inkml:trace contextRef="#ctx0" brushRef="#br1" timeOffset="-21404.6979">-7377-18 121 0,'0'0'114'0,"0"0"2"0,0 0-22 16,0 0-5-16,-18 3 2 0,14-1-1 0,4-2-11 0,-8 0-6 15,3 0-8-15,5 0 4 0,-7 0-9 16,7 0-8-16,-7-2-2 0,7 2 3 0,-7-1-3 16,7 1-6-16,-4-4 6 0,4 4-15 0,-5-3-2 15,5 3-2-15,-3-4 1 0,3 4-5 0,-3-3 0 16,3 3-17-16,0 0-21 0,-2-5-25 0,2 5-34 15,0 0-37-15,-3-4-116 0,3 4-239 0,-3-5 106 16</inkml:trace>
          <inkml:trace contextRef="#ctx0" brushRef="#br1" timeOffset="-22763.9742">-7060-54 80 0,'0'0'189'0,"0"0"-8"0,0 0-7 0,-2 15-7 0,2-9-16 16,-2 0-12-16,1 1-6 0,0 1-10 0,-1 1-16 15,2 0-8-15,0 0-9 0,-1 3-8 16,-1-2-5-16,2-3-7 0,-2 3-11 0,1-3-9 0,-1 1-20 15,1 0-28-15,1-2-34 0,-2-1-39 0,0 1-42 16,-1 1-51-16,1-3-107 0,-1 2-293 16,1-2 130-16</inkml:trace>
          <inkml:trace contextRef="#ctx0" brushRef="#br1" timeOffset="-19295.4654">-7428-61 14 0,'0'0'182'0,"0"0"-11"0,1-8-12 16,-1 8-15-16,0 0-15 0,0 0-15 0,0 0-7 16,0 0-13-16,0 0-15 0,1-6-5 0,-1 6-24 15,0 0-17-15,0 0-35 0,0 0-38 0,0 0-41 16,0 0-124-16,0 0-222 0,0 0 99 0</inkml:trace>
          <inkml:trace contextRef="#ctx0" brushRef="#br1" timeOffset="-21732.7706">-7436 72 90 0,'-1'6'194'0,"1"-6"-7"0,0 0-16 0,0 9-5 15,0-9-8-15,0 10-15 0,0-5-9 0,-1 2-3 0,0-1-11 16,0 2-9-16,-1 1-7 0,0-1-7 0,-1 1-6 15,-2-1-9-15,4 1-9 0,-3-1-3 0,-1 1-12 16,1-3-1-16,-1 1-8 0,-1-1-5 16,2-1-15-16,-2 1-18 0,1-2-23 0,-1 1-30 0,0-2-55 15,2 0-30-15,-2-3-35 0,0 2-160 0,0-2-348 16,6 0 153-16</inkml:trace>
          <inkml:trace contextRef="#ctx0" brushRef="#br1" timeOffset="-20904.7313">-7589 52 7 0,'-5'2'167'0,"5"-2"-26"16,-4 0 10-16,4 0-15 0,-7 3-14 0,3 0-16 15,0-1-4-15,1 1-10 0,-1-2-9 0,0 2-9 16,-2 2 3-16,3-3-22 0,0 2-3 0,-2-1-11 15,1 0 3-15,0-1-7 0,0 2-4 0,4-4-3 16,-5 5-6-16,2-4-12 0,3-1 15 0,-2 5-10 16,2-5 0-16,0 0-3 0,-1 6 0 0,1-6 0 15,0 0-4-15,0 0-3 0,4 6 6 0,-4-6-4 16,4 2-3-16,-4-2 0 0,7 1 6 0,-7-1-2 16,5 2 1-16,-1 0 0 0,-4-2-1 0,5 1 5 15,-5-1-10-15,5 2 0 0,-5-2 3 0,0 0 1 16,5 4 1-16,-5-4 4 0,0 6 10 0,0-6 1 15,0 0 0-15,-4 9 2 0,4-9-2 0,-4 6-3 16,1-2 0-16,0-1-4 0,-2 1 0 0,0 0 0 16,1 0 2-16,-4 0-2 0,0-1-3 0,1 0 2 15,-4-1-1-15,0 1-4 0,0-2 0 0,-1 1-5 16,-2 0 6-16,4-1-4 0,-3-2-1 0,1 0-2 16,0-1 0-16,1 0 0 0,3-1 0 0,1 1-1 0,1 0-3 15,2-1 1-15,-2-2-2 0,2 0-3 0,0-2-10 16,2 0-13-16,1 1-8 0,-1-2-17 15,4 1-19-15,-1-2-30 0,0 1-27 0,2 0-29 0,-1 2-128 16,-1 0-306-16,0 0 135 0</inkml:trace>
          <inkml:trace contextRef="#ctx0" brushRef="#br1" timeOffset="-20404.7668">-7920 77 59 0,'0'0'125'16,"0"0"-11"-16,0 0-18 0,0 0-4 0,0 0-1 15,0 0-4-15,-10 9-10 0,10-9-18 0,0 0 7 16,-6 0-3-16,6 0-4 0,0 0-9 0,0 0-1 16,0 0 1-16,-8-3-12 0,8 3-2 0,-3-5-2 15,3 5-4-15,0 0 0 0,-4-4-5 0,4 4 1 16,0 0-2-16,0 0 6 0,2-12-6 0,-2 12-1 15,4-5-8-15,-4 5 7 0,4-7-4 0,-1 5 6 16,-3 2-7-16,5-6-5 0,-4 5-2 0,-1 1 11 16,7-5-7-16,-4 4 6 0,-3 1-3 0,7-3-5 15,-3 3 4-15,-4 0-2 0,6 1-1 0,-6-1 5 16,7 4 2-16,-5 0 5 0,-1 0 3 0,-1 1 1 16,0-5-3-16,0 13 13 0,-1-4-6 0,-1-1-5 15,-3 3-4-15,1 0 1 0,-3 0-5 0,-1 1-2 16,0 0-9-16,-1-1-28 0,-5 1-44 0,4-3-35 15,0 1-64-15,-5 0-122 0,6-3-308 0,-3-1 137 16</inkml:trace>
          <inkml:trace contextRef="#ctx0" brushRef="#br1" timeOffset="-17358.1158">-8010-167 71 0,'0'0'134'0,"0"0"-10"15,0 0-7-15,0 0-9 0,0 0-10 0,-12 8-1 16,12-8-16-16,-2 4 1 0,2-4-7 0,-4 5 2 16,4-5-4-16,-3 4-4 0,3-4-5 15,-5 4-1-15,3-2-7 0,2-2-7 0,-6 5-1 0,2-5-3 16,0 3 1-16,0-2-2 0,4-1 4 0,-8 1-5 16,2 0-8-16,0-1 0 0,-1-1 0 15,1 0 0-15,-2 0 5 0,2 0-5 0,0-1 0 16,-1 0 4-16,0 0-2 0,3 1-4 0,4 1-1 15,-8-2-3-15,8 2-2 0,-7-2-6 0,7 2-4 0,-5 0-1 16,5 0-1-16,0 0-9 0,-8 1-5 16,8-1-21-16,-4 4-22 0,0-2-25 0,4-2-30 15,-5 6-35-15,3-2-25 0,0 0-130 0,-2-1-311 0,0 1 138 16</inkml:trace>
          <inkml:trace contextRef="#ctx0" brushRef="#br1" timeOffset="-17779.9607">-8115-49 115 0,'0'0'211'0,"0"0"-14"0,0 0-6 0,0 0-15 15,-5 7-11-15,5-7-13 0,-2 7-9 0,2-7-10 16,-1 8-5-16,1-2-11 0,0-6-7 0,-1 10-13 16,2-2-9-16,0 0-5 0,1-1-7 0,-2-2-7 15,0 1-3-15,0 0-11 0,1 1-8 0,0-2-20 16,-1-5-21-16,-1 12-29 0,0-8-38 0,1-4-35 15,-2 8-43-15,2-8-38 0,-2 7-149 0,2-4-354 16,0-3 157-16</inkml:trace>
          <inkml:trace contextRef="#ctx0" brushRef="#br1" timeOffset="-17061.2622">-8243 75 171 0,'0'0'167'15,"3"2"1"-15,-3-2-6 0,3 4-14 0,-3-4-5 16,3 6-3-16,-1-1-5 0,-2-5-8 0,1 10-7 16,-1-2-4-16,-3-2-7 0,2 3-10 0,-1 1-8 15,-1-1-8-15,-3 2-8 0,1 1-6 0,0 0-7 16,-1-2-9-16,-2-1-10 0,0 3-14 0,2-4-26 0,-2 0-27 16,1-2-40-16,-1-1-43 0,2-2-39 15,-1 1-183-15,0-1-357 0,-1-2 159 0</inkml:trace>
          <inkml:trace contextRef="#ctx0" brushRef="#br1" timeOffset="-16795.6424">-8364-78 129 0,'0'0'180'0,"0"0"0"16,0 0-17-16,0 0-4 0,0 0-10 0,4 15-3 15,-2-9-12-15,-2 3-4 0,0 0-14 0,0-1-5 16,1 1-8-16,-2 1-7 0,1 2-16 0,-2 1-2 16,0-1-11-16,1-2-2 0,0 2-9 0,-1-3-8 15,-1-1-31-15,1 2-31 0,-1-3-40 0,2 1-57 16,-2-3-51-16,0 2-149 0,1-2-338 0,2-5 150 15</inkml:trace>
          <inkml:trace contextRef="#ctx0" brushRef="#br1" timeOffset="-23092.0726">-6890 91 3 0,'0'0'53'0,"-6"0"-6"0,6 0-5 16,0 0-4-16,0 0-9 0,-7-4 2 0,7 4-4 15,0 0 0-15,-4-3 2 0,4 3 1 0,0 0 2 16,-2-4-4-16,2 4 1 0,0 0-1 0,0 0 1 16,0 0 4-16,1-11-3 0,-1 11 1 0,0 0 1 15,4-4 5-15,-4 4 4 0,5-2-4 0,-5 2 2 16,4-2-5-16,-4 2-6 0,0 0 3 0,6-1 0 16,-6 1 4-16,6 0 2 0,-6 0 1 0,6 1 3 15,-6-1 0-15,4 1-3 0,-4-1 6 0,5 4 1 16,-5-4-2-16,3 6 6 0,-1-3 7 0,-2-3-5 15,1 6 6-15,-1-6-1 0,-1 11 1 0,-1-5 1 16,0 1-1-16,-1 1-1 0,-1-1-3 0,1-1-2 0,-3 5-4 16,0-2-4-16,1-1-3 0,0-1-7 0,-1 1-6 15,0-2-17-15,0 2-25 0,0-2-34 0,-2-2-44 16,1 1-53-16,0 1-149 0,1-3-319 0,-1 1 142 16</inkml:trace>
          <inkml:trace contextRef="#ctx0" brushRef="#br1" timeOffset="-15498.8721">-8492 77 76 0,'0'0'163'0,"5"4"-6"16,-4 0-20-16,-1-4-12 0,3 4 1 0,1 0-13 16,-2 0-12-16,0 0-6 0,1-1-9 0,-1 1-2 15,1 0-12-15,-1 0-3 0,-2-4-11 0,3 7-1 16,-2-5-2-16,-1-2-10 0,2 7 0 0,-2-7-7 15,0 0-1-15,-1 6-4 0,1-6-8 0,0 0-1 16,-5 4-1-16,5-4-2 0,-6 3-6 0,6-3-16 16,-6 1-1-16,6-1-2 0,-7 0 3 0,3 1-4 15,4-1-4-15,-7-3-1 0,7 3 3 0,-6-3-4 16,2 0 2-16,4 3-6 0,-5-6 2 0,4 3 0 16,1 3 1-16,-3-9 2 0,2 3 3 0,1 6-3 15,0-10 3-15,0 10-2 0,-1-9 6 0,1 9-6 16,0-9 17-16,0 9-2 0,0-8 1 0,0 8 1 15,0-6 4-15,0 6 0 0,0 0 1 0,2-7-4 16,-2 7 3-16,0 0-5 0,0 0 4 0,0-8-8 16,0 8 3-16,0 0-1 0,5-3 1 0,-5 3-1 15,0 0 1-15,0 0-3 0,0 0 1 0,0 0-3 16,0 0 6-16,0 0-1 0,0 0-4 0,0 0 1 16,0 0-3-16,-5 17 0 0,5-17 5 0,-4 7 1 15,2-4-4-15,-1 1-4 0,-1-1 0 0,0 0-12 0,1 1 0 16,-2-1-15-16,-1-2-5 0,0 3-2 0,1-1-18 15,0-1-4-15,-1 0-4 0,2-1 4 16,4-1-6-16,-7 2 4 0,7-2 5 0,-7 0 7 16,7 0 11-16,-6-2-2 0,6 2 9 0,-6-4 9 0,6 4 16 15,-3-6-8-15,1 3 9 0,2 3 6 0,-3-7 8 16,3 7 0-16,-2-7 13 0,2 7 2 0,0-8 4 16,0 8 7-16,0 0 3 0,1-10 1 15,-1 10-4-15,0 0-6 0,1-5 4 0,-1 5-11 0,0 0 2 16,0 0-4-16,0 0-4 0,0 0 4 0,0 0-5 15,0 0-6-15,0 0 7 0,0 0 0 0,0 0-2 16,0 0-4-16,0 0 2 0,0 0-2 0,0 0-6 16,0 0 0-16,0 20 9 0,0-20-12 0,-4 5 1 15,4-5-4-15,-3 6-1 0,2-3-15 0,1-3 1 16,-7 4-8-16,7-4-6 0,-5 4-26 0,5-4 7 16,-6 2-7-16,3-1 0 0,3-1 1 0,0 0 1 15,-9 0 3-15,9 0 0 0,0 0 8 0,-9-3 5 16,6 1 4-16,3 2 3 0,-3-7 5 0,3 7 8 15,-2-7 9-15,2 7 8 0,-3-6 4 0,3 6 13 16,-2-7 4-16,2 7 4 0,0-8 13 0,0 8-6 16,-2-6-1-16,2 6 3 0,-1-6-5 0,1 6 0 15,0 0 3-15,0 0-7 0,0 0-6 0,0 0-1 16,0-7 14-16,0 7-14 0,0 0-5 0,0 0-3 16,0 0 1-16,0 0 0 0,0 0-9 0,0 0 0 15,0 0 3-15,0 0 8 0,0 0-5 0,-3 18-2 16,1-14-6-16,2-4-10 0,-5 5-11 0,5-5 1 15,-4 4-16-15,1-2-1 0,3-2-18 0,-8 4 3 16,5-2 0-16,-2-2-8 0,-1 1 4 0,2 1 3 0,4-2 6 16,-9 0 3-16,5 0 2 0,-3 0 14 0,7 0 12 15,-8-3 9-15,8 3-10 0,-7 0 18 16,2-1 6-16,5 1 5 0,0 0 3 0,-9-4 5 16,9 4 19-16,-4-1-2 0,4 1 2 0,0 0-2 15,-4-2 13-15,4 2 3 0,0 0-1 0,0 0 1 0,0 0-2 16,0 0 6-16,0 0-1 0,0 0-5 0,0 0 5 15,0 0 1-15,0 0-4 0,0 0 3 0,0 0-6 16,0 0 2-16,0 0 2 0,0 0 3 16,0 0 2-16,0 0-1 0,0 0-4 0,0 0 4 0,0 0-11 15,0 0 0-15,9 11-6 0,-7-8-5 0,-2-3-3 16,4 6-2-16,-3-2 1 0,-1-4-5 0,4 6-2 16,-2-2 1-16,-2-4-2 0,2 8-1 0,-1-4-2 15,-1-4-6-15,4 8 1 0,-3-5-1 0,-1-3-2 16,3 6 4-16,-3-6-5 0,-1 5 4 0,1-5-1 15,0 9 0-15,0-9 0 0,-3 6 0 0,0-1 0 16,0-2-3-16,0 1 0 0,-1 0 0 0,-1-1-3 16,1 2-1-16,0-1 1 0,-1 0-1 0,-2-1-1 15,3 2 3-15,-3-2-4 0,0 1 2 0,-1 1-2 16,1-2-3-16,-1 0 2 0,-1 0-3 0,1 0 3 16,-2 0 3-16,-1-3-4 0,2 0-6 0,0 1-1 15,-2-2 5-15,1-2-5 0,0 3-1 0,1-2 2 16,3-2-2-16,-3 1-1 0,5-3-5 0,-3 1-1 15,2 1-15-15,1-4-2 0,1-1-7 0,1 1-16 16,1 0-16-16,0-3-32 0,1-1-31 0,1 3-31 16,0-2-184-16,0 2-373 0,0 1 166 0</inkml:trace>
          <inkml:trace contextRef="#ctx0" brushRef="#br1" timeOffset="-15202.0192">-8667-54 9 0,'0'0'173'0,"0"0"-7"0,0 0-10 0,0 0-15 16,-13 6-10-16,9-5-15 0,4-1-14 0,-11 1-5 15,5 1-11-15,-1-1-12 0,0-1-3 0,0-1-6 16,1 1-8-16,-1-1-6 0,3-1-6 16,-2 0-3-16,2 0-8 0,4 2-4 0,-5-7 2 0,2 4-3 15,3 3-13-15,-1-11-1 0,1 5-7 16,0 6-7-16,1-10-3 0,2 2-9 0,-2 4-14 0,-1 4-18 16,3-9-24-16,-2 5-29 0,-1 4-19 15,1-5-117-15,-1 5-250 0,0 0 110 0</inkml:trace>
          <inkml:trace contextRef="#ctx0" brushRef="#br1" timeOffset="-11686.6485">-9025-261 68 0,'3'-4'175'0,"-3"4"-2"0,0 0-8 16,0 0-6-16,0 0-3 0,2-5-11 0,-2 5-7 15,0 0-14-15,0 0-6 0,0 0-11 0,0 0-8 16,0 0-7-16,0 0-7 0,-10 19-4 0,7-12-4 16,-1 2-12-16,-1 0 0 0,-3 2-9 0,3 1-3 15,-2 0-5-15,-1 0-8 0,-1-1-3 16,1 1-8-16,-1 0-5 0,1 0-25 0,-1-2-15 16,1-1-12-16,-3 0-20 0,4 0-14 0,1-2-30 0,-2-2-12 15,3 0-38-15,-1-2-23 0,1 1-123 0,-2-2-310 16,4 0 138-16</inkml:trace>
          <inkml:trace contextRef="#ctx0" brushRef="#br1" timeOffset="-13795.8486">-9081 54 129 0,'7'10'153'0,"-7"-10"-11"16,0 0-16-16,4 4-9 0,-4-4-6 0,0 0-13 15,2 6-9-15,-2-6-7 0,2 6-3 0,-2-6-14 16,1 6-1-16,-1-6-7 0,1 5-3 0,-1-5-5 16,0 0-1-16,-2 10-2 0,2-10-7 0,-4 7 1 15,2-5-6-15,2-2-1 0,-7 4-10 0,5 0 1 16,-2-2-5-16,1 0-2 0,3-2-10 0,-9 3-4 16,6-2-6-16,3-1-8 0,-8 3 0 0,4-3-1 15,4 0-9-15,-9-2 2 0,9 2-8 0,-8-3-3 16,5 0-10-16,-1 0 0 0,1 0 0 0,-1-2 1 15,1 0 5-15,1 1 1 0,-3-2-6 0,3-2 9 16,0 1-1-16,-1-1 3 0,0 0 6 0,1-2 1 16,0 3 6-16,1-4-1 0,0 2 10 0,-3-3 13 15,2 3 1-15,1 0 7 0,1 1 0 0,-1 1 21 16,0 2 0-16,1 5 6 0,-1-9-5 0,1 9-6 16,-2-7 4-16,2 7-2 0,0-7-3 0,0 7-1 15,0 0-6-15,0 0-2 0,-1-5 4 0,1 5-5 0,0 0 4 16,0 0-5-16,0 0 2 0,0 0-2 0,0 0-3 15,0 0-3-15,0 20 1 0,0-20-4 16,0 10 2-16,0-5-1 0,1 2 2 0,0-1-3 0,-2 2 2 16,1-8-5-16,0 12 3 0,-1-4-1 0,1-1-5 15,-2 0-1-15,1-1 5 0,-1 1 1 0,1-2-2 16,-2 1-4-16,0-1 3 0,0-1-3 0,-1 0-3 16,1 0-4-16,0 0-1 0,-1-2-9 0,4-2-14 15,-7 5-5-15,3-3-5 0,1-1-6 0,3-1-2 16,-9 1 10-16,3 0 2 0,6-1 4 0,-7-2-1 15,0-1 3-15,1 0-1 0,2 1 4 0,1-3 8 16,-1 2-3-16,2-1-2 0,-1-1 9 0,-1 1 3 16,1-1 8-16,3 5-2 0,-1-10 13 0,-1 5-1 15,2 5 6-15,-1-7-2 0,1 7 10 0,-2-6 8 0,2 6-1 16,-2-6 0-16,2 6-2 0,0 0-9 0,0 0 1 16,-1-5-6-16,1 5 3 0,0 0-3 15,0 0-4-15,0 0 5 0,0 0-5 0,0 0 1 16,0 0-2-16,0 0 3 0,0 0-3 0,5 15 0 0,-5-15 0 15,0 6-2-15,0-6 2 0,-2 8-2 0,2-8-2 16,-3 9-6-16,0-7-1 0,0 1-5 16,3-3 3-16,-7 5-5 0,3-2-3 0,-1 0 4 0,2-1 1 15,-3-1 1-15,6-1-1 0,-8 3-3 0,3-1 6 16,-1-2 0-16,6 0-3 0,-6 0 6 0,6 0-4 16,-11 0 2-16,11 0 4 0,-9-2-3 0,9 2 1 15,-6 0 7-15,6 0 0 0,-8 0 5 0,8 0 3 16,-5 2-1-16,5-2 4 0,0 0 1 0,-6 1 1 15,6-1-5-15,-4 2 4 0,4-2-2 0,0 0 1 16,0 0 1-16,-1 7 0 0,1-7-1 0,0 0 3 16,3 10-3-16,-2-4 0 0,1-1 1 0,0 1-3 15,0 1-4-15,-1-1 2 0,0 2 1 0,0 1 0 16,-1-1 0-16,-1 4 2 0,0-3-3 0,0 0 4 16,-1-1-7-16,1 1 0 0,-3-1-4 0,0-1-8 15,1 1-13-15,0-2-16 0,-2 0-29 0,2-2-27 16,0 0-42-16,-2 0-155 0,2-1-309 0,0 0 137 15</inkml:trace>
          <inkml:trace contextRef="#ctx0" brushRef="#br1" timeOffset="-12077.2334">-9092 267 84 0,'0'0'312'0,"0"0"-13"16,0 0-18-16,0 0-13 0,0 0-23 0,0 0-20 15,0 0-16-15,0 0-25 0,0 0-15 0,0 0-16 16,0 0-22-16,0 0-36 0,0 0-42 0,4-15-60 16,-4 15-76-16,0 0-92 0,0 0-233 0,-4-10-441 15,4 10 196-15</inkml:trace>
          <inkml:trace contextRef="#ctx0" brushRef="#br1" timeOffset="-11499.1672">-9163-153 118 0,'0'0'132'0,"-10"12"-10"0,7-9-17 16,0 0-11-16,-2 0-23 0,1 0-23 0,1 1-32 16,-2 1-61-16,0-2-66 0,-1 2-119 0,-1-2 54 15</inkml:trace>
          <inkml:trace contextRef="#ctx0" brushRef="#br1" timeOffset="-12452.2206">-9261 250 162 0,'0'0'158'0,"0"0"-8"0,0 0-10 16,0 0-12-16,0 0-9 0,0 0-9 16,-11 8-5-16,7-8-15 0,4 0-4 0,-11 3-11 0,8-1-8 15,-2-1-16-15,-2 2-20 0,4-3-35 0,3 0-40 16,-9 0-66-16,6 2-109 0,3-2-238 0,0 0 105 16</inkml:trace>
          <inkml:trace contextRef="#ctx0" brushRef="#br1" timeOffset="-13592.7486">-9282 259 34 0,'-4'1'138'0,"-1"1"-16"0,0 0-31 16,5-2-43-16,-9 0-52 0,2 0-68 0,1-2-77 16,-2-1 34-16</inkml:trace>
          <inkml:trace contextRef="#ctx0" brushRef="#br1" timeOffset="-13014.6807">-9534 45 5 0,'0'0'128'0,"0"0"-4"0,1-9-6 15,-1 9-12-15,1-6-8 0,-1 6 1 0,3-6-12 0,-3 6-3 16,2-4-4-16,-1-1-5 0,-1 5-8 0,0 0 2 15,3-3-17-15,-3 3-2 0,5-4-5 0,-5 4 0 16,4-1-4-16,-4 1-1 0,0 0-8 0,6-2 3 16,-6 2-9-16,5 0 3 0,-5 0 1 0,0 0-3 15,8 0 7-15,-8 0-13 0,6 0 3 0,-6 0 2 16,6 2-9-16,-6-2 3 0,7 2-4 16,-7-2 2-16,4 2-1 0,-4-2 6 0,2 4 0 0,-2-4 1 15,0 0 7-15,0 0-5 0,-4 9-1 0,0-6-3 16,-1-1-3-16,2 1 2 0,-3 0-3 0,3 1-2 15,-3-2-4-15,-1 2 1 0,0 0-5 0,-1 0 1 16,2-1 0-16,-3 1 3 0,2 0-3 0,0 1-2 16,-1-2 4-16,2 0-2 0,0 0 1 0,0 2-3 15,2-2 0-15,-1 2 1 0,2 1-2 0,0-2 0 16,0 1-1-16,2 0 2 0,-1 0 0 0,1 3 3 16,-1-3 0-16,1 2 2 0,1-1 5 0,1 2-1 15,1 1-2-15,-1 0 3 0,0-1-2 0,2 4-1 16,0-3-3-16,-1 1 1 0,1-1 0 0,0 3-1 15,-1-3 2-15,1 0-9 0,-2-2-22 0,1 3-28 0,-1-3-33 16,1-1-59-16,-1 0-213 0,-1-1-380 16,0-5 170-16</inkml:trace>
          <inkml:trace contextRef="#ctx0" brushRef="#br1" timeOffset="-9999.2475">-9686 5 87 0,'0'0'156'16,"2"12"-10"-16,-2-12-11 0,0 0-18 0,-2 9-6 16,2-9-10-16,0 6-7 0,0-6-12 0,0 0-5 15,0 9-11-15,0-9-3 0,0 7-10 0,0-7-4 16,-3 6-4-16,1-1-3 0,2-5-2 0,-5 5-9 15,2-3-7-15,0 3-15 0,3-5-9 0,-6 4-5 0,3-2-15 16,-1 1-6-16,0-2-18 0,4-1 0 16,-7 3-9-16,7-3 2 0,-8 0-6 0,8 0 7 15,-7-1 4-15,7 1 7 0,-7-3 0 0,7 3 8 16,-6-4 9-16,4 2 6 0,2 2 12 0,-2-8 11 0,2 8 2 16,-2-6 4-16,2 6 14 0,-3-8 4 0,3 8-5 15,-1-7 11-15,1 7 0 0,1-6-3 0,-1 6-4 16,0 0 7-16,-1-7-9 0,1 7 3 0,0 0-1 15,0 0-9-15,0 0 2 0,0 0-1 0,0-7-13 16,0 7 2-16,0 0 0 0,0 0 3 0,0 0-8 16,0 0 6-16,0 0-7 0,0 0 4 0,0 0-1 15,0 0-2-15,0 0-4 0,0 0 5 0,0 0-11 16,-4 20 0-16,2-17-12 0,2-3-11 0,-5 6 1 16,3-4 0-16,2-2-20 0,-6 4-10 0,2-3-1 15,4-1 0-15,-6 4-1 0,6-4-1 0,-6 1 3 16,6-1 3-16,-8 0 6 0,8 0 3 0,-7-3 11 15,7 3 3-15,-7-3 10 0,3 0 2 0,4 3 6 16,-7-5 12-16,5 2 7 0,-1-1 8 0,3 4 5 16,-6-7-1-16,5 4 9 0,1 3 3 0,-4-6 7 15,4 6-3-15,-3-4 2 0,3 4 3 0,-2-4-7 16,2 4-6-16,0 0-4 0,0 0 1 0,-3-6-4 16,3 6-4-16,0 0 0 0,0 0 0 0,0 0-1 15,0 0-6-15,0 0 1 0,0 0 1 0,0 0-4 16,0 0 5-16,0 0-7 0,0 0 4 0,0 0-3 15,0 0 2-15,0 0-4 0,5 17-1 0,-5-17 4 16,0 0 1-16,-1 9-1 0,1-9 0 0,-2 6-8 16,2-6 10-16,-2 4-8 0,2-4-14 0,-5 3 2 15,5-3-10-15,-4 5-1 0,4-5 1 0,-6 1-10 16,6-1 2-16,-7 1-9 0,7-1 7 0,-7 0-12 0,7 0 6 16,-7-1 7-16,7 1 4 0,-9-3-3 0,6 2 9 15,-2-2 4-15,1 0 14 0,0 0-1 16,1 0 6-16,-1-1 3 0,0 0 2 0,4 4 19 15,-4-6-6-15,1 3 5 0,2-2 10 0,1 5 0 0,-4-7 4 16,4 7 2-16,-3-6-2 0,3 6 2 0,-3-4-2 16,3 4 4-16,-2-5-8 0,2 5-9 15,0 0 1-15,0 0-7 0,0 0-2 0,0 0 2 0,0 0-3 16,0 0-2-16,0 0 3 0,0 0-6 0,0 0-5 16,0 0-1-16,-2 15-1 0,2-15-10 0,-1 8-3 15,0-4-6-15,1-4 5 0,-3 8-10 0,0-3 4 16,3-5-1-16,-4 7 2 0,2-5-10 0,2-2 1 15,-6 7-2-15,4-4-1 0,-1-2-4 0,-1 2-6 16,4-3 1-16,-9 3 6 0,6-3-3 0,-3 2 4 16,6-2 5-16,-9 0 3 0,9 0-2 0,-11-2 6 15,6 2 10-15,1-2-3 0,4 2 7 0,-7-4 9 16,4 1 4-16,3 3 7 0,-5-6 11 0,3 2 4 16,2 4 1-16,-1-11 4 0,0 4 1 0,2-2 6 0,-2 0 2 15,3-2 0-15,0-4-5 0,0 0 0 0,0 1-6 16,0-5 1-16,0 1 4 0,0 3-2 15,1 2-8-15,-1 1 5 0,0 3 0 0,0 2-7 16,-2 1-7-16,1 2-1 0,-1 4-8 0,1-8-20 0,-1 8-23 16,0 0-51-16,0 0-39 0,0 0-162 0,0 0-305 15,0 0 134-15</inkml:trace>
          <inkml:trace contextRef="#ctx0" brushRef="#br1" timeOffset="-9749.2849">-9951 178 36 0,'0'0'132'0,"-7"2"-23"0,-1-2-1 16,4 0-8-16,4 0-8 0,-9 1-16 0,4-1-15 16,5 0-26-16,-9 0-38 0,9 0-48 0,-9 2-66 15,5-1-125-15,4-1 57 0</inkml:trace>
          <inkml:trace contextRef="#ctx0" brushRef="#br1" timeOffset="-9561.791">-10003 248 56 0,'0'0'264'0,"3"-6"-19"0,-3 6-28 0,0 0-15 16,1-4-27-16,-1 4-31 0,0 0-55 0,0 0-89 15,-7-10-88-15,3 8-130 0,-1-1-235 0,5 3 104 0</inkml:trace>
        </inkml:traceGroup>
        <inkml:traceGroup>
          <inkml:annotationXML>
            <emma:emma xmlns:emma="http://www.w3.org/2003/04/emma" version="1.0">
              <emma:interpretation id="{9243E3D2-34A6-41C2-8BFD-557895FD7DAD}" emma:medium="tactile" emma:mode="ink">
                <msink:context xmlns:msink="http://schemas.microsoft.com/ink/2010/main" type="inkWord" rotatedBoundingBox="3847,1289 2977,1292 2975,630 3846,627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1" timeOffset="-7015.1161">-10689-91 161 0,'8'10'195'16,"-7"-6"-10"-16,0 3-5 0,2 0-9 0,-1 1-12 15,0 0-11-15,1 2-7 0,-2 0-11 0,0 1-10 0,0 1-12 16,1 1-7-16,-2-1-14 0,0 2-2 0,0-4-14 15,-1 4-13-15,1-5-33 0,-1 3-29 16,0-3-51-16,-1-1-57 0,1-2-66 0,0 2-118 16,-2 1-321-16,0-4 141 0</inkml:trace>
          <inkml:trace contextRef="#ctx0" brushRef="#br1" timeOffset="-6765.1211">-10745 123 137 0,'0'0'188'16,"0"0"-1"-16,0 0-9 0,10 10-10 0,-8-5-13 16,-1 1-4-16,-1-1-9 0,2 3-7 0,-2 4-5 15,-2 0-9-15,0 2-11 0,0-1-4 0,0 1-12 16,-1 1-12-16,-3-2-6 0,2 0-5 0,-2-1-10 15,0 0-9-15,0-1-20 0,3-3-32 0,-1 1-38 16,-1-3-59-16,1 0-66 0,-1-1-184 0,0-1-375 16,2-1 166-16</inkml:trace>
          <inkml:trace contextRef="#ctx0" brushRef="#br1" timeOffset="-6202.6733">-10882 44 25 0,'-2'-7'154'16,"2"7"-15"-16,0 0-11 0,0-8-6 0,0 8-17 15,0-7-5-15,0 7-12 0,2-5-9 0,-2 5-3 16,3-6-6-16,-3 6-8 0,2-4-8 0,-2 4-5 16,4-2-2-16,-4 2-5 0,0 0-3 0,5-3-2 15,-5 3-4-15,0 0-2 0,6 0 2 0,-6 0-6 16,0 0-2-16,0 0-4 0,6 3 4 0,-3 0 0 15,-3-3 5-15,3 5-6 0,0-3 0 0,-3-2 1 16,1 6-1-16,-1-6-1 0,1 8-4 0,-1-8 3 16,-4 7-4-16,3-2 1 0,-2-2-8 0,0 2-2 15,-2-1 5-15,1 2-1 0,1-2-2 0,-2 1-4 16,1-1 0-16,-1-1-3 0,0 2 0 0,1-1-3 16,-1-1 3-16,1 1-5 0,0-2 3 0,1 2-4 15,-1 0 3-15,1-1-1 0,0 0-4 0,0 1 2 0,3-4 3 16,-6 7-5-16,5-2-2 0,-1-1 7 15,1 2-2-15,-1-1 0 0,1 2 2 0,0 1-4 16,2 0 6-16,-1 0 5 0,0 0-1 0,0 2-2 0,3-1 1 16,-2 2 5-16,1 1-4 0,-1 0 0 0,1 0 0 15,0-2 0-15,-1 2 1 0,1 0-2 0,0-2 0 16,-2 0-9-16,0-3-12 0,0 2-29 0,0-1-29 16,0 0-39-16,-1-1-57 0,-1-2-99 0,0-1-289 15,2-4 128-15</inkml:trace>
          <inkml:trace contextRef="#ctx0" brushRef="#br1" timeOffset="-5937.0626">-11043 120 75 0,'0'0'299'0,"0"0"-23"15,0 0-24-15,0 0-31 0,2-6-21 0,-2 6-23 16,0 0-19-16,0 0-48 0,0 0-58 0,0 0-89 0,7 12-99 16,-7-8-139-16,0-4-297 0,0 0 132 15</inkml:trace>
          <inkml:trace contextRef="#ctx0" brushRef="#br1" timeOffset="-8171.266">-10176-9 11 0,'0'0'167'0,"0"0"-11"0,0 0-15 16,3 9-5-16,-3-9-14 0,0 0-10 0,0 8-6 15,0-8-14-15,0 7-2 0,0-7-2 0,0 7-4 16,0-7-9-16,0 7-3 0,0-7-9 0,0 0-7 16,-3 8-7-16,3-8-5 0,-2 4 1 0,2-4-2 15,-3 7-9-15,3-7-5 0,-4 3-3 0,1-1-9 16,3-2 0-16,-5 3-9 0,5-3-5 0,-6 1-4 15,6-1-2-15,-5 0 4 0,5 0-5 0,0 0-6 16,-9-3 4-16,9 3 3 0,-5-4-1 0,2 2 0 16,3 2-1-16,-4-6 4 0,4 6-7 0,-3-4 8 15,3 4-3-15,-3-6 2 0,3 6 4 0,-2-5 0 16,2 5 4-16,0 0 1 0,-2-4 4 0,2 4 4 16,0 0 1-16,-2-3-2 0,2 3-4 0,0 0 1 15,0 0-7-15,0 0 6 0,0 0-3 0,0 0-4 16,0 0 3-16,0 0 0 0,0 0-5 0,0 0 4 15,0 0-3-15,0 0 5 0,0 0-6 0,0 0 3 16,0 0-4-16,0 0 2 0,0 0 0 0,0 0-1 16,0 0-4-16,0 18-3 0,-2-15-10 0,2-3-9 15,-4 6-5-15,4-6-8 0,-4 5-12 0,1-3-8 0,3-2-10 16,-6 3-5-16,2-3 6 0,4 0 3 0,-7 2 1 16,7-2 0-16,-7-2 11 0,7 2 3 0,-7-1 6 15,2-1 2-15,5 2 7 0,-5-4 10 16,5 4 3-16,-6-5 11 0,4 2 7 0,2 3 6 0,-5-3 7 15,5 3 5-15,-4-4 9 0,4 4 8 0,-5-5 2 16,5 5 2-16,-2-3-6 0,2 3 2 0,0 0 4 16,0 0-3-16,-3-3-5 0,3 3-5 0,0 0-4 15,0 0-3-15,0 0 0 0,0 0 1 0,-5-2 0 16,5 2-9-16,0 0 3 0,0 0-2 0,0 0 1 16,0 0-5-16,0 0-2 0,-3 10 4 0,3-10-1 15,-1 7-1-15,1-7-3 0,-2 6 4 0,2-6-4 16,-1 7 1-16,1-7-11 0,0 5 2 0,0-5 5 15,-3 6-4-15,3-6-4 0,-2 5 7 0,2-5-8 16,-4 3-4-16,4-3 3 0,-5 3-4 0,5-3-6 16,0 0-2-16,-7 1 3 0,7-1-3 0,-5-1 10 15,5 1-13-15,-7-2 5 0,7 2-1 0,-7-4 1 16,3 2 3-16,4 2-4 0,-5-6 5 0,1 3 1 0,2-1 3 16,-1 0-4-16,1-1 12 0,-1-1-3 0,2 0 9 15,-1 0-1-15,0 0 4 0,1-2 6 0,-1 1 8 16,0-3-1-16,2 2-4 0,-2-1 9 15,1 1 11-15,0 1 8 0,-1-1 4 0,1 4 3 0,1 4-2 16,-2-11 2-16,1 8 1 0,1 3-7 0,-1-7-5 16,1 7 0-16,0 0-4 0,0 0 0 0,0 0-5 15,0 0-3-15,0 0 2 0,0 0-6 0,0 0 0 16,0 0 1-16,0 0-4 0,0 0 1 0,1 25-2 16,-1-19-2-16,1 0 3 0,1 2 1 0,-2-1-6 15,1 1 3-15,1-1 7 0,-1 1-13 0,-1 0 2 16,0-1-2-16,-1-1 0 0,1-6 0 0,-2 11-1 15,1-6 0-15,-3 2 0 0,2-3-3 0,-1 3-1 16,0-5 1-16,-2 2 0 0,2 1-3 0,-1-2-4 16,-2 1-1-16,0-1-2 0,0 1-9 0,0-2 4 15,-1 1-7-15,3-2 5 0,-1 1-3 0,0-2 3 16,5 0-2-16,-9 1 4 0,9-1 3 0,-7-1-1 16,7 1-2-16,-7 1 3 0,7-1 2 0,-5-1 1 15,5 1 1-15,0 0 9 0,-6-1 0 0,6 1 3 16,0 0-5-16,0 0 4 0,0 0-3 0,0 0-1 15,-6 1 2-15,6-1-3 0,0 0 0 0,0 6-1 16,0-6-1-16,0 0 4 0,1 9 0 0,-1-9-2 0,2 8-1 16,-1 0-1-16,0-3 4 0,-1 3 0 0,0-1-3 15,-1-1 1-15,0 7 6 0,-2-6 1 0,0 2-5 16,0-2-3-16,-1 0 4 0,0 2-2 0,-1-1-1 16,-1 0-5-16,-1-1-9 0,1 0-17 0,-1-1-20 15,0-1-23-15,0 0-32 0,1-3-37 0,0 0-34 16,-1 1-135-16,1-2-332 0,2-2 148 0</inkml:trace>
          <inkml:trace contextRef="#ctx0" brushRef="#br1" timeOffset="-7640.0681">-10231-319 53 0,'0'0'211'0,"0"0"-15"15,0 0-17-15,0 0-16 0,0 0-11 0,0 0-11 16,0 0-8-16,0 0-7 0,0 0-5 0,-4 19-6 16,2-11-8-16,-1-2-9 0,-1 6-8 0,-1 0-6 15,-1 0-11-15,0-1-7 0,0 1-6 0,2 0-1 16,-5 0-9-16,2 0-7 0,2 0-5 0,-4 0-7 15,2 0-16-15,-2-3-18 0,2 0-23 0,-2 1-33 16,2-1-25-16,2-3-34 0,-1-2-41 0,2 1-168 16,-2-2-352-16,2-1 156 0</inkml:trace>
          <inkml:trace contextRef="#ctx0" brushRef="#br1" timeOffset="-7436.9604">-10351-247 163 0,'0'0'172'16,"-4"22"-23"-16,2-18-8 0,2-4-11 0,-3 11-19 16,0-4-31-16,0-3-42 0,1 1-60 0,-2 1-70 15,1 0-53-15,-3 0-158 0,2 0 70 0</inkml:trace>
          <inkml:trace contextRef="#ctx0" brushRef="#br1" timeOffset="-7921.2864">-10527-49 55 0,'1'-5'280'0,"-1"5"-9"0,3-7-19 0,-3 7-18 16,1-6-21-16,1 3-23 0,-2 3-20 0,0 0-14 16,5-6-11-16,-5 6-24 0,2-2-35 0,-2 2-37 0,0 0-43 15,0 0-59-15,0 0-65 0,3-5-64 16,-3 5-131-16,0 0-339 0,0 0 151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812" y="1237717"/>
            <a:ext cx="4531201" cy="2632992"/>
          </a:xfrm>
        </p:spPr>
        <p:txBody>
          <a:bodyPr anchor="b"/>
          <a:lstStyle>
            <a:lvl1pPr algn="ctr"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353" y="3972247"/>
            <a:ext cx="3998119" cy="182593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48" indent="0" algn="ctr">
              <a:buNone/>
              <a:defRPr sz="1166"/>
            </a:lvl2pPr>
            <a:lvl3pPr marL="533095" indent="0" algn="ctr">
              <a:buNone/>
              <a:defRPr sz="1049"/>
            </a:lvl3pPr>
            <a:lvl4pPr marL="799643" indent="0" algn="ctr">
              <a:buNone/>
              <a:defRPr sz="933"/>
            </a:lvl4pPr>
            <a:lvl5pPr marL="1066190" indent="0" algn="ctr">
              <a:buNone/>
              <a:defRPr sz="933"/>
            </a:lvl5pPr>
            <a:lvl6pPr marL="1332738" indent="0" algn="ctr">
              <a:buNone/>
              <a:defRPr sz="933"/>
            </a:lvl6pPr>
            <a:lvl7pPr marL="1599286" indent="0" algn="ctr">
              <a:buNone/>
              <a:defRPr sz="933"/>
            </a:lvl7pPr>
            <a:lvl8pPr marL="1865833" indent="0" algn="ctr">
              <a:buNone/>
              <a:defRPr sz="933"/>
            </a:lvl8pPr>
            <a:lvl9pPr marL="2132381" indent="0" algn="ctr">
              <a:buNone/>
              <a:defRPr sz="9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5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18" y="1885463"/>
            <a:ext cx="4597837" cy="3145935"/>
          </a:xfrm>
        </p:spPr>
        <p:txBody>
          <a:bodyPr anchor="b"/>
          <a:lstStyle>
            <a:lvl1pPr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718" y="5061159"/>
            <a:ext cx="4597837" cy="1654373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/>
                </a:solidFill>
              </a:defRPr>
            </a:lvl1pPr>
            <a:lvl2pPr marL="266548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095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6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1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738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28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583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38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494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8730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402654"/>
            <a:ext cx="4597837" cy="146180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89" y="1853949"/>
            <a:ext cx="2255188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189" y="2762541"/>
            <a:ext cx="2255188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8730" y="1853949"/>
            <a:ext cx="2266295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8730" y="2762541"/>
            <a:ext cx="2266295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2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8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295" y="1088912"/>
            <a:ext cx="2698730" cy="5374525"/>
          </a:xfrm>
        </p:spPr>
        <p:txBody>
          <a:bodyPr/>
          <a:lstStyle>
            <a:lvl1pPr>
              <a:defRPr sz="1866"/>
            </a:lvl1pPr>
            <a:lvl2pPr>
              <a:defRPr sz="1632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6295" y="1088912"/>
            <a:ext cx="2698730" cy="5374525"/>
          </a:xfrm>
        </p:spPr>
        <p:txBody>
          <a:bodyPr anchor="t"/>
          <a:lstStyle>
            <a:lvl1pPr marL="0" indent="0">
              <a:buNone/>
              <a:defRPr sz="1866"/>
            </a:lvl1pPr>
            <a:lvl2pPr marL="266548" indent="0">
              <a:buNone/>
              <a:defRPr sz="1632"/>
            </a:lvl2pPr>
            <a:lvl3pPr marL="533095" indent="0">
              <a:buNone/>
              <a:defRPr sz="1399"/>
            </a:lvl3pPr>
            <a:lvl4pPr marL="799643" indent="0">
              <a:buNone/>
              <a:defRPr sz="1166"/>
            </a:lvl4pPr>
            <a:lvl5pPr marL="1066190" indent="0">
              <a:buNone/>
              <a:defRPr sz="1166"/>
            </a:lvl5pPr>
            <a:lvl6pPr marL="1332738" indent="0">
              <a:buNone/>
              <a:defRPr sz="1166"/>
            </a:lvl6pPr>
            <a:lvl7pPr marL="1599286" indent="0">
              <a:buNone/>
              <a:defRPr sz="1166"/>
            </a:lvl7pPr>
            <a:lvl8pPr marL="1865833" indent="0">
              <a:buNone/>
              <a:defRPr sz="1166"/>
            </a:lvl8pPr>
            <a:lvl9pPr marL="2132381" indent="0">
              <a:buNone/>
              <a:defRPr sz="116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4872" y="402652"/>
            <a:ext cx="1149459" cy="64091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495" y="402652"/>
            <a:ext cx="3381742" cy="640916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5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494" y="402654"/>
            <a:ext cx="4597837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494" y="2013259"/>
            <a:ext cx="4597837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494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B18D-5AF7-46E0-A5BE-6136A4BDD0DB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5836" y="7009643"/>
            <a:ext cx="179915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4895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3095" rtl="0" eaLnBrk="1" latinLnBrk="0" hangingPunct="1">
        <a:lnSpc>
          <a:spcPct val="90000"/>
        </a:lnSpc>
        <a:spcBef>
          <a:spcPct val="0"/>
        </a:spcBef>
        <a:buNone/>
        <a:defRPr sz="2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74" indent="-133274" algn="l" defTabSz="533095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399821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36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291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9464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6012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255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910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5655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54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3095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64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619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273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9286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583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2381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emf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51" name="Ink 1650"/>
              <p14:cNvContentPartPr/>
              <p14:nvPr/>
            </p14:nvContentPartPr>
            <p14:xfrm>
              <a:off x="118488" y="238320"/>
              <a:ext cx="5184000" cy="3448080"/>
            </p14:xfrm>
          </p:contentPart>
        </mc:Choice>
        <mc:Fallback xmlns="">
          <p:pic>
            <p:nvPicPr>
              <p:cNvPr id="1651" name="Ink 165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448" y="235080"/>
                <a:ext cx="5192280" cy="3456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974208" y="3875760"/>
              <a:ext cx="4322160" cy="1844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008" y="3870720"/>
                <a:ext cx="4334400" cy="18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1592328" y="5906856"/>
              <a:ext cx="3734280" cy="14385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6928" y="5903616"/>
                <a:ext cx="3745800" cy="14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08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072128" y="226080"/>
              <a:ext cx="4235760" cy="2394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7448" y="221040"/>
                <a:ext cx="4247280" cy="2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70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5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6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7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1814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nasrollahi</dc:creator>
  <cp:lastModifiedBy>mohammad nasrollahi</cp:lastModifiedBy>
  <cp:revision>58</cp:revision>
  <cp:lastPrinted>2020-02-26T14:21:57Z</cp:lastPrinted>
  <dcterms:created xsi:type="dcterms:W3CDTF">2020-02-26T14:14:39Z</dcterms:created>
  <dcterms:modified xsi:type="dcterms:W3CDTF">2020-04-19T01:51:18Z</dcterms:modified>
</cp:coreProperties>
</file>